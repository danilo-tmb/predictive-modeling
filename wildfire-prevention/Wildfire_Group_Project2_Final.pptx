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65E11A-81C4-4370-473F-D28C02217C6E}" v="30" dt="2026-04-28T16:30:46.712"/>
    <p1510:client id="{5C190CD9-A1CD-442E-8917-8C1DD7A6C335}" v="53" dt="2026-04-28T00:44:00.610"/>
    <p1510:client id="{7A065102-19B7-9108-787E-834031E6727E}" v="56" dt="2026-04-28T00:45:11.664"/>
    <p1510:client id="{8C89F58A-B6B9-F9FE-FEDC-B716841D6673}" v="90" dt="2026-04-28T00:43:15.866"/>
    <p1510:client id="{92C06657-A807-213F-CC6F-453D0F80BA30}" v="60" dt="2026-04-27T21:39:51.167"/>
    <p1510:client id="{B4E64CB0-530A-9025-CA08-0DBD88F0FC29}" v="35" dt="2026-04-27T21:21:10.653"/>
    <p1510:client id="{D62AD649-CD48-6608-723E-CEA013929AD5}" v="7" dt="2026-04-28T16:27:40.4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, Wenting" userId="S::rxx24001@uconn.edu::f2e1c516-4040-4bad-ada5-81739ae13f17" providerId="AD" clId="Web-{7A065102-19B7-9108-787E-834031E6727E}"/>
    <pc:docChg chg="modSld">
      <pc:chgData name="Wang, Wenting" userId="S::rxx24001@uconn.edu::f2e1c516-4040-4bad-ada5-81739ae13f17" providerId="AD" clId="Web-{7A065102-19B7-9108-787E-834031E6727E}" dt="2026-04-28T00:45:11.664" v="30"/>
      <pc:docMkLst>
        <pc:docMk/>
      </pc:docMkLst>
      <pc:sldChg chg="addSp delSp modSp">
        <pc:chgData name="Wang, Wenting" userId="S::rxx24001@uconn.edu::f2e1c516-4040-4bad-ada5-81739ae13f17" providerId="AD" clId="Web-{7A065102-19B7-9108-787E-834031E6727E}" dt="2026-04-28T00:43:33.850" v="27" actId="20577"/>
        <pc:sldMkLst>
          <pc:docMk/>
          <pc:sldMk cId="0" sldId="259"/>
        </pc:sldMkLst>
        <pc:spChg chg="add del mod">
          <ac:chgData name="Wang, Wenting" userId="S::rxx24001@uconn.edu::f2e1c516-4040-4bad-ada5-81739ae13f17" providerId="AD" clId="Web-{7A065102-19B7-9108-787E-834031E6727E}" dt="2026-04-28T00:42:59.287" v="4"/>
          <ac:spMkLst>
            <pc:docMk/>
            <pc:sldMk cId="0" sldId="259"/>
            <ac:spMk id="27" creationId="{57ED74C8-FCDC-D916-8813-B1B237E3C19F}"/>
          </ac:spMkLst>
        </pc:spChg>
        <pc:spChg chg="add mod">
          <ac:chgData name="Wang, Wenting" userId="S::rxx24001@uconn.edu::f2e1c516-4040-4bad-ada5-81739ae13f17" providerId="AD" clId="Web-{7A065102-19B7-9108-787E-834031E6727E}" dt="2026-04-28T00:43:33.850" v="27" actId="20577"/>
          <ac:spMkLst>
            <pc:docMk/>
            <pc:sldMk cId="0" sldId="259"/>
            <ac:spMk id="29" creationId="{E2E5902E-33CF-D56F-707D-8EF685669B39}"/>
          </ac:spMkLst>
        </pc:spChg>
      </pc:sldChg>
      <pc:sldChg chg="addSp">
        <pc:chgData name="Wang, Wenting" userId="S::rxx24001@uconn.edu::f2e1c516-4040-4bad-ada5-81739ae13f17" providerId="AD" clId="Web-{7A065102-19B7-9108-787E-834031E6727E}" dt="2026-04-28T00:43:47.085" v="28"/>
        <pc:sldMkLst>
          <pc:docMk/>
          <pc:sldMk cId="0" sldId="260"/>
        </pc:sldMkLst>
        <pc:spChg chg="add">
          <ac:chgData name="Wang, Wenting" userId="S::rxx24001@uconn.edu::f2e1c516-4040-4bad-ada5-81739ae13f17" providerId="AD" clId="Web-{7A065102-19B7-9108-787E-834031E6727E}" dt="2026-04-28T00:43:47.085" v="28"/>
          <ac:spMkLst>
            <pc:docMk/>
            <pc:sldMk cId="0" sldId="260"/>
            <ac:spMk id="21" creationId="{8D70373E-20A0-54D4-552C-A7D7DB2473F9}"/>
          </ac:spMkLst>
        </pc:spChg>
      </pc:sldChg>
      <pc:sldChg chg="addSp">
        <pc:chgData name="Wang, Wenting" userId="S::rxx24001@uconn.edu::f2e1c516-4040-4bad-ada5-81739ae13f17" providerId="AD" clId="Web-{7A065102-19B7-9108-787E-834031E6727E}" dt="2026-04-28T00:43:58.726" v="29"/>
        <pc:sldMkLst>
          <pc:docMk/>
          <pc:sldMk cId="0" sldId="261"/>
        </pc:sldMkLst>
        <pc:spChg chg="add">
          <ac:chgData name="Wang, Wenting" userId="S::rxx24001@uconn.edu::f2e1c516-4040-4bad-ada5-81739ae13f17" providerId="AD" clId="Web-{7A065102-19B7-9108-787E-834031E6727E}" dt="2026-04-28T00:43:58.726" v="29"/>
          <ac:spMkLst>
            <pc:docMk/>
            <pc:sldMk cId="0" sldId="261"/>
            <ac:spMk id="5" creationId="{81CF6766-E6B1-15D4-58C9-FBB5B7D5BAF8}"/>
          </ac:spMkLst>
        </pc:spChg>
      </pc:sldChg>
      <pc:sldChg chg="addSp">
        <pc:chgData name="Wang, Wenting" userId="S::rxx24001@uconn.edu::f2e1c516-4040-4bad-ada5-81739ae13f17" providerId="AD" clId="Web-{7A065102-19B7-9108-787E-834031E6727E}" dt="2026-04-28T00:45:11.664" v="30"/>
        <pc:sldMkLst>
          <pc:docMk/>
          <pc:sldMk cId="0" sldId="262"/>
        </pc:sldMkLst>
        <pc:spChg chg="add">
          <ac:chgData name="Wang, Wenting" userId="S::rxx24001@uconn.edu::f2e1c516-4040-4bad-ada5-81739ae13f17" providerId="AD" clId="Web-{7A065102-19B7-9108-787E-834031E6727E}" dt="2026-04-28T00:45:11.664" v="30"/>
          <ac:spMkLst>
            <pc:docMk/>
            <pc:sldMk cId="0" sldId="262"/>
            <ac:spMk id="40" creationId="{21A156AA-0FB2-32C1-B137-17A3D148F526}"/>
          </ac:spMkLst>
        </pc:spChg>
      </pc:sldChg>
    </pc:docChg>
  </pc:docChgLst>
  <pc:docChgLst>
    <pc:chgData name="Tambone, Danilo" userId="S::pwc25003@uconn.edu::f8b74486-aa49-4d53-b999-d54a5be0170f" providerId="AD" clId="Web-{3365E11A-81C4-4370-473F-D28C02217C6E}"/>
    <pc:docChg chg="modSld">
      <pc:chgData name="Tambone, Danilo" userId="S::pwc25003@uconn.edu::f8b74486-aa49-4d53-b999-d54a5be0170f" providerId="AD" clId="Web-{3365E11A-81C4-4370-473F-D28C02217C6E}" dt="2026-04-28T16:30:46.712" v="21" actId="1076"/>
      <pc:docMkLst>
        <pc:docMk/>
      </pc:docMkLst>
      <pc:sldChg chg="addSp modSp">
        <pc:chgData name="Tambone, Danilo" userId="S::pwc25003@uconn.edu::f8b74486-aa49-4d53-b999-d54a5be0170f" providerId="AD" clId="Web-{3365E11A-81C4-4370-473F-D28C02217C6E}" dt="2026-04-28T16:30:46.712" v="21" actId="1076"/>
        <pc:sldMkLst>
          <pc:docMk/>
          <pc:sldMk cId="0" sldId="256"/>
        </pc:sldMkLst>
        <pc:spChg chg="add mod">
          <ac:chgData name="Tambone, Danilo" userId="S::pwc25003@uconn.edu::f8b74486-aa49-4d53-b999-d54a5be0170f" providerId="AD" clId="Web-{3365E11A-81C4-4370-473F-D28C02217C6E}" dt="2026-04-28T16:30:46.712" v="21" actId="1076"/>
          <ac:spMkLst>
            <pc:docMk/>
            <pc:sldMk cId="0" sldId="256"/>
            <ac:spMk id="11" creationId="{408DC8B9-DB78-EE76-BB0B-3CB13F112AA3}"/>
          </ac:spMkLst>
        </pc:spChg>
      </pc:sldChg>
      <pc:sldChg chg="addSp modSp">
        <pc:chgData name="Tambone, Danilo" userId="S::pwc25003@uconn.edu::f8b74486-aa49-4d53-b999-d54a5be0170f" providerId="AD" clId="Web-{3365E11A-81C4-4370-473F-D28C02217C6E}" dt="2026-04-28T16:30:11.962" v="13" actId="1076"/>
        <pc:sldMkLst>
          <pc:docMk/>
          <pc:sldMk cId="0" sldId="263"/>
        </pc:sldMkLst>
        <pc:spChg chg="add mod">
          <ac:chgData name="Tambone, Danilo" userId="S::pwc25003@uconn.edu::f8b74486-aa49-4d53-b999-d54a5be0170f" providerId="AD" clId="Web-{3365E11A-81C4-4370-473F-D28C02217C6E}" dt="2026-04-28T16:30:11.962" v="13" actId="1076"/>
          <ac:spMkLst>
            <pc:docMk/>
            <pc:sldMk cId="0" sldId="263"/>
            <ac:spMk id="4" creationId="{71D7B133-7DC5-8691-04BC-2C088F45DB18}"/>
          </ac:spMkLst>
        </pc:spChg>
      </pc:sldChg>
      <pc:sldChg chg="addSp modSp">
        <pc:chgData name="Tambone, Danilo" userId="S::pwc25003@uconn.edu::f8b74486-aa49-4d53-b999-d54a5be0170f" providerId="AD" clId="Web-{3365E11A-81C4-4370-473F-D28C02217C6E}" dt="2026-04-28T16:30:20.275" v="16" actId="1076"/>
        <pc:sldMkLst>
          <pc:docMk/>
          <pc:sldMk cId="0" sldId="264"/>
        </pc:sldMkLst>
        <pc:spChg chg="add mod">
          <ac:chgData name="Tambone, Danilo" userId="S::pwc25003@uconn.edu::f8b74486-aa49-4d53-b999-d54a5be0170f" providerId="AD" clId="Web-{3365E11A-81C4-4370-473F-D28C02217C6E}" dt="2026-04-28T16:30:20.275" v="16" actId="1076"/>
          <ac:spMkLst>
            <pc:docMk/>
            <pc:sldMk cId="0" sldId="264"/>
            <ac:spMk id="23" creationId="{5C367547-D6EE-FE54-CB6D-EB277F60E266}"/>
          </ac:spMkLst>
        </pc:spChg>
      </pc:sldChg>
      <pc:sldChg chg="modSp">
        <pc:chgData name="Tambone, Danilo" userId="S::pwc25003@uconn.edu::f8b74486-aa49-4d53-b999-d54a5be0170f" providerId="AD" clId="Web-{3365E11A-81C4-4370-473F-D28C02217C6E}" dt="2026-04-28T16:30:26.806" v="17" actId="1076"/>
        <pc:sldMkLst>
          <pc:docMk/>
          <pc:sldMk cId="0" sldId="266"/>
        </pc:sldMkLst>
        <pc:spChg chg="mod">
          <ac:chgData name="Tambone, Danilo" userId="S::pwc25003@uconn.edu::f8b74486-aa49-4d53-b999-d54a5be0170f" providerId="AD" clId="Web-{3365E11A-81C4-4370-473F-D28C02217C6E}" dt="2026-04-28T16:30:26.806" v="17" actId="1076"/>
          <ac:spMkLst>
            <pc:docMk/>
            <pc:sldMk cId="0" sldId="266"/>
            <ac:spMk id="5" creationId="{3F62C683-9D6E-ACFA-939C-271E362298B2}"/>
          </ac:spMkLst>
        </pc:spChg>
      </pc:sldChg>
    </pc:docChg>
  </pc:docChgLst>
  <pc:docChgLst>
    <pc:chgData name="Wang, Wenting" userId="S::rxx24001@uconn.edu::f2e1c516-4040-4bad-ada5-81739ae13f17" providerId="AD" clId="Web-{92C06657-A807-213F-CC6F-453D0F80BA30}"/>
    <pc:docChg chg="modSld">
      <pc:chgData name="Wang, Wenting" userId="S::rxx24001@uconn.edu::f2e1c516-4040-4bad-ada5-81739ae13f17" providerId="AD" clId="Web-{92C06657-A807-213F-CC6F-453D0F80BA30}" dt="2026-04-27T21:39:51.167" v="58" actId="1076"/>
      <pc:docMkLst>
        <pc:docMk/>
      </pc:docMkLst>
      <pc:sldChg chg="modSp">
        <pc:chgData name="Wang, Wenting" userId="S::rxx24001@uconn.edu::f2e1c516-4040-4bad-ada5-81739ae13f17" providerId="AD" clId="Web-{92C06657-A807-213F-CC6F-453D0F80BA30}" dt="2026-04-27T21:39:51.167" v="58" actId="1076"/>
        <pc:sldMkLst>
          <pc:docMk/>
          <pc:sldMk cId="0" sldId="270"/>
        </pc:sldMkLst>
        <pc:spChg chg="mod">
          <ac:chgData name="Wang, Wenting" userId="S::rxx24001@uconn.edu::f2e1c516-4040-4bad-ada5-81739ae13f17" providerId="AD" clId="Web-{92C06657-A807-213F-CC6F-453D0F80BA30}" dt="2026-04-27T21:39:18.292" v="52" actId="1076"/>
          <ac:spMkLst>
            <pc:docMk/>
            <pc:sldMk cId="0" sldId="270"/>
            <ac:spMk id="8" creationId="{00000000-0000-0000-0000-000000000000}"/>
          </ac:spMkLst>
        </pc:spChg>
        <pc:spChg chg="mod">
          <ac:chgData name="Wang, Wenting" userId="S::rxx24001@uconn.edu::f2e1c516-4040-4bad-ada5-81739ae13f17" providerId="AD" clId="Web-{92C06657-A807-213F-CC6F-453D0F80BA30}" dt="2026-04-27T21:39:45.948" v="57" actId="1076"/>
          <ac:spMkLst>
            <pc:docMk/>
            <pc:sldMk cId="0" sldId="270"/>
            <ac:spMk id="9" creationId="{00000000-0000-0000-0000-000000000000}"/>
          </ac:spMkLst>
        </pc:spChg>
        <pc:spChg chg="mod">
          <ac:chgData name="Wang, Wenting" userId="S::rxx24001@uconn.edu::f2e1c516-4040-4bad-ada5-81739ae13f17" providerId="AD" clId="Web-{92C06657-A807-213F-CC6F-453D0F80BA30}" dt="2026-04-27T21:39:25.339" v="53" actId="1076"/>
          <ac:spMkLst>
            <pc:docMk/>
            <pc:sldMk cId="0" sldId="270"/>
            <ac:spMk id="23" creationId="{00000000-0000-0000-0000-000000000000}"/>
          </ac:spMkLst>
        </pc:spChg>
        <pc:spChg chg="mod">
          <ac:chgData name="Wang, Wenting" userId="S::rxx24001@uconn.edu::f2e1c516-4040-4bad-ada5-81739ae13f17" providerId="AD" clId="Web-{92C06657-A807-213F-CC6F-453D0F80BA30}" dt="2026-04-27T21:39:51.167" v="58" actId="1076"/>
          <ac:spMkLst>
            <pc:docMk/>
            <pc:sldMk cId="0" sldId="270"/>
            <ac:spMk id="24" creationId="{00000000-0000-0000-0000-000000000000}"/>
          </ac:spMkLst>
        </pc:spChg>
      </pc:sldChg>
    </pc:docChg>
  </pc:docChgLst>
  <pc:docChgLst>
    <pc:chgData name="Tambone, Danilo" userId="S::pwc25003@uconn.edu::f8b74486-aa49-4d53-b999-d54a5be0170f" providerId="AD" clId="Web-{B4E64CB0-530A-9025-CA08-0DBD88F0FC29}"/>
    <pc:docChg chg="modSld">
      <pc:chgData name="Tambone, Danilo" userId="S::pwc25003@uconn.edu::f8b74486-aa49-4d53-b999-d54a5be0170f" providerId="AD" clId="Web-{B4E64CB0-530A-9025-CA08-0DBD88F0FC29}" dt="2026-04-27T21:21:10.653" v="30" actId="20577"/>
      <pc:docMkLst>
        <pc:docMk/>
      </pc:docMkLst>
      <pc:sldChg chg="delSp modSp">
        <pc:chgData name="Tambone, Danilo" userId="S::pwc25003@uconn.edu::f8b74486-aa49-4d53-b999-d54a5be0170f" providerId="AD" clId="Web-{B4E64CB0-530A-9025-CA08-0DBD88F0FC29}" dt="2026-04-27T21:16:56.538" v="4" actId="1076"/>
        <pc:sldMkLst>
          <pc:docMk/>
          <pc:sldMk cId="0" sldId="256"/>
        </pc:sldMkLst>
        <pc:spChg chg="del mod">
          <ac:chgData name="Tambone, Danilo" userId="S::pwc25003@uconn.edu::f8b74486-aa49-4d53-b999-d54a5be0170f" providerId="AD" clId="Web-{B4E64CB0-530A-9025-CA08-0DBD88F0FC29}" dt="2026-04-27T21:16:51.163" v="3"/>
          <ac:spMkLst>
            <pc:docMk/>
            <pc:sldMk cId="0" sldId="256"/>
            <ac:spMk id="11" creationId="{00000000-0000-0000-0000-000000000000}"/>
          </ac:spMkLst>
        </pc:spChg>
        <pc:spChg chg="mod">
          <ac:chgData name="Tambone, Danilo" userId="S::pwc25003@uconn.edu::f8b74486-aa49-4d53-b999-d54a5be0170f" providerId="AD" clId="Web-{B4E64CB0-530A-9025-CA08-0DBD88F0FC29}" dt="2026-04-27T21:16:56.538" v="4" actId="1076"/>
          <ac:spMkLst>
            <pc:docMk/>
            <pc:sldMk cId="0" sldId="256"/>
            <ac:spMk id="12" creationId="{00000000-0000-0000-0000-000000000000}"/>
          </ac:spMkLst>
        </pc:spChg>
      </pc:sldChg>
      <pc:sldChg chg="delSp modSp">
        <pc:chgData name="Tambone, Danilo" userId="S::pwc25003@uconn.edu::f8b74486-aa49-4d53-b999-d54a5be0170f" providerId="AD" clId="Web-{B4E64CB0-530A-9025-CA08-0DBD88F0FC29}" dt="2026-04-27T21:17:10.007" v="6" actId="1076"/>
        <pc:sldMkLst>
          <pc:docMk/>
          <pc:sldMk cId="0" sldId="257"/>
        </pc:sldMkLst>
        <pc:spChg chg="del">
          <ac:chgData name="Tambone, Danilo" userId="S::pwc25003@uconn.edu::f8b74486-aa49-4d53-b999-d54a5be0170f" providerId="AD" clId="Web-{B4E64CB0-530A-9025-CA08-0DBD88F0FC29}" dt="2026-04-27T21:17:06.148" v="5"/>
          <ac:spMkLst>
            <pc:docMk/>
            <pc:sldMk cId="0" sldId="257"/>
            <ac:spMk id="24" creationId="{00000000-0000-0000-0000-000000000000}"/>
          </ac:spMkLst>
        </pc:spChg>
        <pc:spChg chg="mod">
          <ac:chgData name="Tambone, Danilo" userId="S::pwc25003@uconn.edu::f8b74486-aa49-4d53-b999-d54a5be0170f" providerId="AD" clId="Web-{B4E64CB0-530A-9025-CA08-0DBD88F0FC29}" dt="2026-04-27T21:17:10.007" v="6" actId="1076"/>
          <ac:spMkLst>
            <pc:docMk/>
            <pc:sldMk cId="0" sldId="257"/>
            <ac:spMk id="25" creationId="{00000000-0000-0000-0000-000000000000}"/>
          </ac:spMkLst>
        </pc:spChg>
      </pc:sldChg>
      <pc:sldChg chg="modSp">
        <pc:chgData name="Tambone, Danilo" userId="S::pwc25003@uconn.edu::f8b74486-aa49-4d53-b999-d54a5be0170f" providerId="AD" clId="Web-{B4E64CB0-530A-9025-CA08-0DBD88F0FC29}" dt="2026-04-27T21:21:10.653" v="30" actId="20577"/>
        <pc:sldMkLst>
          <pc:docMk/>
          <pc:sldMk cId="0" sldId="258"/>
        </pc:sldMkLst>
        <pc:spChg chg="mod">
          <ac:chgData name="Tambone, Danilo" userId="S::pwc25003@uconn.edu::f8b74486-aa49-4d53-b999-d54a5be0170f" providerId="AD" clId="Web-{B4E64CB0-530A-9025-CA08-0DBD88F0FC29}" dt="2026-04-27T21:21:10.653" v="30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Tambone, Danilo" userId="S::pwc25003@uconn.edu::f8b74486-aa49-4d53-b999-d54a5be0170f" providerId="AD" clId="Web-{B4E64CB0-530A-9025-CA08-0DBD88F0FC29}" dt="2026-04-27T21:17:14.820" v="7" actId="1076"/>
          <ac:spMkLst>
            <pc:docMk/>
            <pc:sldMk cId="0" sldId="258"/>
            <ac:spMk id="24" creationId="{00000000-0000-0000-0000-000000000000}"/>
          </ac:spMkLst>
        </pc:spChg>
      </pc:sldChg>
      <pc:sldChg chg="modSp">
        <pc:chgData name="Tambone, Danilo" userId="S::pwc25003@uconn.edu::f8b74486-aa49-4d53-b999-d54a5be0170f" providerId="AD" clId="Web-{B4E64CB0-530A-9025-CA08-0DBD88F0FC29}" dt="2026-04-27T21:17:18.773" v="8" actId="1076"/>
        <pc:sldMkLst>
          <pc:docMk/>
          <pc:sldMk cId="0" sldId="259"/>
        </pc:sldMkLst>
        <pc:spChg chg="mod">
          <ac:chgData name="Tambone, Danilo" userId="S::pwc25003@uconn.edu::f8b74486-aa49-4d53-b999-d54a5be0170f" providerId="AD" clId="Web-{B4E64CB0-530A-9025-CA08-0DBD88F0FC29}" dt="2026-04-27T21:17:18.773" v="8" actId="1076"/>
          <ac:spMkLst>
            <pc:docMk/>
            <pc:sldMk cId="0" sldId="259"/>
            <ac:spMk id="26" creationId="{00000000-0000-0000-0000-000000000000}"/>
          </ac:spMkLst>
        </pc:spChg>
      </pc:sldChg>
      <pc:sldChg chg="modSp">
        <pc:chgData name="Tambone, Danilo" userId="S::pwc25003@uconn.edu::f8b74486-aa49-4d53-b999-d54a5be0170f" providerId="AD" clId="Web-{B4E64CB0-530A-9025-CA08-0DBD88F0FC29}" dt="2026-04-27T21:17:53.946" v="9" actId="1076"/>
        <pc:sldMkLst>
          <pc:docMk/>
          <pc:sldMk cId="0" sldId="260"/>
        </pc:sldMkLst>
        <pc:spChg chg="mod">
          <ac:chgData name="Tambone, Danilo" userId="S::pwc25003@uconn.edu::f8b74486-aa49-4d53-b999-d54a5be0170f" providerId="AD" clId="Web-{B4E64CB0-530A-9025-CA08-0DBD88F0FC29}" dt="2026-04-27T21:17:53.946" v="9" actId="1076"/>
          <ac:spMkLst>
            <pc:docMk/>
            <pc:sldMk cId="0" sldId="260"/>
            <ac:spMk id="19" creationId="{00000000-0000-0000-0000-000000000000}"/>
          </ac:spMkLst>
        </pc:spChg>
      </pc:sldChg>
      <pc:sldChg chg="modSp">
        <pc:chgData name="Tambone, Danilo" userId="S::pwc25003@uconn.edu::f8b74486-aa49-4d53-b999-d54a5be0170f" providerId="AD" clId="Web-{B4E64CB0-530A-9025-CA08-0DBD88F0FC29}" dt="2026-04-27T21:16:25.224" v="0" actId="1076"/>
        <pc:sldMkLst>
          <pc:docMk/>
          <pc:sldMk cId="0" sldId="261"/>
        </pc:sldMkLst>
        <pc:spChg chg="mod">
          <ac:chgData name="Tambone, Danilo" userId="S::pwc25003@uconn.edu::f8b74486-aa49-4d53-b999-d54a5be0170f" providerId="AD" clId="Web-{B4E64CB0-530A-9025-CA08-0DBD88F0FC29}" dt="2026-04-27T21:16:25.224" v="0" actId="1076"/>
          <ac:spMkLst>
            <pc:docMk/>
            <pc:sldMk cId="0" sldId="261"/>
            <ac:spMk id="10" creationId="{00000000-0000-0000-0000-000000000000}"/>
          </ac:spMkLst>
        </pc:spChg>
      </pc:sldChg>
      <pc:sldChg chg="modSp">
        <pc:chgData name="Tambone, Danilo" userId="S::pwc25003@uconn.edu::f8b74486-aa49-4d53-b999-d54a5be0170f" providerId="AD" clId="Web-{B4E64CB0-530A-9025-CA08-0DBD88F0FC29}" dt="2026-04-27T21:18:01.727" v="10" actId="1076"/>
        <pc:sldMkLst>
          <pc:docMk/>
          <pc:sldMk cId="0" sldId="262"/>
        </pc:sldMkLst>
        <pc:spChg chg="mod">
          <ac:chgData name="Tambone, Danilo" userId="S::pwc25003@uconn.edu::f8b74486-aa49-4d53-b999-d54a5be0170f" providerId="AD" clId="Web-{B4E64CB0-530A-9025-CA08-0DBD88F0FC29}" dt="2026-04-27T21:18:01.727" v="10" actId="1076"/>
          <ac:spMkLst>
            <pc:docMk/>
            <pc:sldMk cId="0" sldId="262"/>
            <ac:spMk id="38" creationId="{00000000-0000-0000-0000-000000000000}"/>
          </ac:spMkLst>
        </pc:spChg>
      </pc:sldChg>
      <pc:sldChg chg="modSp">
        <pc:chgData name="Tambone, Danilo" userId="S::pwc25003@uconn.edu::f8b74486-aa49-4d53-b999-d54a5be0170f" providerId="AD" clId="Web-{B4E64CB0-530A-9025-CA08-0DBD88F0FC29}" dt="2026-04-27T21:18:07.243" v="11" actId="1076"/>
        <pc:sldMkLst>
          <pc:docMk/>
          <pc:sldMk cId="0" sldId="263"/>
        </pc:sldMkLst>
        <pc:spChg chg="mod">
          <ac:chgData name="Tambone, Danilo" userId="S::pwc25003@uconn.edu::f8b74486-aa49-4d53-b999-d54a5be0170f" providerId="AD" clId="Web-{B4E64CB0-530A-9025-CA08-0DBD88F0FC29}" dt="2026-04-27T21:18:07.243" v="11" actId="1076"/>
          <ac:spMkLst>
            <pc:docMk/>
            <pc:sldMk cId="0" sldId="263"/>
            <ac:spMk id="10" creationId="{00000000-0000-0000-0000-000000000000}"/>
          </ac:spMkLst>
        </pc:spChg>
      </pc:sldChg>
      <pc:sldChg chg="modSp">
        <pc:chgData name="Tambone, Danilo" userId="S::pwc25003@uconn.edu::f8b74486-aa49-4d53-b999-d54a5be0170f" providerId="AD" clId="Web-{B4E64CB0-530A-9025-CA08-0DBD88F0FC29}" dt="2026-04-27T21:18:28.509" v="12" actId="1076"/>
        <pc:sldMkLst>
          <pc:docMk/>
          <pc:sldMk cId="0" sldId="264"/>
        </pc:sldMkLst>
        <pc:spChg chg="mod">
          <ac:chgData name="Tambone, Danilo" userId="S::pwc25003@uconn.edu::f8b74486-aa49-4d53-b999-d54a5be0170f" providerId="AD" clId="Web-{B4E64CB0-530A-9025-CA08-0DBD88F0FC29}" dt="2026-04-27T21:18:28.509" v="12" actId="1076"/>
          <ac:spMkLst>
            <pc:docMk/>
            <pc:sldMk cId="0" sldId="264"/>
            <ac:spMk id="22" creationId="{00000000-0000-0000-0000-000000000000}"/>
          </ac:spMkLst>
        </pc:spChg>
      </pc:sldChg>
      <pc:sldChg chg="delSp modSp">
        <pc:chgData name="Tambone, Danilo" userId="S::pwc25003@uconn.edu::f8b74486-aa49-4d53-b999-d54a5be0170f" providerId="AD" clId="Web-{B4E64CB0-530A-9025-CA08-0DBD88F0FC29}" dt="2026-04-27T21:18:51.400" v="15" actId="1076"/>
        <pc:sldMkLst>
          <pc:docMk/>
          <pc:sldMk cId="0" sldId="265"/>
        </pc:sldMkLst>
        <pc:spChg chg="del">
          <ac:chgData name="Tambone, Danilo" userId="S::pwc25003@uconn.edu::f8b74486-aa49-4d53-b999-d54a5be0170f" providerId="AD" clId="Web-{B4E64CB0-530A-9025-CA08-0DBD88F0FC29}" dt="2026-04-27T21:18:39.900" v="13"/>
          <ac:spMkLst>
            <pc:docMk/>
            <pc:sldMk cId="0" sldId="265"/>
            <ac:spMk id="20" creationId="{00000000-0000-0000-0000-000000000000}"/>
          </ac:spMkLst>
        </pc:spChg>
        <pc:spChg chg="mod">
          <ac:chgData name="Tambone, Danilo" userId="S::pwc25003@uconn.edu::f8b74486-aa49-4d53-b999-d54a5be0170f" providerId="AD" clId="Web-{B4E64CB0-530A-9025-CA08-0DBD88F0FC29}" dt="2026-04-27T21:18:51.400" v="15" actId="1076"/>
          <ac:spMkLst>
            <pc:docMk/>
            <pc:sldMk cId="0" sldId="265"/>
            <ac:spMk id="21" creationId="{00000000-0000-0000-0000-000000000000}"/>
          </ac:spMkLst>
        </pc:spChg>
      </pc:sldChg>
      <pc:sldChg chg="modSp">
        <pc:chgData name="Tambone, Danilo" userId="S::pwc25003@uconn.edu::f8b74486-aa49-4d53-b999-d54a5be0170f" providerId="AD" clId="Web-{B4E64CB0-530A-9025-CA08-0DBD88F0FC29}" dt="2026-04-27T21:18:55.791" v="16" actId="1076"/>
        <pc:sldMkLst>
          <pc:docMk/>
          <pc:sldMk cId="0" sldId="266"/>
        </pc:sldMkLst>
        <pc:spChg chg="mod">
          <ac:chgData name="Tambone, Danilo" userId="S::pwc25003@uconn.edu::f8b74486-aa49-4d53-b999-d54a5be0170f" providerId="AD" clId="Web-{B4E64CB0-530A-9025-CA08-0DBD88F0FC29}" dt="2026-04-27T21:18:55.791" v="16" actId="1076"/>
          <ac:spMkLst>
            <pc:docMk/>
            <pc:sldMk cId="0" sldId="266"/>
            <ac:spMk id="17" creationId="{00000000-0000-0000-0000-000000000000}"/>
          </ac:spMkLst>
        </pc:spChg>
      </pc:sldChg>
      <pc:sldChg chg="modSp">
        <pc:chgData name="Tambone, Danilo" userId="S::pwc25003@uconn.edu::f8b74486-aa49-4d53-b999-d54a5be0170f" providerId="AD" clId="Web-{B4E64CB0-530A-9025-CA08-0DBD88F0FC29}" dt="2026-04-27T21:19:07.104" v="18" actId="1076"/>
        <pc:sldMkLst>
          <pc:docMk/>
          <pc:sldMk cId="0" sldId="267"/>
        </pc:sldMkLst>
        <pc:spChg chg="mod">
          <ac:chgData name="Tambone, Danilo" userId="S::pwc25003@uconn.edu::f8b74486-aa49-4d53-b999-d54a5be0170f" providerId="AD" clId="Web-{B4E64CB0-530A-9025-CA08-0DBD88F0FC29}" dt="2026-04-27T21:19:07.104" v="18" actId="1076"/>
          <ac:spMkLst>
            <pc:docMk/>
            <pc:sldMk cId="0" sldId="267"/>
            <ac:spMk id="7" creationId="{00000000-0000-0000-0000-000000000000}"/>
          </ac:spMkLst>
        </pc:spChg>
      </pc:sldChg>
      <pc:sldChg chg="modSp">
        <pc:chgData name="Tambone, Danilo" userId="S::pwc25003@uconn.edu::f8b74486-aa49-4d53-b999-d54a5be0170f" providerId="AD" clId="Web-{B4E64CB0-530A-9025-CA08-0DBD88F0FC29}" dt="2026-04-27T21:19:11.729" v="19" actId="1076"/>
        <pc:sldMkLst>
          <pc:docMk/>
          <pc:sldMk cId="0" sldId="268"/>
        </pc:sldMkLst>
        <pc:spChg chg="mod">
          <ac:chgData name="Tambone, Danilo" userId="S::pwc25003@uconn.edu::f8b74486-aa49-4d53-b999-d54a5be0170f" providerId="AD" clId="Web-{B4E64CB0-530A-9025-CA08-0DBD88F0FC29}" dt="2026-04-27T21:19:11.729" v="19" actId="1076"/>
          <ac:spMkLst>
            <pc:docMk/>
            <pc:sldMk cId="0" sldId="268"/>
            <ac:spMk id="9" creationId="{00000000-0000-0000-0000-000000000000}"/>
          </ac:spMkLst>
        </pc:spChg>
      </pc:sldChg>
      <pc:sldChg chg="modSp">
        <pc:chgData name="Tambone, Danilo" userId="S::pwc25003@uconn.edu::f8b74486-aa49-4d53-b999-d54a5be0170f" providerId="AD" clId="Web-{B4E64CB0-530A-9025-CA08-0DBD88F0FC29}" dt="2026-04-27T21:19:18.182" v="20" actId="1076"/>
        <pc:sldMkLst>
          <pc:docMk/>
          <pc:sldMk cId="0" sldId="269"/>
        </pc:sldMkLst>
        <pc:spChg chg="mod">
          <ac:chgData name="Tambone, Danilo" userId="S::pwc25003@uconn.edu::f8b74486-aa49-4d53-b999-d54a5be0170f" providerId="AD" clId="Web-{B4E64CB0-530A-9025-CA08-0DBD88F0FC29}" dt="2026-04-27T21:19:18.182" v="20" actId="1076"/>
          <ac:spMkLst>
            <pc:docMk/>
            <pc:sldMk cId="0" sldId="269"/>
            <ac:spMk id="22" creationId="{00000000-0000-0000-0000-000000000000}"/>
          </ac:spMkLst>
        </pc:spChg>
      </pc:sldChg>
      <pc:sldChg chg="modSp">
        <pc:chgData name="Tambone, Danilo" userId="S::pwc25003@uconn.edu::f8b74486-aa49-4d53-b999-d54a5be0170f" providerId="AD" clId="Web-{B4E64CB0-530A-9025-CA08-0DBD88F0FC29}" dt="2026-04-27T21:19:21.839" v="21" actId="1076"/>
        <pc:sldMkLst>
          <pc:docMk/>
          <pc:sldMk cId="0" sldId="270"/>
        </pc:sldMkLst>
        <pc:spChg chg="mod">
          <ac:chgData name="Tambone, Danilo" userId="S::pwc25003@uconn.edu::f8b74486-aa49-4d53-b999-d54a5be0170f" providerId="AD" clId="Web-{B4E64CB0-530A-9025-CA08-0DBD88F0FC29}" dt="2026-04-27T21:19:21.839" v="21" actId="1076"/>
          <ac:spMkLst>
            <pc:docMk/>
            <pc:sldMk cId="0" sldId="270"/>
            <ac:spMk id="22" creationId="{00000000-0000-0000-0000-000000000000}"/>
          </ac:spMkLst>
        </pc:spChg>
      </pc:sldChg>
      <pc:sldChg chg="modSp">
        <pc:chgData name="Tambone, Danilo" userId="S::pwc25003@uconn.edu::f8b74486-aa49-4d53-b999-d54a5be0170f" providerId="AD" clId="Web-{B4E64CB0-530A-9025-CA08-0DBD88F0FC29}" dt="2026-04-27T21:19:25.386" v="22" actId="1076"/>
        <pc:sldMkLst>
          <pc:docMk/>
          <pc:sldMk cId="0" sldId="271"/>
        </pc:sldMkLst>
        <pc:spChg chg="mod">
          <ac:chgData name="Tambone, Danilo" userId="S::pwc25003@uconn.edu::f8b74486-aa49-4d53-b999-d54a5be0170f" providerId="AD" clId="Web-{B4E64CB0-530A-9025-CA08-0DBD88F0FC29}" dt="2026-04-27T21:19:25.386" v="22" actId="1076"/>
          <ac:spMkLst>
            <pc:docMk/>
            <pc:sldMk cId="0" sldId="271"/>
            <ac:spMk id="22" creationId="{00000000-0000-0000-0000-000000000000}"/>
          </ac:spMkLst>
        </pc:spChg>
      </pc:sldChg>
      <pc:sldChg chg="modSp">
        <pc:chgData name="Tambone, Danilo" userId="S::pwc25003@uconn.edu::f8b74486-aa49-4d53-b999-d54a5be0170f" providerId="AD" clId="Web-{B4E64CB0-530A-9025-CA08-0DBD88F0FC29}" dt="2026-04-27T21:19:29.511" v="23" actId="1076"/>
        <pc:sldMkLst>
          <pc:docMk/>
          <pc:sldMk cId="0" sldId="272"/>
        </pc:sldMkLst>
        <pc:spChg chg="mod">
          <ac:chgData name="Tambone, Danilo" userId="S::pwc25003@uconn.edu::f8b74486-aa49-4d53-b999-d54a5be0170f" providerId="AD" clId="Web-{B4E64CB0-530A-9025-CA08-0DBD88F0FC29}" dt="2026-04-27T21:19:29.511" v="23" actId="1076"/>
          <ac:spMkLst>
            <pc:docMk/>
            <pc:sldMk cId="0" sldId="272"/>
            <ac:spMk id="17" creationId="{00000000-0000-0000-0000-000000000000}"/>
          </ac:spMkLst>
        </pc:spChg>
      </pc:sldChg>
      <pc:sldChg chg="modSp">
        <pc:chgData name="Tambone, Danilo" userId="S::pwc25003@uconn.edu::f8b74486-aa49-4d53-b999-d54a5be0170f" providerId="AD" clId="Web-{B4E64CB0-530A-9025-CA08-0DBD88F0FC29}" dt="2026-04-27T21:19:33.245" v="24" actId="1076"/>
        <pc:sldMkLst>
          <pc:docMk/>
          <pc:sldMk cId="0" sldId="273"/>
        </pc:sldMkLst>
        <pc:spChg chg="mod">
          <ac:chgData name="Tambone, Danilo" userId="S::pwc25003@uconn.edu::f8b74486-aa49-4d53-b999-d54a5be0170f" providerId="AD" clId="Web-{B4E64CB0-530A-9025-CA08-0DBD88F0FC29}" dt="2026-04-27T21:19:33.245" v="24" actId="1076"/>
          <ac:spMkLst>
            <pc:docMk/>
            <pc:sldMk cId="0" sldId="273"/>
            <ac:spMk id="5" creationId="{00000000-0000-0000-0000-000000000000}"/>
          </ac:spMkLst>
        </pc:spChg>
      </pc:sldChg>
      <pc:sldChg chg="modSp">
        <pc:chgData name="Tambone, Danilo" userId="S::pwc25003@uconn.edu::f8b74486-aa49-4d53-b999-d54a5be0170f" providerId="AD" clId="Web-{B4E64CB0-530A-9025-CA08-0DBD88F0FC29}" dt="2026-04-27T21:19:38.011" v="25" actId="1076"/>
        <pc:sldMkLst>
          <pc:docMk/>
          <pc:sldMk cId="0" sldId="274"/>
        </pc:sldMkLst>
        <pc:spChg chg="mod">
          <ac:chgData name="Tambone, Danilo" userId="S::pwc25003@uconn.edu::f8b74486-aa49-4d53-b999-d54a5be0170f" providerId="AD" clId="Web-{B4E64CB0-530A-9025-CA08-0DBD88F0FC29}" dt="2026-04-27T21:19:38.011" v="25" actId="1076"/>
          <ac:spMkLst>
            <pc:docMk/>
            <pc:sldMk cId="0" sldId="274"/>
            <ac:spMk id="5" creationId="{00000000-0000-0000-0000-000000000000}"/>
          </ac:spMkLst>
        </pc:spChg>
      </pc:sldChg>
      <pc:sldChg chg="modSp">
        <pc:chgData name="Tambone, Danilo" userId="S::pwc25003@uconn.edu::f8b74486-aa49-4d53-b999-d54a5be0170f" providerId="AD" clId="Web-{B4E64CB0-530A-9025-CA08-0DBD88F0FC29}" dt="2026-04-27T21:19:41.558" v="26" actId="1076"/>
        <pc:sldMkLst>
          <pc:docMk/>
          <pc:sldMk cId="0" sldId="275"/>
        </pc:sldMkLst>
        <pc:spChg chg="mod">
          <ac:chgData name="Tambone, Danilo" userId="S::pwc25003@uconn.edu::f8b74486-aa49-4d53-b999-d54a5be0170f" providerId="AD" clId="Web-{B4E64CB0-530A-9025-CA08-0DBD88F0FC29}" dt="2026-04-27T21:19:41.558" v="26" actId="1076"/>
          <ac:spMkLst>
            <pc:docMk/>
            <pc:sldMk cId="0" sldId="275"/>
            <ac:spMk id="5" creationId="{00000000-0000-0000-0000-000000000000}"/>
          </ac:spMkLst>
        </pc:spChg>
      </pc:sldChg>
      <pc:sldChg chg="modSp">
        <pc:chgData name="Tambone, Danilo" userId="S::pwc25003@uconn.edu::f8b74486-aa49-4d53-b999-d54a5be0170f" providerId="AD" clId="Web-{B4E64CB0-530A-9025-CA08-0DBD88F0FC29}" dt="2026-04-27T21:19:45.792" v="27" actId="1076"/>
        <pc:sldMkLst>
          <pc:docMk/>
          <pc:sldMk cId="0" sldId="276"/>
        </pc:sldMkLst>
        <pc:spChg chg="mod">
          <ac:chgData name="Tambone, Danilo" userId="S::pwc25003@uconn.edu::f8b74486-aa49-4d53-b999-d54a5be0170f" providerId="AD" clId="Web-{B4E64CB0-530A-9025-CA08-0DBD88F0FC29}" dt="2026-04-27T21:19:45.792" v="27" actId="1076"/>
          <ac:spMkLst>
            <pc:docMk/>
            <pc:sldMk cId="0" sldId="276"/>
            <ac:spMk id="5" creationId="{00000000-0000-0000-0000-000000000000}"/>
          </ac:spMkLst>
        </pc:spChg>
      </pc:sldChg>
      <pc:sldChg chg="modSp">
        <pc:chgData name="Tambone, Danilo" userId="S::pwc25003@uconn.edu::f8b74486-aa49-4d53-b999-d54a5be0170f" providerId="AD" clId="Web-{B4E64CB0-530A-9025-CA08-0DBD88F0FC29}" dt="2026-04-27T21:19:49.371" v="28" actId="1076"/>
        <pc:sldMkLst>
          <pc:docMk/>
          <pc:sldMk cId="0" sldId="277"/>
        </pc:sldMkLst>
        <pc:spChg chg="mod">
          <ac:chgData name="Tambone, Danilo" userId="S::pwc25003@uconn.edu::f8b74486-aa49-4d53-b999-d54a5be0170f" providerId="AD" clId="Web-{B4E64CB0-530A-9025-CA08-0DBD88F0FC29}" dt="2026-04-27T21:19:49.371" v="28" actId="1076"/>
          <ac:spMkLst>
            <pc:docMk/>
            <pc:sldMk cId="0" sldId="277"/>
            <ac:spMk id="5" creationId="{00000000-0000-0000-0000-000000000000}"/>
          </ac:spMkLst>
        </pc:spChg>
      </pc:sldChg>
    </pc:docChg>
  </pc:docChgLst>
  <pc:docChgLst>
    <pc:chgData name="Tambone, Danilo" userId="S::pwc25003@uconn.edu::f8b74486-aa49-4d53-b999-d54a5be0170f" providerId="AD" clId="Web-{D62AD649-CD48-6608-723E-CEA013929AD5}"/>
    <pc:docChg chg="modSld">
      <pc:chgData name="Tambone, Danilo" userId="S::pwc25003@uconn.edu::f8b74486-aa49-4d53-b999-d54a5be0170f" providerId="AD" clId="Web-{D62AD649-CD48-6608-723E-CEA013929AD5}" dt="2026-04-28T16:27:40.467" v="4" actId="1076"/>
      <pc:docMkLst>
        <pc:docMk/>
      </pc:docMkLst>
      <pc:sldChg chg="addSp modSp">
        <pc:chgData name="Tambone, Danilo" userId="S::pwc25003@uconn.edu::f8b74486-aa49-4d53-b999-d54a5be0170f" providerId="AD" clId="Web-{D62AD649-CD48-6608-723E-CEA013929AD5}" dt="2026-04-28T16:27:40.467" v="4" actId="1076"/>
        <pc:sldMkLst>
          <pc:docMk/>
          <pc:sldMk cId="0" sldId="266"/>
        </pc:sldMkLst>
        <pc:spChg chg="add mod">
          <ac:chgData name="Tambone, Danilo" userId="S::pwc25003@uconn.edu::f8b74486-aa49-4d53-b999-d54a5be0170f" providerId="AD" clId="Web-{D62AD649-CD48-6608-723E-CEA013929AD5}" dt="2026-04-28T16:27:40.467" v="4" actId="1076"/>
          <ac:spMkLst>
            <pc:docMk/>
            <pc:sldMk cId="0" sldId="266"/>
            <ac:spMk id="5" creationId="{3F62C683-9D6E-ACFA-939C-271E362298B2}"/>
          </ac:spMkLst>
        </pc:spChg>
      </pc:sldChg>
    </pc:docChg>
  </pc:docChgLst>
  <pc:docChgLst>
    <pc:chgData name="Ramireddy Gari, Esha Reddy" userId="S::esha_reddy.ramireddy_gari@uconn.edu::1b3dcfcf-5718-4385-b4af-6ef3327fbfd0" providerId="AD" clId="Web-{5C190CD9-A1CD-442E-8917-8C1DD7A6C335}"/>
    <pc:docChg chg="modSld">
      <pc:chgData name="Ramireddy Gari, Esha Reddy" userId="S::esha_reddy.ramireddy_gari@uconn.edu::1b3dcfcf-5718-4385-b4af-6ef3327fbfd0" providerId="AD" clId="Web-{5C190CD9-A1CD-442E-8917-8C1DD7A6C335}" dt="2026-04-28T00:44:28.907" v="50"/>
      <pc:docMkLst>
        <pc:docMk/>
      </pc:docMkLst>
      <pc:sldChg chg="addSp delSp modSp modNotes">
        <pc:chgData name="Ramireddy Gari, Esha Reddy" userId="S::esha_reddy.ramireddy_gari@uconn.edu::1b3dcfcf-5718-4385-b4af-6ef3327fbfd0" providerId="AD" clId="Web-{5C190CD9-A1CD-442E-8917-8C1DD7A6C335}" dt="2026-04-28T00:44:28.907" v="50"/>
        <pc:sldMkLst>
          <pc:docMk/>
          <pc:sldMk cId="0" sldId="265"/>
        </pc:sldMkLst>
        <pc:spChg chg="mod">
          <ac:chgData name="Ramireddy Gari, Esha Reddy" userId="S::esha_reddy.ramireddy_gari@uconn.edu::1b3dcfcf-5718-4385-b4af-6ef3327fbfd0" providerId="AD" clId="Web-{5C190CD9-A1CD-442E-8917-8C1DD7A6C335}" dt="2026-04-28T00:43:56.063" v="48" actId="1076"/>
          <ac:spMkLst>
            <pc:docMk/>
            <pc:sldMk cId="0" sldId="265"/>
            <ac:spMk id="15" creationId="{00000000-0000-0000-0000-000000000000}"/>
          </ac:spMkLst>
        </pc:spChg>
        <pc:spChg chg="add del mod">
          <ac:chgData name="Ramireddy Gari, Esha Reddy" userId="S::esha_reddy.ramireddy_gari@uconn.edu::1b3dcfcf-5718-4385-b4af-6ef3327fbfd0" providerId="AD" clId="Web-{5C190CD9-A1CD-442E-8917-8C1DD7A6C335}" dt="2026-04-28T00:42:50.781" v="21"/>
          <ac:spMkLst>
            <pc:docMk/>
            <pc:sldMk cId="0" sldId="265"/>
            <ac:spMk id="20" creationId="{50D83F38-77F7-CD41-EF54-30128CDAACC5}"/>
          </ac:spMkLst>
        </pc:spChg>
        <pc:spChg chg="add mod">
          <ac:chgData name="Ramireddy Gari, Esha Reddy" userId="S::esha_reddy.ramireddy_gari@uconn.edu::1b3dcfcf-5718-4385-b4af-6ef3327fbfd0" providerId="AD" clId="Web-{5C190CD9-A1CD-442E-8917-8C1DD7A6C335}" dt="2026-04-28T00:44:00.610" v="49" actId="1076"/>
          <ac:spMkLst>
            <pc:docMk/>
            <pc:sldMk cId="0" sldId="265"/>
            <ac:spMk id="22" creationId="{3EBB70B9-BB54-4963-4959-ADECBB00FB4E}"/>
          </ac:spMkLst>
        </pc:spChg>
      </pc:sldChg>
      <pc:sldChg chg="modNotes">
        <pc:chgData name="Ramireddy Gari, Esha Reddy" userId="S::esha_reddy.ramireddy_gari@uconn.edu::1b3dcfcf-5718-4385-b4af-6ef3327fbfd0" providerId="AD" clId="Web-{5C190CD9-A1CD-442E-8917-8C1DD7A6C335}" dt="2026-04-28T00:42:51.718" v="22"/>
        <pc:sldMkLst>
          <pc:docMk/>
          <pc:sldMk cId="0" sldId="266"/>
        </pc:sldMkLst>
      </pc:sldChg>
    </pc:docChg>
  </pc:docChgLst>
  <pc:docChgLst>
    <pc:chgData name="Tambone, Danilo" userId="S::pwc25003@uconn.edu::f8b74486-aa49-4d53-b999-d54a5be0170f" providerId="AD" clId="Web-{8C89F58A-B6B9-F9FE-FEDC-B716841D6673}"/>
    <pc:docChg chg="modSld">
      <pc:chgData name="Tambone, Danilo" userId="S::pwc25003@uconn.edu::f8b74486-aa49-4d53-b999-d54a5be0170f" providerId="AD" clId="Web-{8C89F58A-B6B9-F9FE-FEDC-B716841D6673}" dt="2026-04-28T00:43:15.866" v="53" actId="1076"/>
      <pc:docMkLst>
        <pc:docMk/>
      </pc:docMkLst>
      <pc:sldChg chg="addSp delSp modSp">
        <pc:chgData name="Tambone, Danilo" userId="S::pwc25003@uconn.edu::f8b74486-aa49-4d53-b999-d54a5be0170f" providerId="AD" clId="Web-{8C89F58A-B6B9-F9FE-FEDC-B716841D6673}" dt="2026-04-28T00:42:21.023" v="22" actId="20577"/>
        <pc:sldMkLst>
          <pc:docMk/>
          <pc:sldMk cId="0" sldId="257"/>
        </pc:sldMkLst>
        <pc:spChg chg="add del">
          <ac:chgData name="Tambone, Danilo" userId="S::pwc25003@uconn.edu::f8b74486-aa49-4d53-b999-d54a5be0170f" providerId="AD" clId="Web-{8C89F58A-B6B9-F9FE-FEDC-B716841D6673}" dt="2026-04-28T00:41:37.398" v="1"/>
          <ac:spMkLst>
            <pc:docMk/>
            <pc:sldMk cId="0" sldId="257"/>
            <ac:spMk id="24" creationId="{031289EB-4849-B281-D003-8DC82CF07125}"/>
          </ac:spMkLst>
        </pc:spChg>
        <pc:spChg chg="add mod">
          <ac:chgData name="Tambone, Danilo" userId="S::pwc25003@uconn.edu::f8b74486-aa49-4d53-b999-d54a5be0170f" providerId="AD" clId="Web-{8C89F58A-B6B9-F9FE-FEDC-B716841D6673}" dt="2026-04-28T00:42:21.023" v="22" actId="20577"/>
          <ac:spMkLst>
            <pc:docMk/>
            <pc:sldMk cId="0" sldId="257"/>
            <ac:spMk id="26" creationId="{2F21B821-A7CF-B925-199F-21470359FA8B}"/>
          </ac:spMkLst>
        </pc:spChg>
      </pc:sldChg>
      <pc:sldChg chg="addSp delSp modSp">
        <pc:chgData name="Tambone, Danilo" userId="S::pwc25003@uconn.edu::f8b74486-aa49-4d53-b999-d54a5be0170f" providerId="AD" clId="Web-{8C89F58A-B6B9-F9FE-FEDC-B716841D6673}" dt="2026-04-28T00:43:15.866" v="53" actId="1076"/>
        <pc:sldMkLst>
          <pc:docMk/>
          <pc:sldMk cId="0" sldId="258"/>
        </pc:sldMkLst>
        <pc:spChg chg="add del mod">
          <ac:chgData name="Tambone, Danilo" userId="S::pwc25003@uconn.edu::f8b74486-aa49-4d53-b999-d54a5be0170f" providerId="AD" clId="Web-{8C89F58A-B6B9-F9FE-FEDC-B716841D6673}" dt="2026-04-28T00:42:33.476" v="26"/>
          <ac:spMkLst>
            <pc:docMk/>
            <pc:sldMk cId="0" sldId="258"/>
            <ac:spMk id="25" creationId="{03068CEC-F2A2-0F11-24F6-FD9E3F03E2F9}"/>
          </ac:spMkLst>
        </pc:spChg>
        <pc:spChg chg="add mod">
          <ac:chgData name="Tambone, Danilo" userId="S::pwc25003@uconn.edu::f8b74486-aa49-4d53-b999-d54a5be0170f" providerId="AD" clId="Web-{8C89F58A-B6B9-F9FE-FEDC-B716841D6673}" dt="2026-04-28T00:43:15.866" v="53" actId="1076"/>
          <ac:spMkLst>
            <pc:docMk/>
            <pc:sldMk cId="0" sldId="258"/>
            <ac:spMk id="26" creationId="{A7B37C4A-05B1-BF8C-99B8-D4DD88BE77F8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3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4_0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8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1A1A2E"/>
                </a:solidFill>
                <a:latin typeface="Arial"/>
              </a:rPr>
              <a:t>FRP Distribution (MW) — Fire Events by Intensity Bin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Fire Count</c:v>
                </c:pt>
              </c:strCache>
            </c:strRef>
          </c:tx>
          <c:spPr>
            <a:solidFill>
              <a:srgbClr val="E85D0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8A0-E047-8DEC-20116A974CA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8A0-E047-8DEC-20116A974CA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8A0-E047-8DEC-20116A974CA6}"/>
              </c:ext>
            </c:extLst>
          </c:dPt>
          <c:dPt>
            <c:idx val="3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8A0-E047-8DEC-20116A974CA6}"/>
              </c:ext>
            </c:extLst>
          </c:dPt>
          <c:dPt>
            <c:idx val="4"/>
            <c:invertIfNegative val="0"/>
            <c:bubble3D val="0"/>
            <c:spPr>
              <a:solidFill>
                <a:srgbClr val="D484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8A0-E047-8DEC-20116A974CA6}"/>
              </c:ext>
            </c:extLst>
          </c:dPt>
          <c:dPt>
            <c:idx val="5"/>
            <c:invertIfNegative val="0"/>
            <c:bubble3D val="0"/>
            <c:spPr>
              <a:solidFill>
                <a:srgbClr val="B870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8A0-E047-8DEC-20116A974CA6}"/>
              </c:ext>
            </c:extLst>
          </c:dPt>
          <c:cat>
            <c:strRef>
              <c:f>Sheet1!$A$2:$A$7</c:f>
              <c:strCache>
                <c:ptCount val="6"/>
                <c:pt idx="0">
                  <c:v>0–50</c:v>
                </c:pt>
                <c:pt idx="1">
                  <c:v>50–100</c:v>
                </c:pt>
                <c:pt idx="2">
                  <c:v>100–200</c:v>
                </c:pt>
                <c:pt idx="3">
                  <c:v>200–500</c:v>
                </c:pt>
                <c:pt idx="4">
                  <c:v>500–1000</c:v>
                </c:pt>
                <c:pt idx="5">
                  <c:v>1000+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5200</c:v>
                </c:pt>
                <c:pt idx="1">
                  <c:v>3100</c:v>
                </c:pt>
                <c:pt idx="2">
                  <c:v>1800</c:v>
                </c:pt>
                <c:pt idx="3">
                  <c:v>950</c:v>
                </c:pt>
                <c:pt idx="4">
                  <c:v>320</c:v>
                </c:pt>
                <c:pt idx="5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8A0-E047-8DEC-20116A974C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1A1A2E"/>
                </a:solidFill>
                <a:latin typeface="Arial"/>
              </a:rPr>
              <a:t>Pearson Correlation with FRP (frp_mw)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FRP</c:v>
                </c:pt>
              </c:strCache>
            </c:strRef>
          </c:tx>
          <c:spPr>
            <a:solidFill>
              <a:srgbClr val="E85D0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FE4-FC42-8D30-B525ADB81FA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FE4-FC42-8D30-B525ADB81FAA}"/>
              </c:ext>
            </c:extLst>
          </c:dPt>
          <c:dPt>
            <c:idx val="2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FE4-FC42-8D30-B525ADB81FAA}"/>
              </c:ext>
            </c:extLst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FE4-FC42-8D30-B525ADB81FAA}"/>
              </c:ext>
            </c:extLst>
          </c:dPt>
          <c:dPt>
            <c:idx val="4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FE4-FC42-8D30-B525ADB81FAA}"/>
              </c:ext>
            </c:extLst>
          </c:dPt>
          <c:dPt>
            <c:idx val="5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FE4-FC42-8D30-B525ADB81FAA}"/>
              </c:ext>
            </c:extLst>
          </c:dPt>
          <c:dPt>
            <c:idx val="6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FE4-FC42-8D30-B525ADB81FAA}"/>
              </c:ext>
            </c:extLst>
          </c:dPt>
          <c:cat>
            <c:strRef>
              <c:f>Sheet1!$A$2:$A$8</c:f>
              <c:strCache>
                <c:ptCount val="7"/>
                <c:pt idx="0">
                  <c:v>brightness_k</c:v>
                </c:pt>
                <c:pt idx="1">
                  <c:v>scan_area_km2</c:v>
                </c:pt>
                <c:pt idx="2">
                  <c:v>temp_max_c</c:v>
                </c:pt>
                <c:pt idx="3">
                  <c:v>humidity_%</c:v>
                </c:pt>
                <c:pt idx="4">
                  <c:v>latitude</c:v>
                </c:pt>
                <c:pt idx="5">
                  <c:v>longitude</c:v>
                </c:pt>
                <c:pt idx="6">
                  <c:v>wind_speed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0.74</c:v>
                </c:pt>
                <c:pt idx="1">
                  <c:v>0.51</c:v>
                </c:pt>
                <c:pt idx="2">
                  <c:v>0.38</c:v>
                </c:pt>
                <c:pt idx="3">
                  <c:v>-0.28999999999999998</c:v>
                </c:pt>
                <c:pt idx="4">
                  <c:v>0.22</c:v>
                </c:pt>
                <c:pt idx="5">
                  <c:v>0.19</c:v>
                </c:pt>
                <c:pt idx="6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FE4-FC42-8D30-B525ADB81F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1A1A2E"/>
                </a:solidFill>
                <a:latin typeface="Arial"/>
              </a:rPr>
              <a:t>Top Feature Importances (Tuned Random Forest)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 Importance</c:v>
                </c:pt>
              </c:strCache>
            </c:strRef>
          </c:tx>
          <c:spPr>
            <a:solidFill>
              <a:srgbClr val="E85D0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6A0-2248-8B4B-823FE44D124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6A0-2248-8B4B-823FE44D1240}"/>
              </c:ext>
            </c:extLst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6A0-2248-8B4B-823FE44D1240}"/>
              </c:ext>
            </c:extLst>
          </c:dPt>
          <c:dPt>
            <c:idx val="3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6A0-2248-8B4B-823FE44D1240}"/>
              </c:ext>
            </c:extLst>
          </c:dPt>
          <c:dPt>
            <c:idx val="4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6A0-2248-8B4B-823FE44D1240}"/>
              </c:ext>
            </c:extLst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6A0-2248-8B4B-823FE44D1240}"/>
              </c:ext>
            </c:extLst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6A0-2248-8B4B-823FE44D1240}"/>
              </c:ext>
            </c:extLst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6A0-2248-8B4B-823FE44D1240}"/>
              </c:ext>
            </c:extLst>
          </c:dPt>
          <c:cat>
            <c:strRef>
              <c:f>Sheet1!$A$2:$A$9</c:f>
              <c:strCache>
                <c:ptCount val="8"/>
                <c:pt idx="0">
                  <c:v>longitude</c:v>
                </c:pt>
                <c:pt idx="1">
                  <c:v>latitude</c:v>
                </c:pt>
                <c:pt idx="2">
                  <c:v>humidity_%</c:v>
                </c:pt>
                <c:pt idx="3">
                  <c:v>brightness_k</c:v>
                </c:pt>
                <c:pt idx="4">
                  <c:v>temp_max_c</c:v>
                </c:pt>
                <c:pt idx="5">
                  <c:v>scan_area_km2</c:v>
                </c:pt>
                <c:pt idx="6">
                  <c:v>wind_speed</c:v>
                </c:pt>
                <c:pt idx="7">
                  <c:v>elevation_m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0.22</c:v>
                </c:pt>
                <c:pt idx="1">
                  <c:v>0.18</c:v>
                </c:pt>
                <c:pt idx="2">
                  <c:v>0.14000000000000001</c:v>
                </c:pt>
                <c:pt idx="3">
                  <c:v>0.12</c:v>
                </c:pt>
                <c:pt idx="4">
                  <c:v>0.1</c:v>
                </c:pt>
                <c:pt idx="5">
                  <c:v>0.08</c:v>
                </c:pt>
                <c:pt idx="6">
                  <c:v>0.06</c:v>
                </c:pt>
                <c:pt idx="7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6A0-2248-8B4B-823FE44D12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7AC58E5-E4EC-1BB6-4B14-6689453C11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087FC6-D9C7-D510-6271-9F690F2969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5A43A-A5FC-5C4D-AD3B-6B93FA62A21B}" type="datetimeFigureOut">
              <a:rPr lang="en-IT" smtClean="0"/>
              <a:t>04/28/2026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BA7989-915C-5FDE-F596-397DE255C6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860EC-9861-8DEE-410D-3E1A491A01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AC294-0C4D-0D45-B904-D1649875CD17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613410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096313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litaqishah/wildfire-risk-dataset-2024-2025-7-region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73152" cy="5143500"/>
          </a:xfrm>
          <a:prstGeom prst="rect">
            <a:avLst/>
          </a:prstGeom>
          <a:solidFill>
            <a:srgbClr val="F4A261">
              <a:alpha val="60000"/>
            </a:srgbClr>
          </a:solidFill>
          <a:ln w="12700">
            <a:solidFill>
              <a:srgbClr val="F4A26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RISK</a:t>
            </a:r>
            <a:endParaRPr lang="en-US" sz="540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kern="0" spc="20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540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5029200" cy="36576"/>
          </a:xfrm>
          <a:prstGeom prst="rect">
            <a:avLst/>
          </a:prstGeom>
          <a:solidFill>
            <a:srgbClr val="F4A261">
              <a:alpha val="70000"/>
            </a:srgbClr>
          </a:solidFill>
          <a:ln w="12700">
            <a:solidFill>
              <a:srgbClr val="F4A26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Fire Radiative Power (FRP) from Satellite &amp; Environmental Data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OPIM 5604  |  Group Project 2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Danilo Tambone  ·  Esha Reddy Ramireddy Gari  ·  Mohammed Rafi  ·  Wenting Wang</a:t>
            </a:r>
            <a:endParaRPr lang="en-US" sz="120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7772400" y="365760"/>
            <a:ext cx="1097280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50809" y="4823460"/>
            <a:ext cx="242374" cy="23083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r"/>
            <a:r>
              <a:rPr sz="900" b="1">
                <a:solidFill>
                  <a:schemeClr val="bg1"/>
                </a:solidFill>
              </a:rPr>
              <a:t>1</a:t>
            </a:r>
            <a:endParaRPr lang="en-US" sz="900" b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8DC8B9-DB78-EE76-BB0B-3CB13F112AA3}"/>
              </a:ext>
            </a:extLst>
          </p:cNvPr>
          <p:cNvSpPr txBox="1"/>
          <p:nvPr/>
        </p:nvSpPr>
        <p:spPr>
          <a:xfrm>
            <a:off x="7164161" y="4789714"/>
            <a:ext cx="4572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000" b="0" i="0" u="none" strike="noStrike" baseline="0">
                <a:solidFill>
                  <a:schemeClr val="bg1"/>
                </a:solidFill>
                <a:latin typeface="Calibri"/>
              </a:rPr>
              <a:t>Speaker – Danilo Tambone</a:t>
            </a:r>
            <a:r>
              <a:rPr sz="1000" b="0" i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​</a:t>
            </a:r>
            <a:endParaRPr lang="en-GB" dirty="0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en-GB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822960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02920" cy="50292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Business Problem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1097280" y="138988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predict and why it matters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502920" cy="50292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1097280" y="18745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1097280" y="21671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patterns, variable relationships, visualizations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502920" cy="50292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1097280" y="2651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 &amp; Results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1097280" y="29443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 families evaluated; best model deep-dive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502920" cy="50292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1097280" y="34290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1097280" y="37216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 for fire management agencies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502920" cy="502920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1097280" y="42062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1097280" y="44988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model details (not narrated)</a:t>
            </a:r>
            <a:endParaRPr lang="en-US" sz="1100"/>
          </a:p>
        </p:txBody>
      </p:sp>
      <p:sp>
        <p:nvSpPr>
          <p:cNvPr id="25" name="TextBox 24"/>
          <p:cNvSpPr txBox="1"/>
          <p:nvPr/>
        </p:nvSpPr>
        <p:spPr>
          <a:xfrm>
            <a:off x="8559437" y="4823460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21B821-A7CF-B925-199F-21470359FA8B}"/>
              </a:ext>
            </a:extLst>
          </p:cNvPr>
          <p:cNvSpPr txBox="1"/>
          <p:nvPr/>
        </p:nvSpPr>
        <p:spPr>
          <a:xfrm>
            <a:off x="7197102" y="4822086"/>
            <a:ext cx="1945472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000">
                <a:ea typeface="Calibri"/>
                <a:cs typeface="Calibri"/>
              </a:rPr>
              <a:t>Speaker – Danilo Tambone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Business Problem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Wildfires destroy millions of hectares annually, costing billions and threatening lives. Emergency response agencies must currently react to fires rather than prepare for them.</a:t>
            </a:r>
            <a:endParaRPr lang="en-US" sz="1200"/>
          </a:p>
          <a:p>
            <a:pPr marL="0" indent="0">
              <a:buNone/>
            </a:pP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asked: can we predict HOW INTENSE a fire will be before it spreads — enabling proactive, not reactive, resource deployment?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6576" cy="3657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4937760" y="914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937760" y="1298448"/>
            <a:ext cx="384048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i="1">
                <a:solidFill>
                  <a:srgbClr val="4A5568"/>
                </a:solidFill>
                <a:ea typeface="+mn-lt"/>
                <a:cs typeface="+mn-lt"/>
              </a:rPr>
              <a:t>Wildfire Risk Dataset 2024-2025</a:t>
            </a:r>
            <a:endParaRPr lang="en-US" i="1"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937760" y="1737360"/>
            <a:ext cx="36576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5029200" y="1783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/>
          </a:p>
        </p:txBody>
      </p:sp>
      <p:sp>
        <p:nvSpPr>
          <p:cNvPr id="11" name="Text 9"/>
          <p:cNvSpPr/>
          <p:nvPr/>
        </p:nvSpPr>
        <p:spPr>
          <a:xfrm>
            <a:off x="6217920" y="1874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Regions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4937760" y="2606040"/>
            <a:ext cx="36576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5029200" y="26517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600"/>
          </a:p>
        </p:txBody>
      </p:sp>
      <p:sp>
        <p:nvSpPr>
          <p:cNvPr id="14" name="Text 12"/>
          <p:cNvSpPr/>
          <p:nvPr/>
        </p:nvSpPr>
        <p:spPr>
          <a:xfrm>
            <a:off x="621792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(reduced to 11)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4937760" y="3474720"/>
            <a:ext cx="365760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5029200" y="3520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frp_mw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6583680" y="3611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Fire Radiative Power (MW)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457200" y="3246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Categories: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(brightness_k, scan area)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457200" y="38587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Meteorological (temp, humidity, wind)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457200" y="4151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(lat, lon, region, country)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457200" y="44439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Classification (fire_type, season)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/>
          </a:p>
        </p:txBody>
      </p:sp>
      <p:sp>
        <p:nvSpPr>
          <p:cNvPr id="24" name="TextBox 23"/>
          <p:cNvSpPr txBox="1"/>
          <p:nvPr/>
        </p:nvSpPr>
        <p:spPr>
          <a:xfrm>
            <a:off x="8593455" y="4816656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B37C4A-05B1-BF8C-99B8-D4DD88BE77F8}"/>
              </a:ext>
            </a:extLst>
          </p:cNvPr>
          <p:cNvSpPr txBox="1"/>
          <p:nvPr/>
        </p:nvSpPr>
        <p:spPr>
          <a:xfrm>
            <a:off x="7217195" y="4799682"/>
            <a:ext cx="1742157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000">
                <a:ea typeface="Calibri"/>
                <a:cs typeface="Calibri"/>
              </a:rPr>
              <a:t>Speaker – Danilo Tambone</a:t>
            </a:r>
            <a:endParaRPr lang="en-GB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Understanding Fire Intensity (FRP)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74320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743200" cy="9144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~3,000</a:t>
            </a:r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FRP (MW)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457200" y="18928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wildfire events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3383280" y="960120"/>
            <a:ext cx="274320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3383280" y="960120"/>
            <a:ext cx="2743200" cy="9144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383280" y="10515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9.79%</a:t>
            </a:r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3383280" y="16276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Rate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3383280" y="18928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IQR method — retained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6309360" y="960120"/>
            <a:ext cx="274320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6309360" y="960120"/>
            <a:ext cx="2743200" cy="9144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6309360" y="10515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</a:t>
            </a:r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6309360" y="16276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6309360" y="18928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fires &lt; 200 MW</a:t>
            </a:r>
            <a:endParaRPr lang="en-US" sz="950"/>
          </a:p>
        </p:txBody>
      </p:sp>
      <p:graphicFrame>
        <p:nvGraphicFramePr>
          <p:cNvPr id="19" name="Chart 0"/>
          <p:cNvGraphicFramePr/>
          <p:nvPr/>
        </p:nvGraphicFramePr>
        <p:xfrm>
          <a:off x="457200" y="2331720"/>
          <a:ext cx="5029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 17"/>
          <p:cNvSpPr/>
          <p:nvPr/>
        </p:nvSpPr>
        <p:spPr>
          <a:xfrm>
            <a:off x="5669280" y="2331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/>
          </a:p>
        </p:txBody>
      </p:sp>
      <p:sp>
        <p:nvSpPr>
          <p:cNvPr id="21" name="Text 18"/>
          <p:cNvSpPr/>
          <p:nvPr/>
        </p:nvSpPr>
        <p:spPr>
          <a:xfrm>
            <a:off x="5669280" y="2743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 majority of fires cluster below 200 MW — the distribution is heavily right-skewed</a:t>
            </a:r>
            <a:endParaRPr lang="en-US" sz="1050"/>
          </a:p>
        </p:txBody>
      </p:sp>
      <p:sp>
        <p:nvSpPr>
          <p:cNvPr id="22" name="Text 19"/>
          <p:cNvSpPr/>
          <p:nvPr/>
        </p:nvSpPr>
        <p:spPr>
          <a:xfrm>
            <a:off x="5669280" y="32735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fires (1,000+ MW) are rare but represent disproportionate destruction</a:t>
            </a:r>
            <a:endParaRPr lang="en-US" sz="1050"/>
          </a:p>
        </p:txBody>
      </p:sp>
      <p:sp>
        <p:nvSpPr>
          <p:cNvPr id="23" name="Text 20"/>
          <p:cNvSpPr/>
          <p:nvPr/>
        </p:nvSpPr>
        <p:spPr>
          <a:xfrm>
            <a:off x="5669280" y="380390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9.79% IQR outliers were retained — they represent real, catastrophic events, not errors</a:t>
            </a:r>
            <a:endParaRPr lang="en-US" sz="1050"/>
          </a:p>
        </p:txBody>
      </p:sp>
      <p:sp>
        <p:nvSpPr>
          <p:cNvPr id="24" name="Text 21"/>
          <p:cNvSpPr/>
          <p:nvPr/>
        </p:nvSpPr>
        <p:spPr>
          <a:xfrm>
            <a:off x="5669280" y="433425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Log-transformation applied in advanced models to stabilize variance</a:t>
            </a:r>
            <a:endParaRPr lang="en-US" sz="1050"/>
          </a:p>
        </p:txBody>
      </p:sp>
      <p:sp>
        <p:nvSpPr>
          <p:cNvPr id="25" name="Text 2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/>
          </a:p>
        </p:txBody>
      </p:sp>
      <p:sp>
        <p:nvSpPr>
          <p:cNvPr id="26" name="TextBox 25"/>
          <p:cNvSpPr txBox="1"/>
          <p:nvPr/>
        </p:nvSpPr>
        <p:spPr>
          <a:xfrm>
            <a:off x="8545830" y="4816656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E5902E-33CF-D56F-707D-8EF685669B39}"/>
              </a:ext>
            </a:extLst>
          </p:cNvPr>
          <p:cNvSpPr txBox="1"/>
          <p:nvPr/>
        </p:nvSpPr>
        <p:spPr>
          <a:xfrm>
            <a:off x="7197102" y="4822086"/>
            <a:ext cx="1945472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000">
                <a:ea typeface="Calibri"/>
                <a:cs typeface="Calibri"/>
              </a:rPr>
              <a:t>Speaker – </a:t>
            </a:r>
            <a:r>
              <a:rPr lang="en-GB" sz="1000" err="1">
                <a:ea typeface="Calibri"/>
                <a:cs typeface="Calibri"/>
              </a:rPr>
              <a:t>Wenting</a:t>
            </a:r>
            <a:r>
              <a:rPr lang="en-GB" sz="1000">
                <a:ea typeface="Calibri"/>
                <a:cs typeface="Calibri"/>
              </a:rPr>
              <a:t> Wang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Key Variable Relationships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960120"/>
          <a:ext cx="51206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960120"/>
            <a:ext cx="301752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0515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5508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Dominates</a:t>
            </a:r>
            <a:endParaRPr lang="en-US" sz="1200"/>
          </a:p>
        </p:txBody>
      </p:sp>
      <p:sp>
        <p:nvSpPr>
          <p:cNvPr id="8" name="Text 4"/>
          <p:cNvSpPr/>
          <p:nvPr/>
        </p:nvSpPr>
        <p:spPr>
          <a:xfrm>
            <a:off x="5897880" y="1417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brightness_k (satellite temperature) has the strongest correlation with FRP at r = 0.74. It is the single best predictor and was force-retained across all model iterations.</a:t>
            </a:r>
            <a:endParaRPr lang="en-US" sz="1000"/>
          </a:p>
        </p:txBody>
      </p:sp>
      <p:sp>
        <p:nvSpPr>
          <p:cNvPr id="9" name="Shape 5"/>
          <p:cNvSpPr/>
          <p:nvPr/>
        </p:nvSpPr>
        <p:spPr>
          <a:xfrm>
            <a:off x="5760720" y="2240280"/>
            <a:ext cx="301752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23317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5508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Matters</a:t>
            </a:r>
            <a:endParaRPr lang="en-US" sz="1200"/>
          </a:p>
        </p:txBody>
      </p:sp>
      <p:sp>
        <p:nvSpPr>
          <p:cNvPr id="12" name="Text 7"/>
          <p:cNvSpPr/>
          <p:nvPr/>
        </p:nvSpPr>
        <p:spPr>
          <a:xfrm>
            <a:off x="5897880" y="2697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and longitude are significant predictors. Fire intensity is highly localized — specific geographic zones consistently produce more destructive fires.</a:t>
            </a:r>
            <a:endParaRPr lang="en-US" sz="1000"/>
          </a:p>
        </p:txBody>
      </p:sp>
      <p:sp>
        <p:nvSpPr>
          <p:cNvPr id="13" name="Shape 8"/>
          <p:cNvSpPr/>
          <p:nvPr/>
        </p:nvSpPr>
        <p:spPr>
          <a:xfrm>
            <a:off x="5760720" y="3520440"/>
            <a:ext cx="3017520" cy="1143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0" y="361188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55080" y="3611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Is Protective</a:t>
            </a:r>
            <a:endParaRPr lang="en-US" sz="1200"/>
          </a:p>
        </p:txBody>
      </p:sp>
      <p:sp>
        <p:nvSpPr>
          <p:cNvPr id="16" name="Text 10"/>
          <p:cNvSpPr/>
          <p:nvPr/>
        </p:nvSpPr>
        <p:spPr>
          <a:xfrm>
            <a:off x="5897880" y="3977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shows a negative correlation (r = −0.29). Drier conditions amplify fire intensity, making it a key variable for early-warning thresholds.</a:t>
            </a:r>
            <a:endParaRPr lang="en-US" sz="1000"/>
          </a:p>
        </p:txBody>
      </p:sp>
      <p:sp>
        <p:nvSpPr>
          <p:cNvPr id="17" name="Text 11"/>
          <p:cNvSpPr/>
          <p:nvPr/>
        </p:nvSpPr>
        <p:spPr>
          <a:xfrm>
            <a:off x="18288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term temp_max_c × Bushfire was statistically significant (p &lt; 0.05) and retained in the linear model.</a:t>
            </a:r>
            <a:endParaRPr lang="en-US" sz="950"/>
          </a:p>
        </p:txBody>
      </p:sp>
      <p:sp>
        <p:nvSpPr>
          <p:cNvPr id="18" name="Text 1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/>
          </a:p>
        </p:txBody>
      </p:sp>
      <p:sp>
        <p:nvSpPr>
          <p:cNvPr id="19" name="TextBox 18"/>
          <p:cNvSpPr txBox="1"/>
          <p:nvPr/>
        </p:nvSpPr>
        <p:spPr>
          <a:xfrm>
            <a:off x="8566241" y="4816656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70373E-20A0-54D4-552C-A7D7DB2473F9}"/>
              </a:ext>
            </a:extLst>
          </p:cNvPr>
          <p:cNvSpPr txBox="1"/>
          <p:nvPr/>
        </p:nvSpPr>
        <p:spPr>
          <a:xfrm>
            <a:off x="7197102" y="4822086"/>
            <a:ext cx="1945472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000">
                <a:ea typeface="Calibri"/>
                <a:cs typeface="Calibri"/>
              </a:rPr>
              <a:t>Speaker – </a:t>
            </a:r>
            <a:r>
              <a:rPr lang="en-GB" sz="1000" err="1">
                <a:ea typeface="Calibri"/>
                <a:cs typeface="Calibri"/>
              </a:rPr>
              <a:t>Wenting</a:t>
            </a:r>
            <a:r>
              <a:rPr lang="en-GB" sz="1000">
                <a:ea typeface="Calibri"/>
                <a:cs typeface="Calibri"/>
              </a:rPr>
              <a:t> Wang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Categorical Predictors &amp; Fire Intensity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2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Bushfires produce ~3.6× higher median FRP than agricultural fires — fire type is the most actionable categorical predictor</a:t>
            </a:r>
            <a:endParaRPr lang="en-US" sz="1050"/>
          </a:p>
        </p:txBody>
      </p:sp>
      <p:sp>
        <p:nvSpPr>
          <p:cNvPr id="7" name="Text 3"/>
          <p:cNvSpPr/>
          <p:nvPr/>
        </p:nvSpPr>
        <p:spPr>
          <a:xfrm>
            <a:off x="457200" y="41330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Australasia and Sub-Saharan Africa are the highest-intensity regions; agencies there require the most resource pre-positioning</a:t>
            </a:r>
            <a:endParaRPr lang="en-US" sz="1050"/>
          </a:p>
        </p:txBody>
      </p:sp>
      <p:sp>
        <p:nvSpPr>
          <p:cNvPr id="8" name="Text 4"/>
          <p:cNvSpPr/>
          <p:nvPr/>
        </p:nvSpPr>
        <p:spPr>
          <a:xfrm>
            <a:off x="457200" y="447141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cardinality reduced from 35 → 11 categories (top 10 + Other) using a 1% frequency threshold to improve model stability</a:t>
            </a:r>
            <a:endParaRPr lang="en-US" sz="1050"/>
          </a:p>
        </p:txBody>
      </p:sp>
      <p:sp>
        <p:nvSpPr>
          <p:cNvPr id="9" name="Text 5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/>
          </a:p>
        </p:txBody>
      </p:sp>
      <p:sp>
        <p:nvSpPr>
          <p:cNvPr id="10" name="TextBox 9"/>
          <p:cNvSpPr txBox="1"/>
          <p:nvPr/>
        </p:nvSpPr>
        <p:spPr>
          <a:xfrm>
            <a:off x="8545830" y="4816656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A1A2E"/>
                </a:solidFill>
              </a:rPr>
              <a:t>6</a:t>
            </a:r>
          </a:p>
        </p:txBody>
      </p:sp>
      <p:pic>
        <p:nvPicPr>
          <p:cNvPr id="11" name="Picture 10" descr="boxplot_fire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4206240" cy="2926080"/>
          </a:xfrm>
          <a:prstGeom prst="rect">
            <a:avLst/>
          </a:prstGeom>
        </p:spPr>
      </p:pic>
      <p:pic>
        <p:nvPicPr>
          <p:cNvPr id="12" name="Picture 11" descr="boxplot_reg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914400"/>
            <a:ext cx="4206240" cy="29260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CF6766-E6B1-15D4-58C9-FBB5B7D5BAF8}"/>
              </a:ext>
            </a:extLst>
          </p:cNvPr>
          <p:cNvSpPr txBox="1"/>
          <p:nvPr/>
        </p:nvSpPr>
        <p:spPr>
          <a:xfrm>
            <a:off x="7197102" y="4822086"/>
            <a:ext cx="1945472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000">
                <a:ea typeface="Calibri"/>
                <a:cs typeface="Calibri"/>
              </a:rPr>
              <a:t>Speaker – </a:t>
            </a:r>
            <a:r>
              <a:rPr lang="en-GB" sz="1000" err="1">
                <a:ea typeface="Calibri"/>
                <a:cs typeface="Calibri"/>
              </a:rPr>
              <a:t>Wenting</a:t>
            </a:r>
            <a:r>
              <a:rPr lang="en-GB" sz="1000">
                <a:ea typeface="Calibri"/>
                <a:cs typeface="Calibri"/>
              </a:rPr>
              <a:t> Wang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Split: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1828800" y="914400"/>
            <a:ext cx="155448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1828800" y="9144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3657600" y="914400"/>
            <a:ext cx="1554480" cy="64008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3657600" y="9144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5486400" y="914400"/>
            <a:ext cx="1554480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5486400" y="9144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/>
          </a:p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457200" y="16276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tuned via GridSearchCV (3-fold CV) and evaluated on RMSE, R², Actual vs. Predicted, and Residuals for all three partitions.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2029968"/>
            <a:ext cx="1554480" cy="281635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457200" y="2029968"/>
            <a:ext cx="155448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457200" y="20299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548640" y="254203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1371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iterations: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→ Backward Elimination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Interaction Terms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2139696" y="2029968"/>
            <a:ext cx="1554480" cy="281635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2139696" y="2029968"/>
            <a:ext cx="15544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2139696" y="20299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/>
          </a:p>
        </p:txBody>
      </p:sp>
      <p:sp>
        <p:nvSpPr>
          <p:cNvPr id="20" name="Text 18"/>
          <p:cNvSpPr/>
          <p:nvPr/>
        </p:nvSpPr>
        <p:spPr>
          <a:xfrm>
            <a:off x="2231136" y="254203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Tree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2231136" y="3200400"/>
            <a:ext cx="1371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800">
                <a:solidFill>
                  <a:srgbClr val="1A1A2E"/>
                </a:solidFill>
              </a:rPr>
              <a:t>Best params: n_estimators=100, learning_rate=0.10,</a:t>
            </a:r>
            <a:endParaRPr lang="en-US" sz="950"/>
          </a:p>
          <a:p>
            <a:r>
              <a:rPr sz="800">
                <a:solidFill>
                  <a:srgbClr val="1A1A2E"/>
                </a:solidFill>
              </a:rPr>
              <a:t>max_depth=3, min_samples_split=5</a:t>
            </a:r>
          </a:p>
        </p:txBody>
      </p:sp>
      <p:sp>
        <p:nvSpPr>
          <p:cNvPr id="22" name="Shape 20"/>
          <p:cNvSpPr/>
          <p:nvPr/>
        </p:nvSpPr>
        <p:spPr>
          <a:xfrm>
            <a:off x="3822192" y="2029968"/>
            <a:ext cx="1554480" cy="281635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822192" y="2029968"/>
            <a:ext cx="15544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3822192" y="20299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/>
          </a:p>
        </p:txBody>
      </p:sp>
      <p:sp>
        <p:nvSpPr>
          <p:cNvPr id="25" name="Text 23"/>
          <p:cNvSpPr/>
          <p:nvPr/>
        </p:nvSpPr>
        <p:spPr>
          <a:xfrm>
            <a:off x="3913632" y="254203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3913632" y="3200400"/>
            <a:ext cx="1371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800">
                <a:solidFill>
                  <a:srgbClr val="1A1A2E"/>
                </a:solidFill>
              </a:rPr>
              <a:t>Best params: n_neighbors=7 (K=7),</a:t>
            </a:r>
            <a:endParaRPr lang="en-US" sz="950"/>
          </a:p>
          <a:p>
            <a:r>
              <a:rPr sz="800">
                <a:solidFill>
                  <a:srgbClr val="1A1A2E"/>
                </a:solidFill>
              </a:rPr>
              <a:t>weights=distance, metric=euclidean</a:t>
            </a:r>
          </a:p>
        </p:txBody>
      </p:sp>
      <p:sp>
        <p:nvSpPr>
          <p:cNvPr id="27" name="Shape 25"/>
          <p:cNvSpPr/>
          <p:nvPr/>
        </p:nvSpPr>
        <p:spPr>
          <a:xfrm>
            <a:off x="5504688" y="2029968"/>
            <a:ext cx="1554480" cy="281635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5504688" y="2029968"/>
            <a:ext cx="1554480" cy="4572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5504688" y="20299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/>
          </a:p>
        </p:txBody>
      </p:sp>
      <p:sp>
        <p:nvSpPr>
          <p:cNvPr id="30" name="Text 28"/>
          <p:cNvSpPr/>
          <p:nvPr/>
        </p:nvSpPr>
        <p:spPr>
          <a:xfrm>
            <a:off x="5596128" y="254203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(Tuned ★)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5596128" y="3200400"/>
            <a:ext cx="1371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800">
                <a:solidFill>
                  <a:srgbClr val="1A1A2E"/>
                </a:solidFill>
              </a:rPr>
              <a:t>Best params: n_estimators=200, max_depth=15,</a:t>
            </a:r>
            <a:endParaRPr lang="en-US" sz="950"/>
          </a:p>
          <a:p>
            <a:r>
              <a:rPr sz="800">
                <a:solidFill>
                  <a:srgbClr val="1A1A2E"/>
                </a:solidFill>
              </a:rPr>
              <a:t>min_samples_split=5</a:t>
            </a:r>
          </a:p>
        </p:txBody>
      </p:sp>
      <p:sp>
        <p:nvSpPr>
          <p:cNvPr id="32" name="Shape 30"/>
          <p:cNvSpPr/>
          <p:nvPr/>
        </p:nvSpPr>
        <p:spPr>
          <a:xfrm>
            <a:off x="7187184" y="2029968"/>
            <a:ext cx="1554480" cy="281635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7187184" y="2029968"/>
            <a:ext cx="155448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7187184" y="20299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/>
          </a:p>
        </p:txBody>
      </p:sp>
      <p:sp>
        <p:nvSpPr>
          <p:cNvPr id="35" name="Text 33"/>
          <p:cNvSpPr/>
          <p:nvPr/>
        </p:nvSpPr>
        <p:spPr>
          <a:xfrm>
            <a:off x="7278624" y="254203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(MLP)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7278624" y="3200400"/>
            <a:ext cx="1371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800">
                <a:solidFill>
                  <a:srgbClr val="1A1A2E"/>
                </a:solidFill>
              </a:rPr>
              <a:t>Best params: hidden_layers=(100,50),</a:t>
            </a:r>
            <a:endParaRPr lang="en-US" sz="950"/>
          </a:p>
          <a:p>
            <a:r>
              <a:rPr sz="800">
                <a:solidFill>
                  <a:srgbClr val="1A1A2E"/>
                </a:solidFill>
              </a:rPr>
              <a:t>learning_rate=0.001, alpha=0.001</a:t>
            </a:r>
          </a:p>
        </p:txBody>
      </p:sp>
      <p:sp>
        <p:nvSpPr>
          <p:cNvPr id="37" name="Text 35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/>
          </a:p>
        </p:txBody>
      </p:sp>
      <p:sp>
        <p:nvSpPr>
          <p:cNvPr id="38" name="TextBox 37"/>
          <p:cNvSpPr txBox="1"/>
          <p:nvPr/>
        </p:nvSpPr>
        <p:spPr>
          <a:xfrm>
            <a:off x="8545830" y="4843871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A156AA-0FB2-32C1-B137-17A3D148F526}"/>
              </a:ext>
            </a:extLst>
          </p:cNvPr>
          <p:cNvSpPr txBox="1"/>
          <p:nvPr/>
        </p:nvSpPr>
        <p:spPr>
          <a:xfrm>
            <a:off x="7197102" y="4822086"/>
            <a:ext cx="1945472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000">
                <a:ea typeface="Calibri"/>
                <a:cs typeface="Calibri"/>
              </a:rPr>
              <a:t>Speaker – </a:t>
            </a:r>
            <a:r>
              <a:rPr lang="en-GB" sz="1000" err="1">
                <a:ea typeface="Calibri"/>
                <a:cs typeface="Calibri"/>
              </a:rPr>
              <a:t>Wenting</a:t>
            </a:r>
            <a:r>
              <a:rPr lang="en-GB" sz="1000">
                <a:ea typeface="Calibri"/>
                <a:cs typeface="Calibri"/>
              </a:rPr>
              <a:t> Wang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321040" cy="332841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RMSE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RMSE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RMSE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R²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 (Baseline)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1A1A2E"/>
                          </a:solidFill>
                        </a:rPr>
                        <a:t>~115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117.21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Boosted Tree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90.52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1A1A2E"/>
                          </a:solidFill>
                        </a:rPr>
                        <a:t>~102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101.32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(Basic)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31.85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1A1A2E"/>
                          </a:solidFill>
                        </a:rPr>
                        <a:t>~87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85.63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 (Tuned)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81.68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84.02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🏆 Random Forest (Tuned)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>
                          <a:solidFill>
                            <a:srgbClr val="1A1A2E"/>
                          </a:solidFill>
                        </a:rPr>
                        <a:t>~86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E85D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83.94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E85D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343400"/>
            <a:ext cx="832104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3"/>
          <p:cNvSpPr/>
          <p:nvPr/>
        </p:nvSpPr>
        <p:spPr>
          <a:xfrm>
            <a:off x="594360" y="440740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 improvement in R² over baseline (0.735 vs 0.026). The Tuned Random Forest edges the Neural Network by 0.08 RMSE — selected for interpretability via feature importances.</a:t>
            </a:r>
            <a:endParaRPr lang="en-US" sz="1150"/>
          </a:p>
        </p:txBody>
      </p:sp>
      <p:sp>
        <p:nvSpPr>
          <p:cNvPr id="7" name="Text 4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/>
          </a:p>
        </p:txBody>
      </p:sp>
      <p:sp>
        <p:nvSpPr>
          <p:cNvPr id="10" name="TextBox 9"/>
          <p:cNvSpPr txBox="1"/>
          <p:nvPr/>
        </p:nvSpPr>
        <p:spPr>
          <a:xfrm>
            <a:off x="8573044" y="4843871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7B133-7DC5-8691-04BC-2C088F45DB18}"/>
              </a:ext>
            </a:extLst>
          </p:cNvPr>
          <p:cNvSpPr txBox="1"/>
          <p:nvPr/>
        </p:nvSpPr>
        <p:spPr>
          <a:xfrm>
            <a:off x="7349094" y="4951761"/>
            <a:ext cx="2448666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000" dirty="0">
                <a:ea typeface="Calibri"/>
                <a:cs typeface="Calibri"/>
              </a:rPr>
              <a:t>Speaker </a:t>
            </a:r>
            <a:r>
              <a:rPr lang="en-GB" sz="1000">
                <a:ea typeface="Calibri"/>
                <a:cs typeface="Calibri"/>
              </a:rPr>
              <a:t>- Mohamme</a:t>
            </a:r>
            <a:r>
              <a:rPr lang="en-GB" sz="1000"/>
              <a:t>d</a:t>
            </a:r>
            <a:r>
              <a:rPr lang="en-GB" sz="1000">
                <a:ea typeface="Calibri"/>
                <a:cs typeface="Calibri"/>
              </a:rPr>
              <a:t> Rafi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Tuned Random Forest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960120"/>
          <a:ext cx="5029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669280" y="960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300"/>
          </a:p>
        </p:txBody>
      </p:sp>
      <p:sp>
        <p:nvSpPr>
          <p:cNvPr id="6" name="Shape 3"/>
          <p:cNvSpPr/>
          <p:nvPr/>
        </p:nvSpPr>
        <p:spPr>
          <a:xfrm>
            <a:off x="5669280" y="1325880"/>
            <a:ext cx="310896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7" name="Text 4"/>
          <p:cNvSpPr/>
          <p:nvPr/>
        </p:nvSpPr>
        <p:spPr>
          <a:xfrm>
            <a:off x="5806440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7406640" y="13716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83.94 MW</a:t>
            </a:r>
            <a:endParaRPr lang="en-US" sz="1500"/>
          </a:p>
        </p:txBody>
      </p:sp>
      <p:sp>
        <p:nvSpPr>
          <p:cNvPr id="9" name="Shape 6"/>
          <p:cNvSpPr/>
          <p:nvPr/>
        </p:nvSpPr>
        <p:spPr>
          <a:xfrm>
            <a:off x="5669280" y="1965960"/>
            <a:ext cx="310896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0" name="Text 7"/>
          <p:cNvSpPr/>
          <p:nvPr/>
        </p:nvSpPr>
        <p:spPr>
          <a:xfrm>
            <a:off x="5806440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7406640" y="20116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0.735</a:t>
            </a:r>
            <a:endParaRPr lang="en-US" sz="1500"/>
          </a:p>
        </p:txBody>
      </p:sp>
      <p:sp>
        <p:nvSpPr>
          <p:cNvPr id="12" name="Shape 9"/>
          <p:cNvSpPr/>
          <p:nvPr/>
        </p:nvSpPr>
        <p:spPr>
          <a:xfrm>
            <a:off x="5669280" y="2606040"/>
            <a:ext cx="310896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3" name="Text 10"/>
          <p:cNvSpPr/>
          <p:nvPr/>
        </p:nvSpPr>
        <p:spPr>
          <a:xfrm>
            <a:off x="5806440" y="2651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RMSE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7406640" y="26517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60.08 MW</a:t>
            </a:r>
            <a:endParaRPr lang="en-US" sz="1500"/>
          </a:p>
        </p:txBody>
      </p:sp>
      <p:sp>
        <p:nvSpPr>
          <p:cNvPr id="15" name="Text 12"/>
          <p:cNvSpPr/>
          <p:nvPr/>
        </p:nvSpPr>
        <p:spPr>
          <a:xfrm>
            <a:off x="5669280" y="3291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Parameters</a:t>
            </a:r>
            <a:endParaRPr lang="en-US" sz="1300"/>
          </a:p>
        </p:txBody>
      </p:sp>
      <p:sp>
        <p:nvSpPr>
          <p:cNvPr id="16" name="Text 13"/>
          <p:cNvSpPr/>
          <p:nvPr/>
        </p:nvSpPr>
        <p:spPr>
          <a:xfrm>
            <a:off x="5669280" y="36576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 optimized via GridSearchCV</a:t>
            </a:r>
            <a:endParaRPr lang="en-US" sz="1000"/>
          </a:p>
        </p:txBody>
      </p:sp>
      <p:sp>
        <p:nvSpPr>
          <p:cNvPr id="17" name="Text 14"/>
          <p:cNvSpPr/>
          <p:nvPr/>
        </p:nvSpPr>
        <p:spPr>
          <a:xfrm>
            <a:off x="5669280" y="39319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max_depth: controls tree depth to prevent overfit</a:t>
            </a:r>
            <a:endParaRPr lang="en-US" sz="1000"/>
          </a:p>
        </p:txBody>
      </p:sp>
      <p:sp>
        <p:nvSpPr>
          <p:cNvPr id="18" name="Text 15"/>
          <p:cNvSpPr/>
          <p:nvPr/>
        </p:nvSpPr>
        <p:spPr>
          <a:xfrm>
            <a:off x="5669280" y="42062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min_samples_split: limits node splitting</a:t>
            </a:r>
            <a:endParaRPr lang="en-US" sz="1000"/>
          </a:p>
        </p:txBody>
      </p:sp>
      <p:sp>
        <p:nvSpPr>
          <p:cNvPr id="19" name="Text 16"/>
          <p:cNvSpPr/>
          <p:nvPr/>
        </p:nvSpPr>
        <p:spPr>
          <a:xfrm>
            <a:off x="5669280" y="44805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gap reduced: 31.85 → 60.08 (train)</a:t>
            </a:r>
            <a:endParaRPr lang="en-US" sz="1000"/>
          </a:p>
        </p:txBody>
      </p:sp>
      <p:sp>
        <p:nvSpPr>
          <p:cNvPr id="20" name="Text 17"/>
          <p:cNvSpPr/>
          <p:nvPr/>
        </p:nvSpPr>
        <p:spPr>
          <a:xfrm>
            <a:off x="457200" y="4187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(lat/lon) accounts for ~40% of predictive power — fires are inherently spatial phenomena.</a:t>
            </a:r>
            <a:endParaRPr lang="en-US" sz="950"/>
          </a:p>
        </p:txBody>
      </p:sp>
      <p:sp>
        <p:nvSpPr>
          <p:cNvPr id="21" name="Text 18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/>
          </a:p>
        </p:txBody>
      </p:sp>
      <p:sp>
        <p:nvSpPr>
          <p:cNvPr id="22" name="TextBox 21"/>
          <p:cNvSpPr txBox="1"/>
          <p:nvPr/>
        </p:nvSpPr>
        <p:spPr>
          <a:xfrm>
            <a:off x="8545830" y="4816656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A1A2E"/>
                </a:solidFill>
              </a:rPr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367547-D6EE-FE54-CB6D-EB277F60E266}"/>
              </a:ext>
            </a:extLst>
          </p:cNvPr>
          <p:cNvSpPr txBox="1"/>
          <p:nvPr/>
        </p:nvSpPr>
        <p:spPr>
          <a:xfrm>
            <a:off x="6919232" y="4803321"/>
            <a:ext cx="4572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000" b="0" i="0" u="none" strike="noStrike" baseline="0">
                <a:solidFill>
                  <a:srgbClr val="000000"/>
                </a:solidFill>
                <a:latin typeface="Calibri"/>
              </a:rPr>
              <a:t>Speaker - Mohammed Rafi</a:t>
            </a:r>
            <a:r>
              <a:rPr sz="10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​</a:t>
            </a:r>
            <a:endParaRPr lang="en-GB"/>
          </a:p>
          <a:p>
            <a:pPr algn="ctr"/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feature importances from the winning model and EDA patterns — not just model usage</a:t>
            </a:r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321040" cy="111556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3152" cy="1115568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1234440" y="13258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Pre-Positioning of Resources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640080" y="167335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Longitude and Latitude are the top two predictors (combined ~40% importance). Map historical high-FRP coordinate clusters and pre-deploy firefighting assets — water bombers, ground crews, sensor arrays — to these specific zones before peak fire season, rather than distributing resources uniformly across a region.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457200" y="2496312"/>
            <a:ext cx="8321040" cy="111556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457200" y="2496312"/>
            <a:ext cx="73152" cy="11155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640080" y="254203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1234440" y="258775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Humidity-Based Alert Thresholds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640080" y="2935224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is the strongest meteorological predictor (negative correlation, 14% importance). Implement automated systems that trigger burn bans, logging halts, and increased satellite monitoring frequency when local humidity forecasts fall below defined thresholds in high-risk geographic zones — combining both top feature insights.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457200" y="3758184"/>
            <a:ext cx="8321040" cy="111556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457200" y="3758184"/>
            <a:ext cx="73152" cy="11155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640080" y="380390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1234440" y="3849624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GIS Fire Intensity Risk Scoring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640080" y="4197096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Tuned Random Forest into a live GIS dashboard ingesting real-time meteorological and satellite data. The system would generate a continuous FRP Risk Score — predicting not just where a fire may ignite, but how intense it is likely to become — enabling tiered emergency response protocols before a fire reaches crisis scale.</a:t>
            </a:r>
            <a:endParaRPr lang="en-US" sz="1050"/>
          </a:p>
        </p:txBody>
      </p:sp>
      <p:sp>
        <p:nvSpPr>
          <p:cNvPr id="21" name="TextBox 20"/>
          <p:cNvSpPr txBox="1"/>
          <p:nvPr/>
        </p:nvSpPr>
        <p:spPr>
          <a:xfrm>
            <a:off x="8691246" y="4837067"/>
            <a:ext cx="30008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BB70B9-BB54-4963-4959-ADECBB00FB4E}"/>
              </a:ext>
            </a:extLst>
          </p:cNvPr>
          <p:cNvSpPr txBox="1"/>
          <p:nvPr/>
        </p:nvSpPr>
        <p:spPr>
          <a:xfrm>
            <a:off x="6350001" y="4872264"/>
            <a:ext cx="4221842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0" i="0" u="none" strike="noStrike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Speaker – </a:t>
            </a:r>
            <a:r>
              <a:rPr lang="en-US" sz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Esha Reddy </a:t>
            </a:r>
            <a:r>
              <a:rPr lang="en-US" sz="12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Ramireddy</a:t>
            </a:r>
            <a:r>
              <a:rPr lang="en-US" sz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Gari</a:t>
            </a:r>
            <a:endParaRPr lang="en-US" sz="1200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A9F902-EE01-38B0-C313-E868B1474466}"/>
              </a:ext>
            </a:extLst>
          </p:cNvPr>
          <p:cNvSpPr txBox="1"/>
          <p:nvPr/>
        </p:nvSpPr>
        <p:spPr>
          <a:xfrm>
            <a:off x="649706" y="1298448"/>
            <a:ext cx="4572000" cy="26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6000"/>
              </a:lnSpc>
              <a:spcBef>
                <a:spcPts val="600"/>
              </a:spcBef>
              <a:spcAft>
                <a:spcPts val="600"/>
              </a:spcAft>
              <a:buSzPct val="100000"/>
              <a:buChar char="•"/>
            </a:pPr>
            <a:r>
              <a:rPr lang="en-US" sz="1000">
                <a:solidFill>
                  <a:srgbClr val="4A5568"/>
                </a:solidFill>
                <a:latin typeface="Calibri" pitchFamily="34" charset="0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Wildfire Risk Dataset 2024-2025 | 7 Regions</a:t>
            </a:r>
            <a:r>
              <a:rPr lang="en-US" sz="100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 - </a:t>
            </a:r>
            <a:r>
              <a:rPr lang="en-GB" sz="1000">
                <a:solidFill>
                  <a:srgbClr val="4A5568"/>
                </a:solidFill>
                <a:latin typeface="Calibri" pitchFamily="34" charset="0"/>
                <a:cs typeface="Calibri" pitchFamily="34" charset="-120"/>
              </a:rPr>
              <a:t>Kaggle</a:t>
            </a:r>
            <a:endParaRPr lang="en-IT" sz="1000">
              <a:solidFill>
                <a:srgbClr val="4A5568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45830" y="4816656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A1A2E"/>
                </a:solidFill>
              </a:rPr>
              <a:t>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62C683-9D6E-ACFA-939C-271E362298B2}"/>
              </a:ext>
            </a:extLst>
          </p:cNvPr>
          <p:cNvSpPr txBox="1"/>
          <p:nvPr/>
        </p:nvSpPr>
        <p:spPr>
          <a:xfrm>
            <a:off x="6225268" y="4796518"/>
            <a:ext cx="3109233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0" i="0" u="none" strike="noStrike" baseline="0" dirty="0">
                <a:latin typeface="Calibri"/>
              </a:rPr>
              <a:t>Speaker – Esha Reddy </a:t>
            </a:r>
            <a:r>
              <a:rPr lang="en-US" sz="1200" b="0" i="0" u="none" strike="noStrike" baseline="0" dirty="0" err="1">
                <a:latin typeface="Calibri"/>
              </a:rPr>
              <a:t>Ramireddy</a:t>
            </a:r>
            <a:r>
              <a:rPr lang="en-US" sz="1200" b="0" i="0" u="none" strike="noStrike" baseline="0" dirty="0">
                <a:latin typeface="Calibri"/>
              </a:rPr>
              <a:t> Gari</a:t>
            </a:r>
            <a:r>
              <a:rPr sz="1200" b="0" i="0" dirty="0">
                <a:latin typeface="Calibri"/>
                <a:ea typeface="Calibri"/>
                <a:cs typeface="Calibri"/>
              </a:rPr>
              <a:t>​</a:t>
            </a:r>
            <a:endParaRPr lang="en-GB" dirty="0">
              <a:ea typeface="Calibri"/>
              <a:cs typeface="Calibri"/>
            </a:endParaRPr>
          </a:p>
          <a:p>
            <a:pPr algn="ctr"/>
            <a:endParaRPr lang="en-GB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73152" cy="1371600"/>
          </a:xfrm>
          <a:prstGeom prst="rect">
            <a:avLst/>
          </a:prstGeom>
          <a:solidFill>
            <a:srgbClr val="8A9BB0"/>
          </a:solidFill>
          <a:ln w="12700">
            <a:solidFill>
              <a:srgbClr val="8A9BB0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2004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60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32004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Model Details</a:t>
            </a:r>
            <a:endParaRPr lang="en-US" sz="3600"/>
          </a:p>
        </p:txBody>
      </p:sp>
      <p:sp>
        <p:nvSpPr>
          <p:cNvPr id="5" name="Text 3"/>
          <p:cNvSpPr/>
          <p:nvPr/>
        </p:nvSpPr>
        <p:spPr>
          <a:xfrm>
            <a:off x="320040" y="29077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narrated — provided for reference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/>
          </a:p>
        </p:txBody>
      </p:sp>
      <p:sp>
        <p:nvSpPr>
          <p:cNvPr id="7" name="TextBox 6"/>
          <p:cNvSpPr txBox="1"/>
          <p:nvPr/>
        </p:nvSpPr>
        <p:spPr>
          <a:xfrm>
            <a:off x="8691246" y="4823460"/>
            <a:ext cx="300082" cy="23083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r"/>
            <a:r>
              <a:rPr sz="900" b="1">
                <a:solidFill>
                  <a:schemeClr val="bg1"/>
                </a:solidFill>
              </a:rPr>
              <a:t>12</a:t>
            </a:r>
            <a:endParaRPr lang="en-US" sz="900" b="1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Multiple Linear Regression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457200" y="704088"/>
            <a:ext cx="82296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822960"/>
          <a:ext cx="3429000" cy="3256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Coefficient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2E"/>
                          </a:solidFill>
                        </a:rPr>
                        <a:t>Intercept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-1,842.3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2E"/>
                          </a:solidFill>
                        </a:rPr>
                        <a:t>brightness_k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2.14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2E"/>
                          </a:solidFill>
                        </a:rPr>
                        <a:t>latitude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-1.83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2E"/>
                          </a:solidFill>
                        </a:rPr>
                        <a:t>longitude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0.47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0.003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2E"/>
                          </a:solidFill>
                        </a:rPr>
                        <a:t>humidity_relative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-0.68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2E"/>
                          </a:solidFill>
                        </a:rPr>
                        <a:t>temp_max_c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1.22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0.041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2E"/>
                          </a:solidFill>
                        </a:rPr>
                        <a:t>fire_type_Bushfire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38.5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2E"/>
                          </a:solidFill>
                        </a:rPr>
                        <a:t>temp_max_c × Bushfire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1.87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0.018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2E"/>
                          </a:solidFill>
                        </a:rPr>
                        <a:t>scan_area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0.93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777240"/>
            <a:ext cx="3429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Model 3 Coefficients (Best Regression)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23360" y="822960"/>
          <a:ext cx="48006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Train RMSE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Val RMSE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Test RMSE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Train/Val/Test R²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2E"/>
                          </a:solidFill>
                        </a:rPr>
                        <a:t>Model 1 – Full 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~122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~122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~161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0.026 / 0.026 / 0.026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2E"/>
                          </a:solidFill>
                        </a:rPr>
                        <a:t>Model 2 – Backward Elim.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~120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~120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~158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0.027 / 0.027 / 0.030</a:t>
                      </a:r>
                    </a:p>
                  </a:txBody>
                  <a:tcPr>
                    <a:solidFill>
                      <a:srgbClr val="F0E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2E"/>
                          </a:solidFill>
                        </a:rPr>
                        <a:t>Model 3 – + Interaction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~118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~118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~155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1A1A2E"/>
                          </a:solidFill>
                        </a:rPr>
                        <a:t>0.030 / 0.030 / 0.035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023360" y="777240"/>
            <a:ext cx="4800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A1A2E"/>
                </a:solidFill>
              </a:rPr>
              <a:t>Regression Model Iterations (All Three Partitions)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377440"/>
            <a:ext cx="4800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850">
                <a:solidFill>
                  <a:srgbClr val="1A1A2E"/>
                </a:solidFill>
              </a:rPr>
              <a:t>• brightness_k force-retained across all iterations — strongest individual predictor (r = 0.74)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1A1A2E"/>
                </a:solidFill>
              </a:rPr>
              <a:t>• temp_max_c × Bushfire was the only significant interaction term (p = 0.018 &lt; 0.05)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1A1A2E"/>
                </a:solidFill>
              </a:rPr>
              <a:t>• Low R² (0.026–0.035) across all OLS models confirms FRP is a non-linear phenomenon — tree ensembles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5830" y="4814425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A1A2E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K-Nearest Neighbors (KNN)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457200" y="704088"/>
            <a:ext cx="82296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20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RMSE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2532888" y="914400"/>
            <a:ext cx="1920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2532888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117.21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2532888" y="14447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4608576" y="914400"/>
            <a:ext cx="1920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4608576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0.484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4608576" y="14447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6684264" y="914400"/>
            <a:ext cx="1920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6684264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6684264" y="14447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457200" y="1920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via GridSearchCV over: n_neighbors {3,5,7,9,11}, weights (uniform / distance), metric (euclidean / manhattan)  →  Best: K=7, weights=distance, metric=euclidean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457200" y="2487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RMSE of 0.00 is the hallmark of KNN overfitting — it perfectly memorizes training points, then fails to generalize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457200" y="305409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 of 117.21 (R² = 0.484) represents meaningful improvement over linear regression but far below tree ensemble methods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457200" y="362102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is sensitive to the curse of dimensionality — with ~20 numeric features, distance metrics become less meaningful in high-dimensional space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457200" y="41879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was applied (StandardScaler) before KNN fitting to prevent dominance by high-variance numeric features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/>
          </a:p>
        </p:txBody>
      </p:sp>
      <p:sp>
        <p:nvSpPr>
          <p:cNvPr id="22" name="TextBox 21"/>
          <p:cNvSpPr txBox="1"/>
          <p:nvPr/>
        </p:nvSpPr>
        <p:spPr>
          <a:xfrm>
            <a:off x="8545830" y="4816656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A1A2E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Gradient Boosted Tree (GBR)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457200" y="704088"/>
            <a:ext cx="82296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20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90.52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RMSE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2532888" y="914400"/>
            <a:ext cx="1920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2377905" y="892315"/>
            <a:ext cx="1857279" cy="5976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101.32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2314943" y="14447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4608576" y="914400"/>
            <a:ext cx="1920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4608576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0.615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4608576" y="14447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6684264" y="914400"/>
            <a:ext cx="1920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6684264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</a:t>
            </a:r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6684264" y="14447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457200" y="1920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via GridSearchCV: n_estimators {100,200}, learning_rate {0.01,0.05,0.1}, max_depth {3,5,7}, min_samples_split {2,5}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457200" y="2487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Log-transformation (log1p) applied to target variable to stabilize right-skewed FRP distribution; predictions back-transformed via expm1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457200" y="305409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Restricting max_depth to 3 was key to controlling overfitting — deeper trees memorized training noise without improving generalization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457200" y="362102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features: Longitude, Latitude, Humidity — consistent with Random Forest and EDA findings, validating geographic primacy of fire intensity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457200" y="41879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GBR is a sequential ensemble — each tree corrects residuals from the prior tree — making it robust to non-linear patterns but slower to tune than Random Forest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/>
          </a:p>
        </p:txBody>
      </p:sp>
      <p:sp>
        <p:nvSpPr>
          <p:cNvPr id="22" name="TextBox 21"/>
          <p:cNvSpPr txBox="1"/>
          <p:nvPr/>
        </p:nvSpPr>
        <p:spPr>
          <a:xfrm>
            <a:off x="8545830" y="4816656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A1A2E"/>
                </a:solidFill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3420" y="991892"/>
            <a:ext cx="817853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n-US" sz="2000" b="1">
                <a:solidFill>
                  <a:srgbClr val="E85D04"/>
                </a:solidFill>
              </a:rPr>
              <a:t>  </a:t>
            </a:r>
            <a:r>
              <a:rPr sz="2000" b="1">
                <a:solidFill>
                  <a:srgbClr val="E85D04"/>
                </a:solidFill>
              </a:rPr>
              <a:t>~102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4913" y="1443667"/>
            <a:ext cx="910827" cy="23083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n-US" sz="900">
                <a:solidFill>
                  <a:srgbClr val="1A1A2E"/>
                </a:solidFill>
              </a:rPr>
              <a:t>           </a:t>
            </a:r>
            <a:r>
              <a:rPr sz="900">
                <a:solidFill>
                  <a:srgbClr val="1A1A2E"/>
                </a:solidFill>
              </a:rPr>
              <a:t>Val RMSE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Neural Network (MLPRegressor)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457200" y="704088"/>
            <a:ext cx="82296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20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77.84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RMSE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2532888" y="914400"/>
            <a:ext cx="1920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2532888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81.68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2532888" y="14447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RMSE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4608576" y="914400"/>
            <a:ext cx="1920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4608576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84.02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4608576" y="14447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6684264" y="914400"/>
            <a:ext cx="1920240" cy="8229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6684264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0.735</a:t>
            </a:r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6684264" y="14447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457200" y="1920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via GridSearchCV: hidden_layer_sizes {(100,), (100,50), (128,64)}, learning_rate_init {0.001, 0.01}, alpha {0.0001, 0.001}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457200" y="24871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early_stopping=True was used during GridSearchCV to prevent overfitting during training; validation fraction used internally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457200" y="305409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to all features before training — neural networks are highly sensitive to feature scale differences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457200" y="362102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RMSE gap of ~6 MW (77.84 → 84.02) is tightly controlled, demonstrating that GridSearchCV tuning successfully prevented overfitting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457200" y="41879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Near-identical performance to Tuned Random Forest (84.02 vs 83.94 RMSE) — Random Forest selected as winner for interpretability via feature importances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841248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/>
          </a:p>
        </p:txBody>
      </p:sp>
      <p:sp>
        <p:nvSpPr>
          <p:cNvPr id="22" name="TextBox 21"/>
          <p:cNvSpPr txBox="1"/>
          <p:nvPr/>
        </p:nvSpPr>
        <p:spPr>
          <a:xfrm>
            <a:off x="8545830" y="4816656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A1A2E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2E"/>
                </a:solidFill>
              </a:rPr>
              <a:t>Appendix: Random Forest (Tuned ★)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04088"/>
            <a:ext cx="8229600" cy="36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920240" cy="822960"/>
          </a:xfrm>
          <a:prstGeom prst="rect">
            <a:avLst/>
          </a:prstGeom>
          <a:solidFill>
            <a:srgbClr val="F0EDE8"/>
          </a:solidFill>
          <a:ln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41832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E85D04"/>
                </a:solidFill>
              </a:rPr>
              <a:t>60.08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1A1A2E"/>
                </a:solidFill>
              </a:rPr>
              <a:t>Train RMSE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32888" y="914400"/>
            <a:ext cx="1920240" cy="822960"/>
          </a:xfrm>
          <a:prstGeom prst="rect">
            <a:avLst/>
          </a:prstGeom>
          <a:solidFill>
            <a:srgbClr val="F0EDE8"/>
          </a:solidFill>
          <a:ln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32888" y="941832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E85D04"/>
                </a:solidFill>
              </a:rPr>
              <a:t>~86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2888" y="13716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1A1A2E"/>
                </a:solidFill>
              </a:rPr>
              <a:t>Val RMSE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8576" y="914400"/>
            <a:ext cx="1920240" cy="822960"/>
          </a:xfrm>
          <a:prstGeom prst="rect">
            <a:avLst/>
          </a:prstGeom>
          <a:solidFill>
            <a:srgbClr val="F0EDE8"/>
          </a:solidFill>
          <a:ln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08576" y="941832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E85D04"/>
                </a:solidFill>
              </a:rPr>
              <a:t>83.94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13716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1A1A2E"/>
                </a:solidFill>
              </a:rPr>
              <a:t>Test RMSE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84264" y="914400"/>
            <a:ext cx="1920240" cy="822960"/>
          </a:xfrm>
          <a:prstGeom prst="rect">
            <a:avLst/>
          </a:prstGeom>
          <a:solidFill>
            <a:srgbClr val="F0EDE8"/>
          </a:solidFill>
          <a:ln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84264" y="941832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E85D04"/>
                </a:solidFill>
              </a:rPr>
              <a:t>0.735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264" y="13716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1A1A2E"/>
                </a:solidFill>
              </a:rPr>
              <a:t>Test R²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874519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00">
                <a:solidFill>
                  <a:srgbClr val="1A1A2E"/>
                </a:solidFill>
              </a:rPr>
              <a:t>• Tuned via GridSearchCV:  n_estimators {100, 200, 300},  max_depth {10, 15, 20, None},  min_samples_split {2, 5, 10}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A1A2E"/>
                </a:solidFill>
              </a:rPr>
              <a:t>• Best params:  n_estimators=200,  max_depth=15,  min_samples_split=5  →  controlled overfitting gap (31.85 → 60.08 train RMSE)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A1A2E"/>
                </a:solidFill>
              </a:rPr>
              <a:t>• Log-transformation (log1p) applied to target FRP to stabilize the right-skewed distribution; predictions back-transformed via expm1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A1A2E"/>
                </a:solidFill>
              </a:rPr>
              <a:t>• Top features by importance: Longitude (~22%), Latitude (~18%), brightness_k (~15%), humidity_relative (~14%) — geography drives fire intensity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A1A2E"/>
                </a:solidFill>
              </a:rPr>
              <a:t>• Train RMSE of 31.85 for the Basic RF vs 60.08 for Tuned RF confirms that regularization via depth/split constraints reduced memorization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A1A2E"/>
                </a:solidFill>
              </a:rPr>
              <a:t>• Selected as winning model over Neural Network (83.94 vs 84.02 RMSE) for interpretability — feature importances enable actionable business 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9437" y="4841639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A1A2E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2E"/>
                </a:solidFill>
              </a:rPr>
              <a:t>Appendix: Actual vs. Predicted — Linear Regression (Baseline)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04088"/>
            <a:ext cx="8229600" cy="36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vp_combined_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686800" cy="40416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45830" y="4889264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A1A2E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2E"/>
                </a:solidFill>
              </a:rPr>
              <a:t>Appendix: Actual vs. Predicted — K-Nearest Neighbors (K=7)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04088"/>
            <a:ext cx="8229600" cy="36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vp_combined_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686800" cy="40416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45830" y="4889264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A1A2E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2E"/>
                </a:solidFill>
              </a:rPr>
              <a:t>Appendix: Actual vs. Predicted — Gradient Boosted Tree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04088"/>
            <a:ext cx="8229600" cy="36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vp_combined_m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686800" cy="40416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45830" y="4889264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A1A2E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2E"/>
                </a:solidFill>
              </a:rPr>
              <a:t>Appendix: Actual vs. Predicted — Random Forest (Tuned ★)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04088"/>
            <a:ext cx="8229600" cy="36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vp_combined_m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686800" cy="40416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45830" y="4889264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A1A2E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2E"/>
                </a:solidFill>
              </a:rPr>
              <a:t>Appendix: Actual vs. Predicted — Neural Network (MLP)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04088"/>
            <a:ext cx="8229600" cy="36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vp_combined_m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686800" cy="40416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45830" y="4889264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A1A2E"/>
                </a:solidFill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22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Wildfire Risk Prediction — Group Project 2</dc:title>
  <dc:subject>PptxGenJS Presentation</dc:subject>
  <dc:creator>OPIM 5604 Group</dc:creator>
  <cp:revision>12</cp:revision>
  <dcterms:created xsi:type="dcterms:W3CDTF">2026-04-25T14:35:38Z</dcterms:created>
  <dcterms:modified xsi:type="dcterms:W3CDTF">2026-04-28T16:30:50Z</dcterms:modified>
</cp:coreProperties>
</file>