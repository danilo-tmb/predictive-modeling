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 id="2147483983" r:id="rId2"/>
  </p:sldMasterIdLst>
  <p:notesMasterIdLst>
    <p:notesMasterId r:id="rId47"/>
  </p:notesMasterIdLst>
  <p:handoutMasterIdLst>
    <p:handoutMasterId r:id="rId48"/>
  </p:handoutMasterIdLst>
  <p:sldIdLst>
    <p:sldId id="257" r:id="rId3"/>
    <p:sldId id="320" r:id="rId4"/>
    <p:sldId id="325" r:id="rId5"/>
    <p:sldId id="321" r:id="rId6"/>
    <p:sldId id="326" r:id="rId7"/>
    <p:sldId id="327" r:id="rId8"/>
    <p:sldId id="328" r:id="rId9"/>
    <p:sldId id="343" r:id="rId10"/>
    <p:sldId id="322" r:id="rId11"/>
    <p:sldId id="323" r:id="rId12"/>
    <p:sldId id="324" r:id="rId13"/>
    <p:sldId id="331" r:id="rId14"/>
    <p:sldId id="358" r:id="rId15"/>
    <p:sldId id="357" r:id="rId16"/>
    <p:sldId id="359" r:id="rId17"/>
    <p:sldId id="360" r:id="rId18"/>
    <p:sldId id="361" r:id="rId19"/>
    <p:sldId id="329" r:id="rId20"/>
    <p:sldId id="330" r:id="rId21"/>
    <p:sldId id="356" r:id="rId22"/>
    <p:sldId id="333" r:id="rId23"/>
    <p:sldId id="336" r:id="rId24"/>
    <p:sldId id="337" r:id="rId25"/>
    <p:sldId id="335" r:id="rId26"/>
    <p:sldId id="338" r:id="rId27"/>
    <p:sldId id="339" r:id="rId28"/>
    <p:sldId id="340" r:id="rId29"/>
    <p:sldId id="341" r:id="rId30"/>
    <p:sldId id="344" r:id="rId31"/>
    <p:sldId id="345" r:id="rId32"/>
    <p:sldId id="342" r:id="rId33"/>
    <p:sldId id="362" r:id="rId34"/>
    <p:sldId id="363" r:id="rId35"/>
    <p:sldId id="364" r:id="rId36"/>
    <p:sldId id="365" r:id="rId37"/>
    <p:sldId id="366" r:id="rId38"/>
    <p:sldId id="367" r:id="rId39"/>
    <p:sldId id="369" r:id="rId40"/>
    <p:sldId id="346" r:id="rId41"/>
    <p:sldId id="347" r:id="rId42"/>
    <p:sldId id="368" r:id="rId43"/>
    <p:sldId id="349" r:id="rId44"/>
    <p:sldId id="350" r:id="rId45"/>
    <p:sldId id="355" r:id="rId46"/>
  </p:sldIdLst>
  <p:sldSz cx="9144000" cy="6858000" type="screen4x3"/>
  <p:notesSz cx="6985000" cy="9283700"/>
  <p:custDataLst>
    <p:tags r:id="rId49"/>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2721CD-AB65-468A-8AD3-F9E41EAE1F6A}" v="585" dt="2025-08-16T01:04:41.5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p:normalViewPr>
  <p:slideViewPr>
    <p:cSldViewPr>
      <p:cViewPr varScale="1">
        <p:scale>
          <a:sx n="70" d="100"/>
          <a:sy n="70" d="100"/>
        </p:scale>
        <p:origin x="11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go, Jennifer" userId="e3b471ce-3052-4ace-a868-147a95701c6a" providerId="ADAL" clId="{B58452E7-7E09-4C2A-A5CF-BFE55315EE32}"/>
    <pc:docChg chg="custSel addSld modSld">
      <pc:chgData name="Eigo, Jennifer" userId="e3b471ce-3052-4ace-a868-147a95701c6a" providerId="ADAL" clId="{B58452E7-7E09-4C2A-A5CF-BFE55315EE32}" dt="2023-03-27T16:14:59.262" v="273" actId="1076"/>
      <pc:docMkLst>
        <pc:docMk/>
      </pc:docMkLst>
      <pc:sldChg chg="addSp delSp modSp mod">
        <pc:chgData name="Eigo, Jennifer" userId="e3b471ce-3052-4ace-a868-147a95701c6a" providerId="ADAL" clId="{B58452E7-7E09-4C2A-A5CF-BFE55315EE32}" dt="2023-03-27T16:14:59.262" v="273" actId="1076"/>
        <pc:sldMkLst>
          <pc:docMk/>
          <pc:sldMk cId="1166871301" sldId="331"/>
        </pc:sldMkLst>
      </pc:sldChg>
      <pc:sldChg chg="modSp add mod">
        <pc:chgData name="Eigo, Jennifer" userId="e3b471ce-3052-4ace-a868-147a95701c6a" providerId="ADAL" clId="{B58452E7-7E09-4C2A-A5CF-BFE55315EE32}" dt="2023-03-27T16:11:08.055" v="235" actId="20577"/>
        <pc:sldMkLst>
          <pc:docMk/>
          <pc:sldMk cId="201736269" sldId="358"/>
        </pc:sldMkLst>
      </pc:sldChg>
    </pc:docChg>
  </pc:docChgLst>
  <pc:docChgLst>
    <pc:chgData name="Eigo, Jennifer" userId="e3b471ce-3052-4ace-a868-147a95701c6a" providerId="ADAL" clId="{177EB0A8-2C7C-4670-87CC-4EBF62E8E17C}"/>
    <pc:docChg chg="custSel addSld modSld">
      <pc:chgData name="Eigo, Jennifer" userId="e3b471ce-3052-4ace-a868-147a95701c6a" providerId="ADAL" clId="{177EB0A8-2C7C-4670-87CC-4EBF62E8E17C}" dt="2022-10-24T13:08:09.017" v="431" actId="403"/>
      <pc:docMkLst>
        <pc:docMk/>
      </pc:docMkLst>
      <pc:sldChg chg="modSp add mod">
        <pc:chgData name="Eigo, Jennifer" userId="e3b471ce-3052-4ace-a868-147a95701c6a" providerId="ADAL" clId="{177EB0A8-2C7C-4670-87CC-4EBF62E8E17C}" dt="2022-10-24T13:08:09.017" v="431" actId="403"/>
        <pc:sldMkLst>
          <pc:docMk/>
          <pc:sldMk cId="1449318146" sldId="357"/>
        </pc:sldMkLst>
      </pc:sldChg>
    </pc:docChg>
  </pc:docChgLst>
  <pc:docChgLst>
    <pc:chgData name="Eigo, Jennifer" userId="e3b471ce-3052-4ace-a868-147a95701c6a" providerId="ADAL" clId="{07483329-4647-48ED-9FCF-9DA304D3B495}"/>
    <pc:docChg chg="custSel modSld">
      <pc:chgData name="Eigo, Jennifer" userId="e3b471ce-3052-4ace-a868-147a95701c6a" providerId="ADAL" clId="{07483329-4647-48ED-9FCF-9DA304D3B495}" dt="2024-10-21T19:40:47.912" v="122" actId="1038"/>
      <pc:docMkLst>
        <pc:docMk/>
      </pc:docMkLst>
      <pc:sldChg chg="addSp delSp modSp mod">
        <pc:chgData name="Eigo, Jennifer" userId="e3b471ce-3052-4ace-a868-147a95701c6a" providerId="ADAL" clId="{07483329-4647-48ED-9FCF-9DA304D3B495}" dt="2024-10-21T19:40:47.912" v="122" actId="1038"/>
        <pc:sldMkLst>
          <pc:docMk/>
          <pc:sldMk cId="1449318146" sldId="357"/>
        </pc:sldMkLst>
      </pc:sldChg>
    </pc:docChg>
  </pc:docChgLst>
  <pc:docChgLst>
    <pc:chgData name="Eigo, Jennifer" userId="e3b471ce-3052-4ace-a868-147a95701c6a" providerId="ADAL" clId="{662721CD-AB65-468A-8AD3-F9E41EAE1F6A}"/>
    <pc:docChg chg="undo custSel addSld delSld modSld sldOrd">
      <pc:chgData name="Eigo, Jennifer" userId="e3b471ce-3052-4ace-a868-147a95701c6a" providerId="ADAL" clId="{662721CD-AB65-468A-8AD3-F9E41EAE1F6A}" dt="2025-08-16T14:42:05.413" v="4618" actId="20577"/>
      <pc:docMkLst>
        <pc:docMk/>
      </pc:docMkLst>
      <pc:sldChg chg="add">
        <pc:chgData name="Eigo, Jennifer" userId="e3b471ce-3052-4ace-a868-147a95701c6a" providerId="ADAL" clId="{662721CD-AB65-468A-8AD3-F9E41EAE1F6A}" dt="2025-08-15T20:24:28.429" v="0"/>
        <pc:sldMkLst>
          <pc:docMk/>
          <pc:sldMk cId="0" sldId="257"/>
        </pc:sldMkLst>
      </pc:sldChg>
      <pc:sldChg chg="del">
        <pc:chgData name="Eigo, Jennifer" userId="e3b471ce-3052-4ace-a868-147a95701c6a" providerId="ADAL" clId="{662721CD-AB65-468A-8AD3-F9E41EAE1F6A}" dt="2025-08-15T20:24:32.946" v="1" actId="47"/>
        <pc:sldMkLst>
          <pc:docMk/>
          <pc:sldMk cId="3090641944" sldId="317"/>
        </pc:sldMkLst>
      </pc:sldChg>
      <pc:sldChg chg="modSp mod">
        <pc:chgData name="Eigo, Jennifer" userId="e3b471ce-3052-4ace-a868-147a95701c6a" providerId="ADAL" clId="{662721CD-AB65-468A-8AD3-F9E41EAE1F6A}" dt="2025-08-15T20:25:17.133" v="2" actId="6549"/>
        <pc:sldMkLst>
          <pc:docMk/>
          <pc:sldMk cId="312079295" sldId="320"/>
        </pc:sldMkLst>
        <pc:spChg chg="mod">
          <ac:chgData name="Eigo, Jennifer" userId="e3b471ce-3052-4ace-a868-147a95701c6a" providerId="ADAL" clId="{662721CD-AB65-468A-8AD3-F9E41EAE1F6A}" dt="2025-08-15T20:25:17.133" v="2" actId="6549"/>
          <ac:spMkLst>
            <pc:docMk/>
            <pc:sldMk cId="312079295" sldId="320"/>
            <ac:spMk id="11267" creationId="{00000000-0000-0000-0000-000000000000}"/>
          </ac:spMkLst>
        </pc:spChg>
      </pc:sldChg>
      <pc:sldChg chg="modSp mod">
        <pc:chgData name="Eigo, Jennifer" userId="e3b471ce-3052-4ace-a868-147a95701c6a" providerId="ADAL" clId="{662721CD-AB65-468A-8AD3-F9E41EAE1F6A}" dt="2025-08-16T14:09:33.318" v="4610" actId="20577"/>
        <pc:sldMkLst>
          <pc:docMk/>
          <pc:sldMk cId="2058430318" sldId="324"/>
        </pc:sldMkLst>
        <pc:spChg chg="mod">
          <ac:chgData name="Eigo, Jennifer" userId="e3b471ce-3052-4ace-a868-147a95701c6a" providerId="ADAL" clId="{662721CD-AB65-468A-8AD3-F9E41EAE1F6A}" dt="2025-08-16T14:09:33.318" v="4610" actId="20577"/>
          <ac:spMkLst>
            <pc:docMk/>
            <pc:sldMk cId="2058430318" sldId="324"/>
            <ac:spMk id="25603" creationId="{00000000-0000-0000-0000-000000000000}"/>
          </ac:spMkLst>
        </pc:spChg>
      </pc:sldChg>
      <pc:sldChg chg="modSp mod">
        <pc:chgData name="Eigo, Jennifer" userId="e3b471ce-3052-4ace-a868-147a95701c6a" providerId="ADAL" clId="{662721CD-AB65-468A-8AD3-F9E41EAE1F6A}" dt="2025-08-16T00:46:33.473" v="1492" actId="20577"/>
        <pc:sldMkLst>
          <pc:docMk/>
          <pc:sldMk cId="2048324791" sldId="329"/>
        </pc:sldMkLst>
        <pc:spChg chg="mod">
          <ac:chgData name="Eigo, Jennifer" userId="e3b471ce-3052-4ace-a868-147a95701c6a" providerId="ADAL" clId="{662721CD-AB65-468A-8AD3-F9E41EAE1F6A}" dt="2025-08-16T00:46:33.473" v="1492" actId="20577"/>
          <ac:spMkLst>
            <pc:docMk/>
            <pc:sldMk cId="2048324791" sldId="329"/>
            <ac:spMk id="217" creationId="{00000000-0000-0000-0000-000000000000}"/>
          </ac:spMkLst>
        </pc:spChg>
      </pc:sldChg>
      <pc:sldChg chg="modSp mod">
        <pc:chgData name="Eigo, Jennifer" userId="e3b471ce-3052-4ace-a868-147a95701c6a" providerId="ADAL" clId="{662721CD-AB65-468A-8AD3-F9E41EAE1F6A}" dt="2025-08-16T13:45:24.182" v="4600" actId="6549"/>
        <pc:sldMkLst>
          <pc:docMk/>
          <pc:sldMk cId="203780720" sldId="330"/>
        </pc:sldMkLst>
        <pc:spChg chg="mod">
          <ac:chgData name="Eigo, Jennifer" userId="e3b471ce-3052-4ace-a868-147a95701c6a" providerId="ADAL" clId="{662721CD-AB65-468A-8AD3-F9E41EAE1F6A}" dt="2025-08-16T13:45:24.182" v="4600" actId="6549"/>
          <ac:spMkLst>
            <pc:docMk/>
            <pc:sldMk cId="203780720" sldId="330"/>
            <ac:spMk id="7" creationId="{00000000-0000-0000-0000-000000000000}"/>
          </ac:spMkLst>
        </pc:spChg>
        <pc:spChg chg="mod">
          <ac:chgData name="Eigo, Jennifer" userId="e3b471ce-3052-4ace-a868-147a95701c6a" providerId="ADAL" clId="{662721CD-AB65-468A-8AD3-F9E41EAE1F6A}" dt="2025-08-16T00:57:17.983" v="1869" actId="20577"/>
          <ac:spMkLst>
            <pc:docMk/>
            <pc:sldMk cId="203780720" sldId="330"/>
            <ac:spMk id="60" creationId="{00000000-0000-0000-0000-000000000000}"/>
          </ac:spMkLst>
        </pc:spChg>
      </pc:sldChg>
      <pc:sldChg chg="modSp">
        <pc:chgData name="Eigo, Jennifer" userId="e3b471ce-3052-4ace-a868-147a95701c6a" providerId="ADAL" clId="{662721CD-AB65-468A-8AD3-F9E41EAE1F6A}" dt="2025-08-16T00:36:18.408" v="968" actId="962"/>
        <pc:sldMkLst>
          <pc:docMk/>
          <pc:sldMk cId="1166871301" sldId="331"/>
        </pc:sldMkLst>
        <pc:grpChg chg="mod">
          <ac:chgData name="Eigo, Jennifer" userId="e3b471ce-3052-4ace-a868-147a95701c6a" providerId="ADAL" clId="{662721CD-AB65-468A-8AD3-F9E41EAE1F6A}" dt="2025-08-16T00:36:18.408" v="968" actId="962"/>
          <ac:grpSpMkLst>
            <pc:docMk/>
            <pc:sldMk cId="1166871301" sldId="331"/>
            <ac:grpSpMk id="7" creationId="{92FA103B-9D05-C947-2EE9-6C5A8A25309B}"/>
          </ac:grpSpMkLst>
        </pc:grpChg>
        <pc:picChg chg="mod">
          <ac:chgData name="Eigo, Jennifer" userId="e3b471ce-3052-4ace-a868-147a95701c6a" providerId="ADAL" clId="{662721CD-AB65-468A-8AD3-F9E41EAE1F6A}" dt="2025-08-16T00:34:47.493" v="785" actId="962"/>
          <ac:picMkLst>
            <pc:docMk/>
            <pc:sldMk cId="1166871301" sldId="331"/>
            <ac:picMk id="5128" creationId="{00000000-0000-0000-0000-000000000000}"/>
          </ac:picMkLst>
        </pc:picChg>
      </pc:sldChg>
      <pc:sldChg chg="modSp mod">
        <pc:chgData name="Eigo, Jennifer" userId="e3b471ce-3052-4ace-a868-147a95701c6a" providerId="ADAL" clId="{662721CD-AB65-468A-8AD3-F9E41EAE1F6A}" dt="2025-08-16T00:57:57.129" v="1883" actId="20577"/>
        <pc:sldMkLst>
          <pc:docMk/>
          <pc:sldMk cId="470810807" sldId="333"/>
        </pc:sldMkLst>
        <pc:spChg chg="mod">
          <ac:chgData name="Eigo, Jennifer" userId="e3b471ce-3052-4ace-a868-147a95701c6a" providerId="ADAL" clId="{662721CD-AB65-468A-8AD3-F9E41EAE1F6A}" dt="2025-08-16T00:57:37.111" v="1873" actId="20577"/>
          <ac:spMkLst>
            <pc:docMk/>
            <pc:sldMk cId="470810807" sldId="333"/>
            <ac:spMk id="6" creationId="{00000000-0000-0000-0000-000000000000}"/>
          </ac:spMkLst>
        </pc:spChg>
        <pc:spChg chg="mod">
          <ac:chgData name="Eigo, Jennifer" userId="e3b471ce-3052-4ace-a868-147a95701c6a" providerId="ADAL" clId="{662721CD-AB65-468A-8AD3-F9E41EAE1F6A}" dt="2025-08-16T00:57:57.129" v="1883" actId="20577"/>
          <ac:spMkLst>
            <pc:docMk/>
            <pc:sldMk cId="470810807" sldId="333"/>
            <ac:spMk id="45" creationId="{00000000-0000-0000-0000-000000000000}"/>
          </ac:spMkLst>
        </pc:spChg>
      </pc:sldChg>
      <pc:sldChg chg="modSp mod">
        <pc:chgData name="Eigo, Jennifer" userId="e3b471ce-3052-4ace-a868-147a95701c6a" providerId="ADAL" clId="{662721CD-AB65-468A-8AD3-F9E41EAE1F6A}" dt="2025-08-16T01:09:52.327" v="2046" actId="20577"/>
        <pc:sldMkLst>
          <pc:docMk/>
          <pc:sldMk cId="1721159213" sldId="336"/>
        </pc:sldMkLst>
        <pc:spChg chg="mod">
          <ac:chgData name="Eigo, Jennifer" userId="e3b471ce-3052-4ace-a868-147a95701c6a" providerId="ADAL" clId="{662721CD-AB65-468A-8AD3-F9E41EAE1F6A}" dt="2025-08-16T00:58:25.761" v="1921" actId="20577"/>
          <ac:spMkLst>
            <pc:docMk/>
            <pc:sldMk cId="1721159213" sldId="336"/>
            <ac:spMk id="32" creationId="{00000000-0000-0000-0000-000000000000}"/>
          </ac:spMkLst>
        </pc:spChg>
        <pc:spChg chg="mod">
          <ac:chgData name="Eigo, Jennifer" userId="e3b471ce-3052-4ace-a868-147a95701c6a" providerId="ADAL" clId="{662721CD-AB65-468A-8AD3-F9E41EAE1F6A}" dt="2025-08-16T00:58:13.265" v="1901" actId="20577"/>
          <ac:spMkLst>
            <pc:docMk/>
            <pc:sldMk cId="1721159213" sldId="336"/>
            <ac:spMk id="37" creationId="{00000000-0000-0000-0000-000000000000}"/>
          </ac:spMkLst>
        </pc:spChg>
        <pc:spChg chg="mod">
          <ac:chgData name="Eigo, Jennifer" userId="e3b471ce-3052-4ace-a868-147a95701c6a" providerId="ADAL" clId="{662721CD-AB65-468A-8AD3-F9E41EAE1F6A}" dt="2025-08-16T00:58:55.346" v="1946" actId="6549"/>
          <ac:spMkLst>
            <pc:docMk/>
            <pc:sldMk cId="1721159213" sldId="336"/>
            <ac:spMk id="42" creationId="{00000000-0000-0000-0000-000000000000}"/>
          </ac:spMkLst>
        </pc:spChg>
        <pc:spChg chg="mod">
          <ac:chgData name="Eigo, Jennifer" userId="e3b471ce-3052-4ace-a868-147a95701c6a" providerId="ADAL" clId="{662721CD-AB65-468A-8AD3-F9E41EAE1F6A}" dt="2025-08-16T01:09:52.327" v="2046" actId="20577"/>
          <ac:spMkLst>
            <pc:docMk/>
            <pc:sldMk cId="1721159213" sldId="336"/>
            <ac:spMk id="75" creationId="{00000000-0000-0000-0000-000000000000}"/>
          </ac:spMkLst>
        </pc:spChg>
      </pc:sldChg>
      <pc:sldChg chg="modSp mod">
        <pc:chgData name="Eigo, Jennifer" userId="e3b471ce-3052-4ace-a868-147a95701c6a" providerId="ADAL" clId="{662721CD-AB65-468A-8AD3-F9E41EAE1F6A}" dt="2025-08-16T14:42:05.413" v="4618" actId="20577"/>
        <pc:sldMkLst>
          <pc:docMk/>
          <pc:sldMk cId="3441143650" sldId="338"/>
        </pc:sldMkLst>
        <pc:spChg chg="mod">
          <ac:chgData name="Eigo, Jennifer" userId="e3b471ce-3052-4ace-a868-147a95701c6a" providerId="ADAL" clId="{662721CD-AB65-468A-8AD3-F9E41EAE1F6A}" dt="2025-08-16T01:00:26.887" v="1989" actId="6549"/>
          <ac:spMkLst>
            <pc:docMk/>
            <pc:sldMk cId="3441143650" sldId="338"/>
            <ac:spMk id="32" creationId="{00000000-0000-0000-0000-000000000000}"/>
          </ac:spMkLst>
        </pc:spChg>
        <pc:spChg chg="mod">
          <ac:chgData name="Eigo, Jennifer" userId="e3b471ce-3052-4ace-a868-147a95701c6a" providerId="ADAL" clId="{662721CD-AB65-468A-8AD3-F9E41EAE1F6A}" dt="2025-08-16T14:42:05.413" v="4618" actId="20577"/>
          <ac:spMkLst>
            <pc:docMk/>
            <pc:sldMk cId="3441143650" sldId="338"/>
            <ac:spMk id="40" creationId="{55F2D5DB-09AC-4E87-98FA-B49C265FC66B}"/>
          </ac:spMkLst>
        </pc:spChg>
        <pc:spChg chg="mod">
          <ac:chgData name="Eigo, Jennifer" userId="e3b471ce-3052-4ace-a868-147a95701c6a" providerId="ADAL" clId="{662721CD-AB65-468A-8AD3-F9E41EAE1F6A}" dt="2025-08-16T14:41:45.780" v="4614" actId="20577"/>
          <ac:spMkLst>
            <pc:docMk/>
            <pc:sldMk cId="3441143650" sldId="338"/>
            <ac:spMk id="44" creationId="{F909E1DA-45C8-41E4-8DC3-CB6CE3457135}"/>
          </ac:spMkLst>
        </pc:spChg>
        <pc:spChg chg="mod">
          <ac:chgData name="Eigo, Jennifer" userId="e3b471ce-3052-4ace-a868-147a95701c6a" providerId="ADAL" clId="{662721CD-AB65-468A-8AD3-F9E41EAE1F6A}" dt="2025-08-16T00:59:34.594" v="1966" actId="6549"/>
          <ac:spMkLst>
            <pc:docMk/>
            <pc:sldMk cId="3441143650" sldId="338"/>
            <ac:spMk id="53" creationId="{00000000-0000-0000-0000-000000000000}"/>
          </ac:spMkLst>
        </pc:spChg>
        <pc:spChg chg="mod">
          <ac:chgData name="Eigo, Jennifer" userId="e3b471ce-3052-4ace-a868-147a95701c6a" providerId="ADAL" clId="{662721CD-AB65-468A-8AD3-F9E41EAE1F6A}" dt="2025-08-16T14:41:42.548" v="4612" actId="20577"/>
          <ac:spMkLst>
            <pc:docMk/>
            <pc:sldMk cId="3441143650" sldId="338"/>
            <ac:spMk id="61" creationId="{7249C5BF-028E-4CDA-8AA5-2C2ADB48AC4D}"/>
          </ac:spMkLst>
        </pc:spChg>
        <pc:spChg chg="mod">
          <ac:chgData name="Eigo, Jennifer" userId="e3b471ce-3052-4ace-a868-147a95701c6a" providerId="ADAL" clId="{662721CD-AB65-468A-8AD3-F9E41EAE1F6A}" dt="2025-08-16T14:42:02.043" v="4616" actId="20577"/>
          <ac:spMkLst>
            <pc:docMk/>
            <pc:sldMk cId="3441143650" sldId="338"/>
            <ac:spMk id="65" creationId="{55399784-8802-4247-9659-F500148AC7B0}"/>
          </ac:spMkLst>
        </pc:spChg>
        <pc:spChg chg="mod">
          <ac:chgData name="Eigo, Jennifer" userId="e3b471ce-3052-4ace-a868-147a95701c6a" providerId="ADAL" clId="{662721CD-AB65-468A-8AD3-F9E41EAE1F6A}" dt="2025-08-16T01:10:13.792" v="2062" actId="20577"/>
          <ac:spMkLst>
            <pc:docMk/>
            <pc:sldMk cId="3441143650" sldId="338"/>
            <ac:spMk id="74" creationId="{00000000-0000-0000-0000-000000000000}"/>
          </ac:spMkLst>
        </pc:spChg>
      </pc:sldChg>
      <pc:sldChg chg="modSp mod">
        <pc:chgData name="Eigo, Jennifer" userId="e3b471ce-3052-4ace-a868-147a95701c6a" providerId="ADAL" clId="{662721CD-AB65-468A-8AD3-F9E41EAE1F6A}" dt="2025-08-16T01:41:02.940" v="3966" actId="6549"/>
        <pc:sldMkLst>
          <pc:docMk/>
          <pc:sldMk cId="193920374" sldId="347"/>
        </pc:sldMkLst>
        <pc:spChg chg="mod">
          <ac:chgData name="Eigo, Jennifer" userId="e3b471ce-3052-4ace-a868-147a95701c6a" providerId="ADAL" clId="{662721CD-AB65-468A-8AD3-F9E41EAE1F6A}" dt="2025-08-16T01:41:02.940" v="3966" actId="6549"/>
          <ac:spMkLst>
            <pc:docMk/>
            <pc:sldMk cId="193920374" sldId="347"/>
            <ac:spMk id="63491" creationId="{00000000-0000-0000-0000-000000000000}"/>
          </ac:spMkLst>
        </pc:spChg>
      </pc:sldChg>
      <pc:sldChg chg="del">
        <pc:chgData name="Eigo, Jennifer" userId="e3b471ce-3052-4ace-a868-147a95701c6a" providerId="ADAL" clId="{662721CD-AB65-468A-8AD3-F9E41EAE1F6A}" dt="2025-08-16T01:41:20.551" v="3968" actId="47"/>
        <pc:sldMkLst>
          <pc:docMk/>
          <pc:sldMk cId="3950904762" sldId="348"/>
        </pc:sldMkLst>
      </pc:sldChg>
      <pc:sldChg chg="modSp mod">
        <pc:chgData name="Eigo, Jennifer" userId="e3b471ce-3052-4ace-a868-147a95701c6a" providerId="ADAL" clId="{662721CD-AB65-468A-8AD3-F9E41EAE1F6A}" dt="2025-08-16T01:43:18.755" v="4030" actId="6549"/>
        <pc:sldMkLst>
          <pc:docMk/>
          <pc:sldMk cId="3361129648" sldId="349"/>
        </pc:sldMkLst>
        <pc:spChg chg="mod">
          <ac:chgData name="Eigo, Jennifer" userId="e3b471ce-3052-4ace-a868-147a95701c6a" providerId="ADAL" clId="{662721CD-AB65-468A-8AD3-F9E41EAE1F6A}" dt="2025-08-16T01:43:18.755" v="4030" actId="6549"/>
          <ac:spMkLst>
            <pc:docMk/>
            <pc:sldMk cId="3361129648" sldId="349"/>
            <ac:spMk id="66563" creationId="{00000000-0000-0000-0000-000000000000}"/>
          </ac:spMkLst>
        </pc:spChg>
      </pc:sldChg>
      <pc:sldChg chg="del">
        <pc:chgData name="Eigo, Jennifer" userId="e3b471ce-3052-4ace-a868-147a95701c6a" providerId="ADAL" clId="{662721CD-AB65-468A-8AD3-F9E41EAE1F6A}" dt="2025-08-16T01:43:40.030" v="4031" actId="47"/>
        <pc:sldMkLst>
          <pc:docMk/>
          <pc:sldMk cId="661971090" sldId="351"/>
        </pc:sldMkLst>
      </pc:sldChg>
      <pc:sldChg chg="del">
        <pc:chgData name="Eigo, Jennifer" userId="e3b471ce-3052-4ace-a868-147a95701c6a" providerId="ADAL" clId="{662721CD-AB65-468A-8AD3-F9E41EAE1F6A}" dt="2025-08-16T01:43:40.030" v="4031" actId="47"/>
        <pc:sldMkLst>
          <pc:docMk/>
          <pc:sldMk cId="47174057" sldId="352"/>
        </pc:sldMkLst>
      </pc:sldChg>
      <pc:sldChg chg="del">
        <pc:chgData name="Eigo, Jennifer" userId="e3b471ce-3052-4ace-a868-147a95701c6a" providerId="ADAL" clId="{662721CD-AB65-468A-8AD3-F9E41EAE1F6A}" dt="2025-08-16T01:43:40.030" v="4031" actId="47"/>
        <pc:sldMkLst>
          <pc:docMk/>
          <pc:sldMk cId="2245159090" sldId="353"/>
        </pc:sldMkLst>
      </pc:sldChg>
      <pc:sldChg chg="del">
        <pc:chgData name="Eigo, Jennifer" userId="e3b471ce-3052-4ace-a868-147a95701c6a" providerId="ADAL" clId="{662721CD-AB65-468A-8AD3-F9E41EAE1F6A}" dt="2025-08-16T01:43:40.030" v="4031" actId="47"/>
        <pc:sldMkLst>
          <pc:docMk/>
          <pc:sldMk cId="708684516" sldId="354"/>
        </pc:sldMkLst>
      </pc:sldChg>
      <pc:sldChg chg="modSp mod">
        <pc:chgData name="Eigo, Jennifer" userId="e3b471ce-3052-4ace-a868-147a95701c6a" providerId="ADAL" clId="{662721CD-AB65-468A-8AD3-F9E41EAE1F6A}" dt="2025-08-16T13:38:09.799" v="4599" actId="20577"/>
        <pc:sldMkLst>
          <pc:docMk/>
          <pc:sldMk cId="4066770421" sldId="355"/>
        </pc:sldMkLst>
        <pc:spChg chg="mod">
          <ac:chgData name="Eigo, Jennifer" userId="e3b471ce-3052-4ace-a868-147a95701c6a" providerId="ADAL" clId="{662721CD-AB65-468A-8AD3-F9E41EAE1F6A}" dt="2025-08-16T13:38:09.799" v="4599" actId="20577"/>
          <ac:spMkLst>
            <pc:docMk/>
            <pc:sldMk cId="4066770421" sldId="355"/>
            <ac:spMk id="75779" creationId="{00000000-0000-0000-0000-000000000000}"/>
          </ac:spMkLst>
        </pc:spChg>
      </pc:sldChg>
      <pc:sldChg chg="modSp mod">
        <pc:chgData name="Eigo, Jennifer" userId="e3b471ce-3052-4ace-a868-147a95701c6a" providerId="ADAL" clId="{662721CD-AB65-468A-8AD3-F9E41EAE1F6A}" dt="2025-08-16T00:57:26.560" v="1871" actId="20577"/>
        <pc:sldMkLst>
          <pc:docMk/>
          <pc:sldMk cId="172654268" sldId="356"/>
        </pc:sldMkLst>
        <pc:spChg chg="mod">
          <ac:chgData name="Eigo, Jennifer" userId="e3b471ce-3052-4ace-a868-147a95701c6a" providerId="ADAL" clId="{662721CD-AB65-468A-8AD3-F9E41EAE1F6A}" dt="2025-08-16T00:57:26.560" v="1871" actId="20577"/>
          <ac:spMkLst>
            <pc:docMk/>
            <pc:sldMk cId="172654268" sldId="356"/>
            <ac:spMk id="97" creationId="{00000000-0000-0000-0000-000000000000}"/>
          </ac:spMkLst>
        </pc:spChg>
      </pc:sldChg>
      <pc:sldChg chg="addSp modSp mod">
        <pc:chgData name="Eigo, Jennifer" userId="e3b471ce-3052-4ace-a868-147a95701c6a" providerId="ADAL" clId="{662721CD-AB65-468A-8AD3-F9E41EAE1F6A}" dt="2025-08-16T00:39:42.689" v="1306" actId="962"/>
        <pc:sldMkLst>
          <pc:docMk/>
          <pc:sldMk cId="1449318146" sldId="357"/>
        </pc:sldMkLst>
        <pc:spChg chg="mod">
          <ac:chgData name="Eigo, Jennifer" userId="e3b471ce-3052-4ace-a868-147a95701c6a" providerId="ADAL" clId="{662721CD-AB65-468A-8AD3-F9E41EAE1F6A}" dt="2025-08-16T00:09:55.057" v="312" actId="1035"/>
          <ac:spMkLst>
            <pc:docMk/>
            <pc:sldMk cId="1449318146" sldId="357"/>
            <ac:spMk id="8" creationId="{5BCB95C8-5715-4B1B-4479-2CB7FF2D7FC2}"/>
          </ac:spMkLst>
        </pc:spChg>
        <pc:spChg chg="mod">
          <ac:chgData name="Eigo, Jennifer" userId="e3b471ce-3052-4ace-a868-147a95701c6a" providerId="ADAL" clId="{662721CD-AB65-468A-8AD3-F9E41EAE1F6A}" dt="2025-08-16T00:09:55.057" v="312" actId="1035"/>
          <ac:spMkLst>
            <pc:docMk/>
            <pc:sldMk cId="1449318146" sldId="357"/>
            <ac:spMk id="9" creationId="{00000000-0000-0000-0000-000000000000}"/>
          </ac:spMkLst>
        </pc:spChg>
        <pc:spChg chg="mod">
          <ac:chgData name="Eigo, Jennifer" userId="e3b471ce-3052-4ace-a868-147a95701c6a" providerId="ADAL" clId="{662721CD-AB65-468A-8AD3-F9E41EAE1F6A}" dt="2025-08-16T00:09:49.873" v="292" actId="164"/>
          <ac:spMkLst>
            <pc:docMk/>
            <pc:sldMk cId="1449318146" sldId="357"/>
            <ac:spMk id="11" creationId="{00000000-0000-0000-0000-000000000000}"/>
          </ac:spMkLst>
        </pc:spChg>
        <pc:spChg chg="mod">
          <ac:chgData name="Eigo, Jennifer" userId="e3b471ce-3052-4ace-a868-147a95701c6a" providerId="ADAL" clId="{662721CD-AB65-468A-8AD3-F9E41EAE1F6A}" dt="2025-08-16T00:09:55.057" v="312" actId="1035"/>
          <ac:spMkLst>
            <pc:docMk/>
            <pc:sldMk cId="1449318146" sldId="357"/>
            <ac:spMk id="15" creationId="{00000000-0000-0000-0000-000000000000}"/>
          </ac:spMkLst>
        </pc:spChg>
        <pc:spChg chg="mod">
          <ac:chgData name="Eigo, Jennifer" userId="e3b471ce-3052-4ace-a868-147a95701c6a" providerId="ADAL" clId="{662721CD-AB65-468A-8AD3-F9E41EAE1F6A}" dt="2025-08-16T00:09:45.115" v="291" actId="164"/>
          <ac:spMkLst>
            <pc:docMk/>
            <pc:sldMk cId="1449318146" sldId="357"/>
            <ac:spMk id="23" creationId="{E88BA2A0-4E78-E829-7AAE-DCF37FADE2C8}"/>
          </ac:spMkLst>
        </pc:spChg>
        <pc:spChg chg="mod">
          <ac:chgData name="Eigo, Jennifer" userId="e3b471ce-3052-4ace-a868-147a95701c6a" providerId="ADAL" clId="{662721CD-AB65-468A-8AD3-F9E41EAE1F6A}" dt="2025-08-16T00:09:55.057" v="312" actId="1035"/>
          <ac:spMkLst>
            <pc:docMk/>
            <pc:sldMk cId="1449318146" sldId="357"/>
            <ac:spMk id="24" creationId="{4023CD38-CA25-98FE-5144-922A9641F616}"/>
          </ac:spMkLst>
        </pc:spChg>
        <pc:spChg chg="mod">
          <ac:chgData name="Eigo, Jennifer" userId="e3b471ce-3052-4ace-a868-147a95701c6a" providerId="ADAL" clId="{662721CD-AB65-468A-8AD3-F9E41EAE1F6A}" dt="2025-08-16T00:09:45.115" v="291" actId="164"/>
          <ac:spMkLst>
            <pc:docMk/>
            <pc:sldMk cId="1449318146" sldId="357"/>
            <ac:spMk id="25" creationId="{B4408773-8629-A8DB-EA18-FA5FFE1D9398}"/>
          </ac:spMkLst>
        </pc:spChg>
        <pc:spChg chg="mod">
          <ac:chgData name="Eigo, Jennifer" userId="e3b471ce-3052-4ace-a868-147a95701c6a" providerId="ADAL" clId="{662721CD-AB65-468A-8AD3-F9E41EAE1F6A}" dt="2025-08-16T00:09:45.115" v="291" actId="164"/>
          <ac:spMkLst>
            <pc:docMk/>
            <pc:sldMk cId="1449318146" sldId="357"/>
            <ac:spMk id="29" creationId="{C0121CD8-E4B2-9545-1C6B-33A6A12483AF}"/>
          </ac:spMkLst>
        </pc:spChg>
        <pc:spChg chg="mod">
          <ac:chgData name="Eigo, Jennifer" userId="e3b471ce-3052-4ace-a868-147a95701c6a" providerId="ADAL" clId="{662721CD-AB65-468A-8AD3-F9E41EAE1F6A}" dt="2025-08-16T00:09:55.057" v="312" actId="1035"/>
          <ac:spMkLst>
            <pc:docMk/>
            <pc:sldMk cId="1449318146" sldId="357"/>
            <ac:spMk id="31" creationId="{00000000-0000-0000-0000-000000000000}"/>
          </ac:spMkLst>
        </pc:spChg>
        <pc:spChg chg="mod">
          <ac:chgData name="Eigo, Jennifer" userId="e3b471ce-3052-4ace-a868-147a95701c6a" providerId="ADAL" clId="{662721CD-AB65-468A-8AD3-F9E41EAE1F6A}" dt="2025-08-16T00:09:49.873" v="292" actId="164"/>
          <ac:spMkLst>
            <pc:docMk/>
            <pc:sldMk cId="1449318146" sldId="357"/>
            <ac:spMk id="34" creationId="{00000000-0000-0000-0000-000000000000}"/>
          </ac:spMkLst>
        </pc:spChg>
        <pc:spChg chg="mod">
          <ac:chgData name="Eigo, Jennifer" userId="e3b471ce-3052-4ace-a868-147a95701c6a" providerId="ADAL" clId="{662721CD-AB65-468A-8AD3-F9E41EAE1F6A}" dt="2025-08-16T00:09:55.057" v="312" actId="1035"/>
          <ac:spMkLst>
            <pc:docMk/>
            <pc:sldMk cId="1449318146" sldId="357"/>
            <ac:spMk id="35" creationId="{00000000-0000-0000-0000-000000000000}"/>
          </ac:spMkLst>
        </pc:spChg>
        <pc:spChg chg="mod">
          <ac:chgData name="Eigo, Jennifer" userId="e3b471ce-3052-4ace-a868-147a95701c6a" providerId="ADAL" clId="{662721CD-AB65-468A-8AD3-F9E41EAE1F6A}" dt="2025-08-16T00:09:49.873" v="292" actId="164"/>
          <ac:spMkLst>
            <pc:docMk/>
            <pc:sldMk cId="1449318146" sldId="357"/>
            <ac:spMk id="37" creationId="{00000000-0000-0000-0000-000000000000}"/>
          </ac:spMkLst>
        </pc:spChg>
        <pc:spChg chg="mod">
          <ac:chgData name="Eigo, Jennifer" userId="e3b471ce-3052-4ace-a868-147a95701c6a" providerId="ADAL" clId="{662721CD-AB65-468A-8AD3-F9E41EAE1F6A}" dt="2025-08-16T00:09:55.057" v="312" actId="1035"/>
          <ac:spMkLst>
            <pc:docMk/>
            <pc:sldMk cId="1449318146" sldId="357"/>
            <ac:spMk id="38" creationId="{00000000-0000-0000-0000-000000000000}"/>
          </ac:spMkLst>
        </pc:spChg>
        <pc:spChg chg="mod">
          <ac:chgData name="Eigo, Jennifer" userId="e3b471ce-3052-4ace-a868-147a95701c6a" providerId="ADAL" clId="{662721CD-AB65-468A-8AD3-F9E41EAE1F6A}" dt="2025-08-16T00:09:55.057" v="312" actId="1035"/>
          <ac:spMkLst>
            <pc:docMk/>
            <pc:sldMk cId="1449318146" sldId="357"/>
            <ac:spMk id="39" creationId="{00000000-0000-0000-0000-000000000000}"/>
          </ac:spMkLst>
        </pc:spChg>
        <pc:spChg chg="mod">
          <ac:chgData name="Eigo, Jennifer" userId="e3b471ce-3052-4ace-a868-147a95701c6a" providerId="ADAL" clId="{662721CD-AB65-468A-8AD3-F9E41EAE1F6A}" dt="2025-08-16T00:09:49.873" v="292" actId="164"/>
          <ac:spMkLst>
            <pc:docMk/>
            <pc:sldMk cId="1449318146" sldId="357"/>
            <ac:spMk id="40" creationId="{00000000-0000-0000-0000-000000000000}"/>
          </ac:spMkLst>
        </pc:spChg>
        <pc:spChg chg="mod">
          <ac:chgData name="Eigo, Jennifer" userId="e3b471ce-3052-4ace-a868-147a95701c6a" providerId="ADAL" clId="{662721CD-AB65-468A-8AD3-F9E41EAE1F6A}" dt="2025-08-16T00:09:55.057" v="312" actId="1035"/>
          <ac:spMkLst>
            <pc:docMk/>
            <pc:sldMk cId="1449318146" sldId="357"/>
            <ac:spMk id="42" creationId="{16D18C10-21E4-5F48-0524-8AA995C99B20}"/>
          </ac:spMkLst>
        </pc:spChg>
        <pc:spChg chg="mod">
          <ac:chgData name="Eigo, Jennifer" userId="e3b471ce-3052-4ace-a868-147a95701c6a" providerId="ADAL" clId="{662721CD-AB65-468A-8AD3-F9E41EAE1F6A}" dt="2025-08-16T00:09:45.115" v="291" actId="164"/>
          <ac:spMkLst>
            <pc:docMk/>
            <pc:sldMk cId="1449318146" sldId="357"/>
            <ac:spMk id="44" creationId="{B30EE2AF-86EF-A9E8-625C-F92F361688E6}"/>
          </ac:spMkLst>
        </pc:spChg>
        <pc:spChg chg="mod">
          <ac:chgData name="Eigo, Jennifer" userId="e3b471ce-3052-4ace-a868-147a95701c6a" providerId="ADAL" clId="{662721CD-AB65-468A-8AD3-F9E41EAE1F6A}" dt="2025-08-16T00:09:45.115" v="291" actId="164"/>
          <ac:spMkLst>
            <pc:docMk/>
            <pc:sldMk cId="1449318146" sldId="357"/>
            <ac:spMk id="45" creationId="{82264937-3D94-B80D-40D1-4619796FDCC1}"/>
          </ac:spMkLst>
        </pc:spChg>
        <pc:spChg chg="mod">
          <ac:chgData name="Eigo, Jennifer" userId="e3b471ce-3052-4ace-a868-147a95701c6a" providerId="ADAL" clId="{662721CD-AB65-468A-8AD3-F9E41EAE1F6A}" dt="2025-08-16T00:09:45.115" v="291" actId="164"/>
          <ac:spMkLst>
            <pc:docMk/>
            <pc:sldMk cId="1449318146" sldId="357"/>
            <ac:spMk id="48" creationId="{0E61298F-64DD-47BD-F949-CC0556F582F8}"/>
          </ac:spMkLst>
        </pc:spChg>
        <pc:spChg chg="mod">
          <ac:chgData name="Eigo, Jennifer" userId="e3b471ce-3052-4ace-a868-147a95701c6a" providerId="ADAL" clId="{662721CD-AB65-468A-8AD3-F9E41EAE1F6A}" dt="2025-08-16T00:09:55.057" v="312" actId="1035"/>
          <ac:spMkLst>
            <pc:docMk/>
            <pc:sldMk cId="1449318146" sldId="357"/>
            <ac:spMk id="50" creationId="{55DA0195-1A4E-08DC-47EF-8981D13B4076}"/>
          </ac:spMkLst>
        </pc:spChg>
        <pc:spChg chg="mod">
          <ac:chgData name="Eigo, Jennifer" userId="e3b471ce-3052-4ace-a868-147a95701c6a" providerId="ADAL" clId="{662721CD-AB65-468A-8AD3-F9E41EAE1F6A}" dt="2025-08-16T00:11:00.825" v="342" actId="20577"/>
          <ac:spMkLst>
            <pc:docMk/>
            <pc:sldMk cId="1449318146" sldId="357"/>
            <ac:spMk id="25603" creationId="{00000000-0000-0000-0000-000000000000}"/>
          </ac:spMkLst>
        </pc:spChg>
        <pc:grpChg chg="mod">
          <ac:chgData name="Eigo, Jennifer" userId="e3b471ce-3052-4ace-a868-147a95701c6a" providerId="ADAL" clId="{662721CD-AB65-468A-8AD3-F9E41EAE1F6A}" dt="2025-08-16T00:39:00.337" v="1288" actId="962"/>
          <ac:grpSpMkLst>
            <pc:docMk/>
            <pc:sldMk cId="1449318146" sldId="357"/>
            <ac:grpSpMk id="2" creationId="{2B6D0E9E-FDA7-9971-75DD-9DB9940C1899}"/>
          </ac:grpSpMkLst>
        </pc:grpChg>
        <pc:grpChg chg="mod">
          <ac:chgData name="Eigo, Jennifer" userId="e3b471ce-3052-4ace-a868-147a95701c6a" providerId="ADAL" clId="{662721CD-AB65-468A-8AD3-F9E41EAE1F6A}" dt="2025-08-16T00:39:42.689" v="1306" actId="962"/>
          <ac:grpSpMkLst>
            <pc:docMk/>
            <pc:sldMk cId="1449318146" sldId="357"/>
            <ac:grpSpMk id="5" creationId="{F63DC205-0A9C-EF9F-6708-44F1C3775532}"/>
          </ac:grpSpMkLst>
        </pc:grpChg>
        <pc:picChg chg="mod">
          <ac:chgData name="Eigo, Jennifer" userId="e3b471ce-3052-4ace-a868-147a95701c6a" providerId="ADAL" clId="{662721CD-AB65-468A-8AD3-F9E41EAE1F6A}" dt="2025-08-16T00:09:27.641" v="290" actId="1036"/>
          <ac:picMkLst>
            <pc:docMk/>
            <pc:sldMk cId="1449318146" sldId="357"/>
            <ac:picMk id="28" creationId="{33DCCB40-A6A2-30AD-7026-FF6B8B6402C1}"/>
          </ac:picMkLst>
        </pc:picChg>
        <pc:picChg chg="mod">
          <ac:chgData name="Eigo, Jennifer" userId="e3b471ce-3052-4ace-a868-147a95701c6a" providerId="ADAL" clId="{662721CD-AB65-468A-8AD3-F9E41EAE1F6A}" dt="2025-08-16T00:35:05.467" v="787" actId="962"/>
          <ac:picMkLst>
            <pc:docMk/>
            <pc:sldMk cId="1449318146" sldId="357"/>
            <ac:picMk id="5128" creationId="{00000000-0000-0000-0000-000000000000}"/>
          </ac:picMkLst>
        </pc:picChg>
      </pc:sldChg>
      <pc:sldChg chg="modSp">
        <pc:chgData name="Eigo, Jennifer" userId="e3b471ce-3052-4ace-a868-147a95701c6a" providerId="ADAL" clId="{662721CD-AB65-468A-8AD3-F9E41EAE1F6A}" dt="2025-08-16T00:35:01.540" v="786" actId="962"/>
        <pc:sldMkLst>
          <pc:docMk/>
          <pc:sldMk cId="201736269" sldId="358"/>
        </pc:sldMkLst>
        <pc:picChg chg="mod">
          <ac:chgData name="Eigo, Jennifer" userId="e3b471ce-3052-4ace-a868-147a95701c6a" providerId="ADAL" clId="{662721CD-AB65-468A-8AD3-F9E41EAE1F6A}" dt="2025-08-16T00:35:01.540" v="786" actId="962"/>
          <ac:picMkLst>
            <pc:docMk/>
            <pc:sldMk cId="201736269" sldId="358"/>
            <ac:picMk id="5128" creationId="{00000000-0000-0000-0000-000000000000}"/>
          </ac:picMkLst>
        </pc:picChg>
      </pc:sldChg>
      <pc:sldChg chg="addSp delSp modSp add mod">
        <pc:chgData name="Eigo, Jennifer" userId="e3b471ce-3052-4ace-a868-147a95701c6a" providerId="ADAL" clId="{662721CD-AB65-468A-8AD3-F9E41EAE1F6A}" dt="2025-08-16T01:15:10.588" v="2374" actId="113"/>
        <pc:sldMkLst>
          <pc:docMk/>
          <pc:sldMk cId="2764314322" sldId="359"/>
        </pc:sldMkLst>
        <pc:spChg chg="mod">
          <ac:chgData name="Eigo, Jennifer" userId="e3b471ce-3052-4ace-a868-147a95701c6a" providerId="ADAL" clId="{662721CD-AB65-468A-8AD3-F9E41EAE1F6A}" dt="2025-08-16T00:12:49.258" v="344" actId="164"/>
          <ac:spMkLst>
            <pc:docMk/>
            <pc:sldMk cId="2764314322" sldId="359"/>
            <ac:spMk id="9" creationId="{C4F2EE99-1D14-A639-BF0A-6110A552877D}"/>
          </ac:spMkLst>
        </pc:spChg>
        <pc:spChg chg="mod">
          <ac:chgData name="Eigo, Jennifer" userId="e3b471ce-3052-4ace-a868-147a95701c6a" providerId="ADAL" clId="{662721CD-AB65-468A-8AD3-F9E41EAE1F6A}" dt="2025-08-16T00:12:49.258" v="344" actId="164"/>
          <ac:spMkLst>
            <pc:docMk/>
            <pc:sldMk cId="2764314322" sldId="359"/>
            <ac:spMk id="12" creationId="{AD9A6C17-4958-11CA-E55C-42556E89791F}"/>
          </ac:spMkLst>
        </pc:spChg>
        <pc:spChg chg="mod">
          <ac:chgData name="Eigo, Jennifer" userId="e3b471ce-3052-4ace-a868-147a95701c6a" providerId="ADAL" clId="{662721CD-AB65-468A-8AD3-F9E41EAE1F6A}" dt="2025-08-16T00:12:49.258" v="344" actId="164"/>
          <ac:spMkLst>
            <pc:docMk/>
            <pc:sldMk cId="2764314322" sldId="359"/>
            <ac:spMk id="13" creationId="{359455AF-FF6E-F74F-16E0-CA17D0F7E89D}"/>
          </ac:spMkLst>
        </pc:spChg>
        <pc:spChg chg="mod">
          <ac:chgData name="Eigo, Jennifer" userId="e3b471ce-3052-4ace-a868-147a95701c6a" providerId="ADAL" clId="{662721CD-AB65-468A-8AD3-F9E41EAE1F6A}" dt="2025-08-16T00:12:49.258" v="344" actId="164"/>
          <ac:spMkLst>
            <pc:docMk/>
            <pc:sldMk cId="2764314322" sldId="359"/>
            <ac:spMk id="14" creationId="{3BCC9E25-96FB-2120-CE6F-DF03E9065A28}"/>
          </ac:spMkLst>
        </pc:spChg>
        <pc:spChg chg="mod">
          <ac:chgData name="Eigo, Jennifer" userId="e3b471ce-3052-4ace-a868-147a95701c6a" providerId="ADAL" clId="{662721CD-AB65-468A-8AD3-F9E41EAE1F6A}" dt="2025-08-16T00:12:49.258" v="344" actId="164"/>
          <ac:spMkLst>
            <pc:docMk/>
            <pc:sldMk cId="2764314322" sldId="359"/>
            <ac:spMk id="16" creationId="{07B07E58-84FA-03B0-453E-5A389ED77574}"/>
          </ac:spMkLst>
        </pc:spChg>
        <pc:spChg chg="mod">
          <ac:chgData name="Eigo, Jennifer" userId="e3b471ce-3052-4ace-a868-147a95701c6a" providerId="ADAL" clId="{662721CD-AB65-468A-8AD3-F9E41EAE1F6A}" dt="2025-08-16T00:12:49.258" v="344" actId="164"/>
          <ac:spMkLst>
            <pc:docMk/>
            <pc:sldMk cId="2764314322" sldId="359"/>
            <ac:spMk id="17" creationId="{FCA0A2AD-CC96-3A0E-6345-FCE40A7E1FE4}"/>
          </ac:spMkLst>
        </pc:spChg>
        <pc:spChg chg="mod">
          <ac:chgData name="Eigo, Jennifer" userId="e3b471ce-3052-4ace-a868-147a95701c6a" providerId="ADAL" clId="{662721CD-AB65-468A-8AD3-F9E41EAE1F6A}" dt="2025-08-16T00:12:42.999" v="343" actId="164"/>
          <ac:spMkLst>
            <pc:docMk/>
            <pc:sldMk cId="2764314322" sldId="359"/>
            <ac:spMk id="18" creationId="{FD0F1FA4-B6E2-5CC8-653B-5A6F3F1F01F4}"/>
          </ac:spMkLst>
        </pc:spChg>
        <pc:spChg chg="mod">
          <ac:chgData name="Eigo, Jennifer" userId="e3b471ce-3052-4ace-a868-147a95701c6a" providerId="ADAL" clId="{662721CD-AB65-468A-8AD3-F9E41EAE1F6A}" dt="2025-08-16T00:12:42.999" v="343" actId="164"/>
          <ac:spMkLst>
            <pc:docMk/>
            <pc:sldMk cId="2764314322" sldId="359"/>
            <ac:spMk id="19" creationId="{F4D7398B-881B-AF15-7F96-D70497C14798}"/>
          </ac:spMkLst>
        </pc:spChg>
        <pc:spChg chg="mod">
          <ac:chgData name="Eigo, Jennifer" userId="e3b471ce-3052-4ace-a868-147a95701c6a" providerId="ADAL" clId="{662721CD-AB65-468A-8AD3-F9E41EAE1F6A}" dt="2025-08-16T00:12:42.999" v="343" actId="164"/>
          <ac:spMkLst>
            <pc:docMk/>
            <pc:sldMk cId="2764314322" sldId="359"/>
            <ac:spMk id="21" creationId="{C9EA6C4A-8406-A43D-C7CA-C7FB35BFA5BD}"/>
          </ac:spMkLst>
        </pc:spChg>
        <pc:spChg chg="mod">
          <ac:chgData name="Eigo, Jennifer" userId="e3b471ce-3052-4ace-a868-147a95701c6a" providerId="ADAL" clId="{662721CD-AB65-468A-8AD3-F9E41EAE1F6A}" dt="2025-08-16T00:12:42.999" v="343" actId="164"/>
          <ac:spMkLst>
            <pc:docMk/>
            <pc:sldMk cId="2764314322" sldId="359"/>
            <ac:spMk id="23" creationId="{279A4050-730C-AA2B-D715-88E642E2E00B}"/>
          </ac:spMkLst>
        </pc:spChg>
        <pc:spChg chg="mod">
          <ac:chgData name="Eigo, Jennifer" userId="e3b471ce-3052-4ace-a868-147a95701c6a" providerId="ADAL" clId="{662721CD-AB65-468A-8AD3-F9E41EAE1F6A}" dt="2025-08-16T00:12:42.999" v="343" actId="164"/>
          <ac:spMkLst>
            <pc:docMk/>
            <pc:sldMk cId="2764314322" sldId="359"/>
            <ac:spMk id="24" creationId="{F920AF8F-0997-CE15-E265-AD00FC38DDB8}"/>
          </ac:spMkLst>
        </pc:spChg>
        <pc:spChg chg="mod">
          <ac:chgData name="Eigo, Jennifer" userId="e3b471ce-3052-4ace-a868-147a95701c6a" providerId="ADAL" clId="{662721CD-AB65-468A-8AD3-F9E41EAE1F6A}" dt="2025-08-16T00:12:42.999" v="343" actId="164"/>
          <ac:spMkLst>
            <pc:docMk/>
            <pc:sldMk cId="2764314322" sldId="359"/>
            <ac:spMk id="27" creationId="{EC1C2317-E847-FE89-40C4-FBF0A7C769BC}"/>
          </ac:spMkLst>
        </pc:spChg>
        <pc:spChg chg="mod">
          <ac:chgData name="Eigo, Jennifer" userId="e3b471ce-3052-4ace-a868-147a95701c6a" providerId="ADAL" clId="{662721CD-AB65-468A-8AD3-F9E41EAE1F6A}" dt="2025-08-16T00:12:49.258" v="344" actId="164"/>
          <ac:spMkLst>
            <pc:docMk/>
            <pc:sldMk cId="2764314322" sldId="359"/>
            <ac:spMk id="36" creationId="{BE86C1CF-DCB2-5BB2-ADA2-A2E124DBE0B9}"/>
          </ac:spMkLst>
        </pc:spChg>
        <pc:spChg chg="mod">
          <ac:chgData name="Eigo, Jennifer" userId="e3b471ce-3052-4ace-a868-147a95701c6a" providerId="ADAL" clId="{662721CD-AB65-468A-8AD3-F9E41EAE1F6A}" dt="2025-08-16T00:12:49.258" v="344" actId="164"/>
          <ac:spMkLst>
            <pc:docMk/>
            <pc:sldMk cId="2764314322" sldId="359"/>
            <ac:spMk id="38" creationId="{64E49145-0BF4-528B-5462-C28C8BC56DB7}"/>
          </ac:spMkLst>
        </pc:spChg>
        <pc:spChg chg="mod">
          <ac:chgData name="Eigo, Jennifer" userId="e3b471ce-3052-4ace-a868-147a95701c6a" providerId="ADAL" clId="{662721CD-AB65-468A-8AD3-F9E41EAE1F6A}" dt="2025-08-16T00:12:49.258" v="344" actId="164"/>
          <ac:spMkLst>
            <pc:docMk/>
            <pc:sldMk cId="2764314322" sldId="359"/>
            <ac:spMk id="39" creationId="{9DBC6C88-3590-9A87-A9F0-12561E76B02F}"/>
          </ac:spMkLst>
        </pc:spChg>
        <pc:spChg chg="mod">
          <ac:chgData name="Eigo, Jennifer" userId="e3b471ce-3052-4ace-a868-147a95701c6a" providerId="ADAL" clId="{662721CD-AB65-468A-8AD3-F9E41EAE1F6A}" dt="2025-08-16T00:12:49.258" v="344" actId="164"/>
          <ac:spMkLst>
            <pc:docMk/>
            <pc:sldMk cId="2764314322" sldId="359"/>
            <ac:spMk id="40" creationId="{3C79A7A5-6191-4D07-A6A0-774AB0CE2461}"/>
          </ac:spMkLst>
        </pc:spChg>
        <pc:spChg chg="mod">
          <ac:chgData name="Eigo, Jennifer" userId="e3b471ce-3052-4ace-a868-147a95701c6a" providerId="ADAL" clId="{662721CD-AB65-468A-8AD3-F9E41EAE1F6A}" dt="2025-08-16T00:12:42.999" v="343" actId="164"/>
          <ac:spMkLst>
            <pc:docMk/>
            <pc:sldMk cId="2764314322" sldId="359"/>
            <ac:spMk id="42" creationId="{F9F50E88-4EA7-47A3-4F42-6014E95C5058}"/>
          </ac:spMkLst>
        </pc:spChg>
        <pc:spChg chg="mod">
          <ac:chgData name="Eigo, Jennifer" userId="e3b471ce-3052-4ace-a868-147a95701c6a" providerId="ADAL" clId="{662721CD-AB65-468A-8AD3-F9E41EAE1F6A}" dt="2025-08-16T00:12:42.999" v="343" actId="164"/>
          <ac:spMkLst>
            <pc:docMk/>
            <pc:sldMk cId="2764314322" sldId="359"/>
            <ac:spMk id="46" creationId="{3FC5D431-0934-299C-A790-BBBC73A66EE1}"/>
          </ac:spMkLst>
        </pc:spChg>
        <pc:spChg chg="mod">
          <ac:chgData name="Eigo, Jennifer" userId="e3b471ce-3052-4ace-a868-147a95701c6a" providerId="ADAL" clId="{662721CD-AB65-468A-8AD3-F9E41EAE1F6A}" dt="2025-08-16T00:12:42.999" v="343" actId="164"/>
          <ac:spMkLst>
            <pc:docMk/>
            <pc:sldMk cId="2764314322" sldId="359"/>
            <ac:spMk id="47" creationId="{D5CA2E9E-DE96-35B1-0D49-C47E83D0D33B}"/>
          </ac:spMkLst>
        </pc:spChg>
        <pc:spChg chg="mod">
          <ac:chgData name="Eigo, Jennifer" userId="e3b471ce-3052-4ace-a868-147a95701c6a" providerId="ADAL" clId="{662721CD-AB65-468A-8AD3-F9E41EAE1F6A}" dt="2025-08-16T00:12:42.999" v="343" actId="164"/>
          <ac:spMkLst>
            <pc:docMk/>
            <pc:sldMk cId="2764314322" sldId="359"/>
            <ac:spMk id="50" creationId="{0CE7E15B-9698-C637-9750-6C52EEE8D293}"/>
          </ac:spMkLst>
        </pc:spChg>
        <pc:spChg chg="mod">
          <ac:chgData name="Eigo, Jennifer" userId="e3b471ce-3052-4ace-a868-147a95701c6a" providerId="ADAL" clId="{662721CD-AB65-468A-8AD3-F9E41EAE1F6A}" dt="2025-08-16T01:04:41.597" v="2012"/>
          <ac:spMkLst>
            <pc:docMk/>
            <pc:sldMk cId="2764314322" sldId="359"/>
            <ac:spMk id="52" creationId="{13978BD8-9EF5-DBD0-363E-A65CA33FA317}"/>
          </ac:spMkLst>
        </pc:spChg>
        <pc:spChg chg="mod">
          <ac:chgData name="Eigo, Jennifer" userId="e3b471ce-3052-4ace-a868-147a95701c6a" providerId="ADAL" clId="{662721CD-AB65-468A-8AD3-F9E41EAE1F6A}" dt="2025-08-16T01:04:41.597" v="2012"/>
          <ac:spMkLst>
            <pc:docMk/>
            <pc:sldMk cId="2764314322" sldId="359"/>
            <ac:spMk id="57" creationId="{7B1BFF42-62F7-EAB9-5D45-42AADB798987}"/>
          </ac:spMkLst>
        </pc:spChg>
        <pc:spChg chg="mod">
          <ac:chgData name="Eigo, Jennifer" userId="e3b471ce-3052-4ace-a868-147a95701c6a" providerId="ADAL" clId="{662721CD-AB65-468A-8AD3-F9E41EAE1F6A}" dt="2025-08-16T01:04:41.597" v="2012"/>
          <ac:spMkLst>
            <pc:docMk/>
            <pc:sldMk cId="2764314322" sldId="359"/>
            <ac:spMk id="58" creationId="{19C7402E-AB61-F69A-6337-E8F10F6B2F73}"/>
          </ac:spMkLst>
        </pc:spChg>
        <pc:spChg chg="mod">
          <ac:chgData name="Eigo, Jennifer" userId="e3b471ce-3052-4ace-a868-147a95701c6a" providerId="ADAL" clId="{662721CD-AB65-468A-8AD3-F9E41EAE1F6A}" dt="2025-08-16T01:04:41.597" v="2012"/>
          <ac:spMkLst>
            <pc:docMk/>
            <pc:sldMk cId="2764314322" sldId="359"/>
            <ac:spMk id="61" creationId="{D860A9AE-64AD-E751-9D9B-F866A914F042}"/>
          </ac:spMkLst>
        </pc:spChg>
        <pc:spChg chg="mod">
          <ac:chgData name="Eigo, Jennifer" userId="e3b471ce-3052-4ace-a868-147a95701c6a" providerId="ADAL" clId="{662721CD-AB65-468A-8AD3-F9E41EAE1F6A}" dt="2025-08-16T01:04:41.597" v="2012"/>
          <ac:spMkLst>
            <pc:docMk/>
            <pc:sldMk cId="2764314322" sldId="359"/>
            <ac:spMk id="63" creationId="{2F925DEC-8548-C26A-A15E-316B82F35A8B}"/>
          </ac:spMkLst>
        </pc:spChg>
        <pc:spChg chg="mod">
          <ac:chgData name="Eigo, Jennifer" userId="e3b471ce-3052-4ace-a868-147a95701c6a" providerId="ADAL" clId="{662721CD-AB65-468A-8AD3-F9E41EAE1F6A}" dt="2025-08-16T01:15:10.588" v="2374" actId="113"/>
          <ac:spMkLst>
            <pc:docMk/>
            <pc:sldMk cId="2764314322" sldId="359"/>
            <ac:spMk id="25603" creationId="{C891A4AA-1394-D67E-B74D-08E7BF8A2D5D}"/>
          </ac:spMkLst>
        </pc:spChg>
        <pc:spChg chg="mod">
          <ac:chgData name="Eigo, Jennifer" userId="e3b471ce-3052-4ace-a868-147a95701c6a" providerId="ADAL" clId="{662721CD-AB65-468A-8AD3-F9E41EAE1F6A}" dt="2025-08-16T01:04:41.597" v="2012"/>
          <ac:spMkLst>
            <pc:docMk/>
            <pc:sldMk cId="2764314322" sldId="359"/>
            <ac:spMk id="25609" creationId="{77E98025-DBF3-33DA-B12B-3C08C5D462B2}"/>
          </ac:spMkLst>
        </pc:spChg>
        <pc:spChg chg="mod">
          <ac:chgData name="Eigo, Jennifer" userId="e3b471ce-3052-4ace-a868-147a95701c6a" providerId="ADAL" clId="{662721CD-AB65-468A-8AD3-F9E41EAE1F6A}" dt="2025-08-16T01:04:41.597" v="2012"/>
          <ac:spMkLst>
            <pc:docMk/>
            <pc:sldMk cId="2764314322" sldId="359"/>
            <ac:spMk id="25621" creationId="{15BE87CB-28F2-E9C3-D212-B67A043B868E}"/>
          </ac:spMkLst>
        </pc:spChg>
        <pc:spChg chg="mod">
          <ac:chgData name="Eigo, Jennifer" userId="e3b471ce-3052-4ace-a868-147a95701c6a" providerId="ADAL" clId="{662721CD-AB65-468A-8AD3-F9E41EAE1F6A}" dt="2025-08-16T01:04:41.597" v="2012"/>
          <ac:spMkLst>
            <pc:docMk/>
            <pc:sldMk cId="2764314322" sldId="359"/>
            <ac:spMk id="25624" creationId="{AEC7E20A-CE63-77F8-8E88-74C021A55523}"/>
          </ac:spMkLst>
        </pc:spChg>
        <pc:spChg chg="mod">
          <ac:chgData name="Eigo, Jennifer" userId="e3b471ce-3052-4ace-a868-147a95701c6a" providerId="ADAL" clId="{662721CD-AB65-468A-8AD3-F9E41EAE1F6A}" dt="2025-08-16T01:04:41.597" v="2012"/>
          <ac:spMkLst>
            <pc:docMk/>
            <pc:sldMk cId="2764314322" sldId="359"/>
            <ac:spMk id="25626" creationId="{6892323A-6BD0-9E65-CC07-826EA1B6A0EA}"/>
          </ac:spMkLst>
        </pc:spChg>
        <pc:spChg chg="mod">
          <ac:chgData name="Eigo, Jennifer" userId="e3b471ce-3052-4ace-a868-147a95701c6a" providerId="ADAL" clId="{662721CD-AB65-468A-8AD3-F9E41EAE1F6A}" dt="2025-08-16T01:04:41.597" v="2012"/>
          <ac:spMkLst>
            <pc:docMk/>
            <pc:sldMk cId="2764314322" sldId="359"/>
            <ac:spMk id="25633" creationId="{37BE6D94-3727-4131-3D73-6BF5DA3CA0BF}"/>
          </ac:spMkLst>
        </pc:spChg>
        <pc:grpChg chg="del mod">
          <ac:chgData name="Eigo, Jennifer" userId="e3b471ce-3052-4ace-a868-147a95701c6a" providerId="ADAL" clId="{662721CD-AB65-468A-8AD3-F9E41EAE1F6A}" dt="2025-08-16T00:40:08.553" v="1311" actId="478"/>
          <ac:grpSpMkLst>
            <pc:docMk/>
            <pc:sldMk cId="2764314322" sldId="359"/>
            <ac:grpSpMk id="2" creationId="{B973FA1E-1BBD-5272-0A82-84A0B7DEFE14}"/>
          </ac:grpSpMkLst>
        </pc:grpChg>
        <pc:grpChg chg="del mod">
          <ac:chgData name="Eigo, Jennifer" userId="e3b471ce-3052-4ace-a868-147a95701c6a" providerId="ADAL" clId="{662721CD-AB65-468A-8AD3-F9E41EAE1F6A}" dt="2025-08-16T00:40:11.499" v="1312" actId="478"/>
          <ac:grpSpMkLst>
            <pc:docMk/>
            <pc:sldMk cId="2764314322" sldId="359"/>
            <ac:grpSpMk id="5" creationId="{5961A82E-16E3-0772-CA81-F0A7CEC308CE}"/>
          </ac:grpSpMkLst>
        </pc:grpChg>
        <pc:picChg chg="mod">
          <ac:chgData name="Eigo, Jennifer" userId="e3b471ce-3052-4ace-a868-147a95701c6a" providerId="ADAL" clId="{662721CD-AB65-468A-8AD3-F9E41EAE1F6A}" dt="2025-08-16T00:35:08.818" v="788" actId="962"/>
          <ac:picMkLst>
            <pc:docMk/>
            <pc:sldMk cId="2764314322" sldId="359"/>
            <ac:picMk id="5128" creationId="{D4BED860-FC4A-6AAE-E038-348F640C5508}"/>
          </ac:picMkLst>
        </pc:picChg>
      </pc:sldChg>
      <pc:sldChg chg="addSp modSp add mod">
        <pc:chgData name="Eigo, Jennifer" userId="e3b471ce-3052-4ace-a868-147a95701c6a" providerId="ADAL" clId="{662721CD-AB65-468A-8AD3-F9E41EAE1F6A}" dt="2025-08-16T01:07:48.439" v="2016" actId="20577"/>
        <pc:sldMkLst>
          <pc:docMk/>
          <pc:sldMk cId="4191956123" sldId="360"/>
        </pc:sldMkLst>
        <pc:spChg chg="add mod">
          <ac:chgData name="Eigo, Jennifer" userId="e3b471ce-3052-4ace-a868-147a95701c6a" providerId="ADAL" clId="{662721CD-AB65-468A-8AD3-F9E41EAE1F6A}" dt="2025-08-16T00:41:13.392" v="1335" actId="1035"/>
          <ac:spMkLst>
            <pc:docMk/>
            <pc:sldMk cId="4191956123" sldId="360"/>
            <ac:spMk id="6" creationId="{F02C08AE-0034-811A-4667-1F33A66440D2}"/>
          </ac:spMkLst>
        </pc:spChg>
        <pc:spChg chg="add mod">
          <ac:chgData name="Eigo, Jennifer" userId="e3b471ce-3052-4ace-a868-147a95701c6a" providerId="ADAL" clId="{662721CD-AB65-468A-8AD3-F9E41EAE1F6A}" dt="2025-08-16T00:34:30.563" v="783" actId="164"/>
          <ac:spMkLst>
            <pc:docMk/>
            <pc:sldMk cId="4191956123" sldId="360"/>
            <ac:spMk id="51" creationId="{4D886C3F-8DBC-D571-30B4-72726C60ED6B}"/>
          </ac:spMkLst>
        </pc:spChg>
        <pc:spChg chg="mod">
          <ac:chgData name="Eigo, Jennifer" userId="e3b471ce-3052-4ace-a868-147a95701c6a" providerId="ADAL" clId="{662721CD-AB65-468A-8AD3-F9E41EAE1F6A}" dt="2025-08-16T01:07:48.439" v="2016" actId="20577"/>
          <ac:spMkLst>
            <pc:docMk/>
            <pc:sldMk cId="4191956123" sldId="360"/>
            <ac:spMk id="25603" creationId="{DDE6E5BA-6D45-F182-A120-11DBB724CE90}"/>
          </ac:spMkLst>
        </pc:spChg>
        <pc:grpChg chg="mod">
          <ac:chgData name="Eigo, Jennifer" userId="e3b471ce-3052-4ace-a868-147a95701c6a" providerId="ADAL" clId="{662721CD-AB65-468A-8AD3-F9E41EAE1F6A}" dt="2025-08-16T00:39:15.091" v="1292" actId="962"/>
          <ac:grpSpMkLst>
            <pc:docMk/>
            <pc:sldMk cId="4191956123" sldId="360"/>
            <ac:grpSpMk id="2" creationId="{5CDBC3D1-4CB4-C668-374A-40DEF87D0710}"/>
          </ac:grpSpMkLst>
        </pc:grpChg>
        <pc:grpChg chg="mod">
          <ac:chgData name="Eigo, Jennifer" userId="e3b471ce-3052-4ace-a868-147a95701c6a" providerId="ADAL" clId="{662721CD-AB65-468A-8AD3-F9E41EAE1F6A}" dt="2025-08-16T00:39:55.580" v="1310" actId="962"/>
          <ac:grpSpMkLst>
            <pc:docMk/>
            <pc:sldMk cId="4191956123" sldId="360"/>
            <ac:grpSpMk id="5" creationId="{E602873B-0BF0-F0A3-FEFD-B3C0CF526253}"/>
          </ac:grpSpMkLst>
        </pc:grpChg>
        <pc:grpChg chg="add mod">
          <ac:chgData name="Eigo, Jennifer" userId="e3b471ce-3052-4ace-a868-147a95701c6a" providerId="ADAL" clId="{662721CD-AB65-468A-8AD3-F9E41EAE1F6A}" dt="2025-08-16T00:34:37.143" v="784" actId="962"/>
          <ac:grpSpMkLst>
            <pc:docMk/>
            <pc:sldMk cId="4191956123" sldId="360"/>
            <ac:grpSpMk id="52" creationId="{76466087-4077-0F90-9A26-93A2E8DAB2A9}"/>
          </ac:grpSpMkLst>
        </pc:grpChg>
        <pc:picChg chg="mod">
          <ac:chgData name="Eigo, Jennifer" userId="e3b471ce-3052-4ace-a868-147a95701c6a" providerId="ADAL" clId="{662721CD-AB65-468A-8AD3-F9E41EAE1F6A}" dt="2025-08-16T00:34:30.563" v="783" actId="164"/>
          <ac:picMkLst>
            <pc:docMk/>
            <pc:sldMk cId="4191956123" sldId="360"/>
            <ac:picMk id="5128" creationId="{07402B55-637F-7908-69CD-90844A91B4F5}"/>
          </ac:picMkLst>
        </pc:picChg>
      </pc:sldChg>
      <pc:sldChg chg="modSp add mod ord">
        <pc:chgData name="Eigo, Jennifer" userId="e3b471ce-3052-4ace-a868-147a95701c6a" providerId="ADAL" clId="{662721CD-AB65-468A-8AD3-F9E41EAE1F6A}" dt="2025-08-16T01:15:19.423" v="2375" actId="113"/>
        <pc:sldMkLst>
          <pc:docMk/>
          <pc:sldMk cId="2416449523" sldId="361"/>
        </pc:sldMkLst>
        <pc:spChg chg="mod">
          <ac:chgData name="Eigo, Jennifer" userId="e3b471ce-3052-4ace-a868-147a95701c6a" providerId="ADAL" clId="{662721CD-AB65-468A-8AD3-F9E41EAE1F6A}" dt="2025-08-16T01:15:19.423" v="2375" actId="113"/>
          <ac:spMkLst>
            <pc:docMk/>
            <pc:sldMk cId="2416449523" sldId="361"/>
            <ac:spMk id="25603" creationId="{5535ADE6-35BC-D24C-1728-637723F22424}"/>
          </ac:spMkLst>
        </pc:spChg>
      </pc:sldChg>
      <pc:sldChg chg="delSp modSp add mod">
        <pc:chgData name="Eigo, Jennifer" userId="e3b471ce-3052-4ace-a868-147a95701c6a" providerId="ADAL" clId="{662721CD-AB65-468A-8AD3-F9E41EAE1F6A}" dt="2025-08-16T01:36:10.466" v="3792" actId="20577"/>
        <pc:sldMkLst>
          <pc:docMk/>
          <pc:sldMk cId="1958319383" sldId="362"/>
        </pc:sldMkLst>
        <pc:spChg chg="mod">
          <ac:chgData name="Eigo, Jennifer" userId="e3b471ce-3052-4ace-a868-147a95701c6a" providerId="ADAL" clId="{662721CD-AB65-468A-8AD3-F9E41EAE1F6A}" dt="2025-08-16T01:36:10.466" v="3792" actId="20577"/>
          <ac:spMkLst>
            <pc:docMk/>
            <pc:sldMk cId="1958319383" sldId="362"/>
            <ac:spMk id="5" creationId="{B44C631F-6733-D08C-990F-745FFED90C00}"/>
          </ac:spMkLst>
        </pc:spChg>
        <pc:spChg chg="mod">
          <ac:chgData name="Eigo, Jennifer" userId="e3b471ce-3052-4ace-a868-147a95701c6a" providerId="ADAL" clId="{662721CD-AB65-468A-8AD3-F9E41EAE1F6A}" dt="2025-08-16T01:12:22.629" v="2085" actId="20577"/>
          <ac:spMkLst>
            <pc:docMk/>
            <pc:sldMk cId="1958319383" sldId="362"/>
            <ac:spMk id="25602" creationId="{F122B433-E3F6-6050-F534-ED728AAD5901}"/>
          </ac:spMkLst>
        </pc:spChg>
        <pc:grpChg chg="del">
          <ac:chgData name="Eigo, Jennifer" userId="e3b471ce-3052-4ace-a868-147a95701c6a" providerId="ADAL" clId="{662721CD-AB65-468A-8AD3-F9E41EAE1F6A}" dt="2025-08-16T01:12:08.580" v="2064" actId="478"/>
          <ac:grpSpMkLst>
            <pc:docMk/>
            <pc:sldMk cId="1958319383" sldId="362"/>
            <ac:grpSpMk id="3" creationId="{4A6995D6-EEA5-1DE1-4946-ACA191595BD4}"/>
          </ac:grpSpMkLst>
        </pc:grpChg>
        <pc:cxnChg chg="del">
          <ac:chgData name="Eigo, Jennifer" userId="e3b471ce-3052-4ace-a868-147a95701c6a" providerId="ADAL" clId="{662721CD-AB65-468A-8AD3-F9E41EAE1F6A}" dt="2025-08-16T01:12:30.630" v="2086" actId="478"/>
          <ac:cxnSpMkLst>
            <pc:docMk/>
            <pc:sldMk cId="1958319383" sldId="362"/>
            <ac:cxnSpMk id="6" creationId="{8F73E9BB-A569-E961-9CED-05E8821E481B}"/>
          </ac:cxnSpMkLst>
        </pc:cxnChg>
      </pc:sldChg>
      <pc:sldChg chg="addSp modSp add mod">
        <pc:chgData name="Eigo, Jennifer" userId="e3b471ce-3052-4ace-a868-147a95701c6a" providerId="ADAL" clId="{662721CD-AB65-468A-8AD3-F9E41EAE1F6A}" dt="2025-08-16T01:37:07.120" v="3934" actId="1076"/>
        <pc:sldMkLst>
          <pc:docMk/>
          <pc:sldMk cId="665467827" sldId="363"/>
        </pc:sldMkLst>
        <pc:spChg chg="mod">
          <ac:chgData name="Eigo, Jennifer" userId="e3b471ce-3052-4ace-a868-147a95701c6a" providerId="ADAL" clId="{662721CD-AB65-468A-8AD3-F9E41EAE1F6A}" dt="2025-08-16T01:19:15.961" v="2693" actId="6549"/>
          <ac:spMkLst>
            <pc:docMk/>
            <pc:sldMk cId="665467827" sldId="363"/>
            <ac:spMk id="5" creationId="{A3D747BA-CA4F-03BC-EF0B-EF6B26626CCB}"/>
          </ac:spMkLst>
        </pc:spChg>
        <pc:spChg chg="mod">
          <ac:chgData name="Eigo, Jennifer" userId="e3b471ce-3052-4ace-a868-147a95701c6a" providerId="ADAL" clId="{662721CD-AB65-468A-8AD3-F9E41EAE1F6A}" dt="2025-08-16T01:18:21.425" v="2544" actId="20577"/>
          <ac:spMkLst>
            <pc:docMk/>
            <pc:sldMk cId="665467827" sldId="363"/>
            <ac:spMk id="25602" creationId="{0A28655E-2AB8-3EB0-29C0-4C267DC575DE}"/>
          </ac:spMkLst>
        </pc:spChg>
        <pc:picChg chg="add mod">
          <ac:chgData name="Eigo, Jennifer" userId="e3b471ce-3052-4ace-a868-147a95701c6a" providerId="ADAL" clId="{662721CD-AB65-468A-8AD3-F9E41EAE1F6A}" dt="2025-08-16T01:37:07.120" v="3934" actId="1076"/>
          <ac:picMkLst>
            <pc:docMk/>
            <pc:sldMk cId="665467827" sldId="363"/>
            <ac:picMk id="2" creationId="{D92E7B04-9D99-841C-FCD4-00EC92F9238F}"/>
          </ac:picMkLst>
        </pc:picChg>
      </pc:sldChg>
      <pc:sldChg chg="addSp modSp add mod">
        <pc:chgData name="Eigo, Jennifer" userId="e3b471ce-3052-4ace-a868-147a95701c6a" providerId="ADAL" clId="{662721CD-AB65-468A-8AD3-F9E41EAE1F6A}" dt="2025-08-16T01:26:06.100" v="3082" actId="20577"/>
        <pc:sldMkLst>
          <pc:docMk/>
          <pc:sldMk cId="1560724633" sldId="364"/>
        </pc:sldMkLst>
        <pc:spChg chg="mod">
          <ac:chgData name="Eigo, Jennifer" userId="e3b471ce-3052-4ace-a868-147a95701c6a" providerId="ADAL" clId="{662721CD-AB65-468A-8AD3-F9E41EAE1F6A}" dt="2025-08-16T01:26:06.100" v="3082" actId="20577"/>
          <ac:spMkLst>
            <pc:docMk/>
            <pc:sldMk cId="1560724633" sldId="364"/>
            <ac:spMk id="5" creationId="{946A9E06-F92E-0290-FDD4-B2F9383F6C7D}"/>
          </ac:spMkLst>
        </pc:spChg>
        <pc:spChg chg="mod">
          <ac:chgData name="Eigo, Jennifer" userId="e3b471ce-3052-4ace-a868-147a95701c6a" providerId="ADAL" clId="{662721CD-AB65-468A-8AD3-F9E41EAE1F6A}" dt="2025-08-16T01:18:32.729" v="2567" actId="20577"/>
          <ac:spMkLst>
            <pc:docMk/>
            <pc:sldMk cId="1560724633" sldId="364"/>
            <ac:spMk id="25602" creationId="{53E5033E-0522-64AA-890A-A8DDECF48C79}"/>
          </ac:spMkLst>
        </pc:spChg>
        <pc:picChg chg="add mod">
          <ac:chgData name="Eigo, Jennifer" userId="e3b471ce-3052-4ace-a868-147a95701c6a" providerId="ADAL" clId="{662721CD-AB65-468A-8AD3-F9E41EAE1F6A}" dt="2025-08-16T01:25:40.049" v="3067" actId="1076"/>
          <ac:picMkLst>
            <pc:docMk/>
            <pc:sldMk cId="1560724633" sldId="364"/>
            <ac:picMk id="3" creationId="{826203F4-91BB-C3F0-4E71-BCDBD02092B0}"/>
          </ac:picMkLst>
        </pc:picChg>
      </pc:sldChg>
      <pc:sldChg chg="modSp add mod">
        <pc:chgData name="Eigo, Jennifer" userId="e3b471ce-3052-4ace-a868-147a95701c6a" providerId="ADAL" clId="{662721CD-AB65-468A-8AD3-F9E41EAE1F6A}" dt="2025-08-16T01:27:25.145" v="3178" actId="20577"/>
        <pc:sldMkLst>
          <pc:docMk/>
          <pc:sldMk cId="1689274506" sldId="365"/>
        </pc:sldMkLst>
        <pc:spChg chg="mod">
          <ac:chgData name="Eigo, Jennifer" userId="e3b471ce-3052-4ace-a868-147a95701c6a" providerId="ADAL" clId="{662721CD-AB65-468A-8AD3-F9E41EAE1F6A}" dt="2025-08-16T01:27:25.145" v="3178" actId="20577"/>
          <ac:spMkLst>
            <pc:docMk/>
            <pc:sldMk cId="1689274506" sldId="365"/>
            <ac:spMk id="5" creationId="{19CF9A2F-205B-EC48-58EF-EB54F318CB6D}"/>
          </ac:spMkLst>
        </pc:spChg>
      </pc:sldChg>
      <pc:sldChg chg="modSp add mod ord">
        <pc:chgData name="Eigo, Jennifer" userId="e3b471ce-3052-4ace-a868-147a95701c6a" providerId="ADAL" clId="{662721CD-AB65-468A-8AD3-F9E41EAE1F6A}" dt="2025-08-16T13:35:58.312" v="4528" actId="20577"/>
        <pc:sldMkLst>
          <pc:docMk/>
          <pc:sldMk cId="2890774524" sldId="366"/>
        </pc:sldMkLst>
        <pc:spChg chg="mod">
          <ac:chgData name="Eigo, Jennifer" userId="e3b471ce-3052-4ace-a868-147a95701c6a" providerId="ADAL" clId="{662721CD-AB65-468A-8AD3-F9E41EAE1F6A}" dt="2025-08-16T13:35:58.312" v="4528" actId="20577"/>
          <ac:spMkLst>
            <pc:docMk/>
            <pc:sldMk cId="2890774524" sldId="366"/>
            <ac:spMk id="5" creationId="{80EEAA62-C77A-B044-5F5C-F5707DEB5F49}"/>
          </ac:spMkLst>
        </pc:spChg>
        <pc:spChg chg="mod">
          <ac:chgData name="Eigo, Jennifer" userId="e3b471ce-3052-4ace-a868-147a95701c6a" providerId="ADAL" clId="{662721CD-AB65-468A-8AD3-F9E41EAE1F6A}" dt="2025-08-16T01:27:59.759" v="3204" actId="20577"/>
          <ac:spMkLst>
            <pc:docMk/>
            <pc:sldMk cId="2890774524" sldId="366"/>
            <ac:spMk id="25602" creationId="{B023E97F-5C9D-3582-18EF-4C03550AF6B7}"/>
          </ac:spMkLst>
        </pc:spChg>
      </pc:sldChg>
      <pc:sldChg chg="addSp modSp add mod">
        <pc:chgData name="Eigo, Jennifer" userId="e3b471ce-3052-4ace-a868-147a95701c6a" providerId="ADAL" clId="{662721CD-AB65-468A-8AD3-F9E41EAE1F6A}" dt="2025-08-16T13:36:58.350" v="4536" actId="20577"/>
        <pc:sldMkLst>
          <pc:docMk/>
          <pc:sldMk cId="3805221080" sldId="367"/>
        </pc:sldMkLst>
        <pc:spChg chg="mod">
          <ac:chgData name="Eigo, Jennifer" userId="e3b471ce-3052-4ace-a868-147a95701c6a" providerId="ADAL" clId="{662721CD-AB65-468A-8AD3-F9E41EAE1F6A}" dt="2025-08-16T13:36:58.350" v="4536" actId="20577"/>
          <ac:spMkLst>
            <pc:docMk/>
            <pc:sldMk cId="3805221080" sldId="367"/>
            <ac:spMk id="5" creationId="{14F0C91D-0A3C-1407-E95F-56B9EE64179A}"/>
          </ac:spMkLst>
        </pc:spChg>
        <pc:picChg chg="add mod">
          <ac:chgData name="Eigo, Jennifer" userId="e3b471ce-3052-4ace-a868-147a95701c6a" providerId="ADAL" clId="{662721CD-AB65-468A-8AD3-F9E41EAE1F6A}" dt="2025-08-16T01:36:53.886" v="3932" actId="962"/>
          <ac:picMkLst>
            <pc:docMk/>
            <pc:sldMk cId="3805221080" sldId="367"/>
            <ac:picMk id="3" creationId="{41D1419C-122C-9AC3-6770-DC5DA643DA8B}"/>
          </ac:picMkLst>
        </pc:picChg>
      </pc:sldChg>
      <pc:sldChg chg="modSp add mod">
        <pc:chgData name="Eigo, Jennifer" userId="e3b471ce-3052-4ace-a868-147a95701c6a" providerId="ADAL" clId="{662721CD-AB65-468A-8AD3-F9E41EAE1F6A}" dt="2025-08-16T01:49:57.639" v="4512" actId="20577"/>
        <pc:sldMkLst>
          <pc:docMk/>
          <pc:sldMk cId="1885042111" sldId="368"/>
        </pc:sldMkLst>
        <pc:spChg chg="mod">
          <ac:chgData name="Eigo, Jennifer" userId="e3b471ce-3052-4ace-a868-147a95701c6a" providerId="ADAL" clId="{662721CD-AB65-468A-8AD3-F9E41EAE1F6A}" dt="2025-08-16T01:49:57.639" v="4512" actId="20577"/>
          <ac:spMkLst>
            <pc:docMk/>
            <pc:sldMk cId="1885042111" sldId="368"/>
            <ac:spMk id="63491" creationId="{B3A1321E-4681-AB2B-72D2-2FA46DCB39D0}"/>
          </ac:spMkLst>
        </pc:spChg>
      </pc:sldChg>
      <pc:sldChg chg="addSp delSp modSp add mod">
        <pc:chgData name="Eigo, Jennifer" userId="e3b471ce-3052-4ace-a868-147a95701c6a" providerId="ADAL" clId="{662721CD-AB65-468A-8AD3-F9E41EAE1F6A}" dt="2025-08-16T01:48:51.178" v="4429" actId="962"/>
        <pc:sldMkLst>
          <pc:docMk/>
          <pc:sldMk cId="30931829" sldId="369"/>
        </pc:sldMkLst>
        <pc:spChg chg="mod">
          <ac:chgData name="Eigo, Jennifer" userId="e3b471ce-3052-4ace-a868-147a95701c6a" providerId="ADAL" clId="{662721CD-AB65-468A-8AD3-F9E41EAE1F6A}" dt="2025-08-16T01:48:22.684" v="4311" actId="6549"/>
          <ac:spMkLst>
            <pc:docMk/>
            <pc:sldMk cId="30931829" sldId="369"/>
            <ac:spMk id="5" creationId="{663FBDDD-8501-7C9B-214F-1987B7A1A6D2}"/>
          </ac:spMkLst>
        </pc:spChg>
        <pc:spChg chg="mod">
          <ac:chgData name="Eigo, Jennifer" userId="e3b471ce-3052-4ace-a868-147a95701c6a" providerId="ADAL" clId="{662721CD-AB65-468A-8AD3-F9E41EAE1F6A}" dt="2025-08-16T01:45:06.325" v="4050" actId="20577"/>
          <ac:spMkLst>
            <pc:docMk/>
            <pc:sldMk cId="30931829" sldId="369"/>
            <ac:spMk id="25602" creationId="{01E7AB63-182C-12A5-C0A2-A11EE2583CDB}"/>
          </ac:spMkLst>
        </pc:spChg>
        <pc:picChg chg="del">
          <ac:chgData name="Eigo, Jennifer" userId="e3b471ce-3052-4ace-a868-147a95701c6a" providerId="ADAL" clId="{662721CD-AB65-468A-8AD3-F9E41EAE1F6A}" dt="2025-08-16T01:45:08.653" v="4051" actId="478"/>
          <ac:picMkLst>
            <pc:docMk/>
            <pc:sldMk cId="30931829" sldId="369"/>
            <ac:picMk id="3" creationId="{8261B352-B3DC-464B-7B9D-BEE0FF80B955}"/>
          </ac:picMkLst>
        </pc:picChg>
        <pc:picChg chg="add mod">
          <ac:chgData name="Eigo, Jennifer" userId="e3b471ce-3052-4ace-a868-147a95701c6a" providerId="ADAL" clId="{662721CD-AB65-468A-8AD3-F9E41EAE1F6A}" dt="2025-08-16T01:48:51.178" v="4429" actId="962"/>
          <ac:picMkLst>
            <pc:docMk/>
            <pc:sldMk cId="30931829" sldId="369"/>
            <ac:picMk id="6" creationId="{B8321FB2-A5AC-4A1F-F149-690246086E2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3027363" cy="465138"/>
          </a:xfrm>
          <a:prstGeom prst="rect">
            <a:avLst/>
          </a:prstGeom>
          <a:noFill/>
          <a:ln w="9525">
            <a:noFill/>
            <a:miter lim="800000"/>
            <a:headEnd/>
            <a:tailEnd/>
          </a:ln>
          <a:effectLst/>
        </p:spPr>
        <p:txBody>
          <a:bodyPr vert="horz" wrap="square" lIns="92951" tIns="46476" rIns="92951" bIns="46476" numCol="1" anchor="t" anchorCtr="0" compatLnSpc="1">
            <a:prstTxWarp prst="textNoShape">
              <a:avLst/>
            </a:prstTxWarp>
          </a:bodyPr>
          <a:lstStyle>
            <a:lvl1pPr defTabSz="930275" eaLnBrk="1" hangingPunct="1">
              <a:defRPr sz="1200">
                <a:latin typeface="Tahoma" charset="0"/>
              </a:defRPr>
            </a:lvl1pPr>
          </a:lstStyle>
          <a:p>
            <a:pPr>
              <a:defRPr/>
            </a:pPr>
            <a:endParaRPr lang="en-US"/>
          </a:p>
        </p:txBody>
      </p:sp>
      <p:sp>
        <p:nvSpPr>
          <p:cNvPr id="106499" name="Rectangle 3"/>
          <p:cNvSpPr>
            <a:spLocks noGrp="1" noChangeArrowheads="1"/>
          </p:cNvSpPr>
          <p:nvPr>
            <p:ph type="dt" sz="quarter" idx="1"/>
          </p:nvPr>
        </p:nvSpPr>
        <p:spPr bwMode="auto">
          <a:xfrm>
            <a:off x="3957638" y="0"/>
            <a:ext cx="3027362" cy="465138"/>
          </a:xfrm>
          <a:prstGeom prst="rect">
            <a:avLst/>
          </a:prstGeom>
          <a:noFill/>
          <a:ln w="9525">
            <a:noFill/>
            <a:miter lim="800000"/>
            <a:headEnd/>
            <a:tailEnd/>
          </a:ln>
          <a:effectLst/>
        </p:spPr>
        <p:txBody>
          <a:bodyPr vert="horz" wrap="square" lIns="92951" tIns="46476" rIns="92951" bIns="46476" numCol="1" anchor="t" anchorCtr="0" compatLnSpc="1">
            <a:prstTxWarp prst="textNoShape">
              <a:avLst/>
            </a:prstTxWarp>
          </a:bodyPr>
          <a:lstStyle>
            <a:lvl1pPr algn="r" defTabSz="930275" eaLnBrk="1" hangingPunct="1">
              <a:defRPr sz="1200">
                <a:latin typeface="Tahoma" charset="0"/>
              </a:defRPr>
            </a:lvl1pPr>
          </a:lstStyle>
          <a:p>
            <a:pPr>
              <a:defRPr/>
            </a:pPr>
            <a:endParaRPr lang="en-US"/>
          </a:p>
        </p:txBody>
      </p:sp>
      <p:sp>
        <p:nvSpPr>
          <p:cNvPr id="106500" name="Rectangle 4"/>
          <p:cNvSpPr>
            <a:spLocks noGrp="1" noChangeArrowheads="1"/>
          </p:cNvSpPr>
          <p:nvPr>
            <p:ph type="ftr" sz="quarter" idx="2"/>
          </p:nvPr>
        </p:nvSpPr>
        <p:spPr bwMode="auto">
          <a:xfrm>
            <a:off x="0" y="8818563"/>
            <a:ext cx="3027363" cy="465137"/>
          </a:xfrm>
          <a:prstGeom prst="rect">
            <a:avLst/>
          </a:prstGeom>
          <a:noFill/>
          <a:ln w="9525">
            <a:noFill/>
            <a:miter lim="800000"/>
            <a:headEnd/>
            <a:tailEnd/>
          </a:ln>
          <a:effectLst/>
        </p:spPr>
        <p:txBody>
          <a:bodyPr vert="horz" wrap="square" lIns="92951" tIns="46476" rIns="92951" bIns="46476" numCol="1" anchor="b" anchorCtr="0" compatLnSpc="1">
            <a:prstTxWarp prst="textNoShape">
              <a:avLst/>
            </a:prstTxWarp>
          </a:bodyPr>
          <a:lstStyle>
            <a:lvl1pPr defTabSz="930275" eaLnBrk="1" hangingPunct="1">
              <a:defRPr sz="1200">
                <a:latin typeface="Tahoma" charset="0"/>
              </a:defRPr>
            </a:lvl1pPr>
          </a:lstStyle>
          <a:p>
            <a:pPr>
              <a:defRPr/>
            </a:pPr>
            <a:endParaRPr lang="en-US"/>
          </a:p>
        </p:txBody>
      </p:sp>
      <p:sp>
        <p:nvSpPr>
          <p:cNvPr id="106501" name="Rectangle 5"/>
          <p:cNvSpPr>
            <a:spLocks noGrp="1" noChangeArrowheads="1"/>
          </p:cNvSpPr>
          <p:nvPr>
            <p:ph type="sldNum" sz="quarter" idx="3"/>
          </p:nvPr>
        </p:nvSpPr>
        <p:spPr bwMode="auto">
          <a:xfrm>
            <a:off x="3957638" y="8818563"/>
            <a:ext cx="3027362" cy="465137"/>
          </a:xfrm>
          <a:prstGeom prst="rect">
            <a:avLst/>
          </a:prstGeom>
          <a:noFill/>
          <a:ln w="9525">
            <a:noFill/>
            <a:miter lim="800000"/>
            <a:headEnd/>
            <a:tailEnd/>
          </a:ln>
          <a:effectLst/>
        </p:spPr>
        <p:txBody>
          <a:bodyPr vert="horz" wrap="square" lIns="92951" tIns="46476" rIns="92951" bIns="46476" numCol="1" anchor="b" anchorCtr="0" compatLnSpc="1">
            <a:prstTxWarp prst="textNoShape">
              <a:avLst/>
            </a:prstTxWarp>
          </a:bodyPr>
          <a:lstStyle>
            <a:lvl1pPr algn="r" defTabSz="930275" eaLnBrk="1" hangingPunct="1">
              <a:defRPr sz="1200"/>
            </a:lvl1pPr>
          </a:lstStyle>
          <a:p>
            <a:pPr>
              <a:defRPr/>
            </a:pPr>
            <a:fld id="{EDBBAC41-BA91-4F4B-A4B1-25C2E0B4C955}"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xfrm>
            <a:off x="0" y="0"/>
            <a:ext cx="3027363" cy="465138"/>
          </a:xfrm>
          <a:prstGeom prst="rect">
            <a:avLst/>
          </a:prstGeom>
          <a:noFill/>
          <a:ln w="9525">
            <a:noFill/>
            <a:miter lim="800000"/>
            <a:headEnd/>
            <a:tailEnd/>
          </a:ln>
          <a:effectLst/>
        </p:spPr>
        <p:txBody>
          <a:bodyPr vert="horz" wrap="square" lIns="92951" tIns="46476" rIns="92951" bIns="46476" numCol="1" anchor="t" anchorCtr="0" compatLnSpc="1">
            <a:prstTxWarp prst="textNoShape">
              <a:avLst/>
            </a:prstTxWarp>
          </a:bodyPr>
          <a:lstStyle>
            <a:lvl1pPr defTabSz="930275" eaLnBrk="1" hangingPunct="1">
              <a:defRPr sz="1200">
                <a:latin typeface="Tahoma" charset="0"/>
              </a:defRPr>
            </a:lvl1pPr>
          </a:lstStyle>
          <a:p>
            <a:pPr>
              <a:defRPr/>
            </a:pPr>
            <a:endParaRPr lang="en-US"/>
          </a:p>
        </p:txBody>
      </p:sp>
      <p:sp>
        <p:nvSpPr>
          <p:cNvPr id="96259" name="Rectangle 3"/>
          <p:cNvSpPr>
            <a:spLocks noGrp="1" noChangeArrowheads="1"/>
          </p:cNvSpPr>
          <p:nvPr>
            <p:ph type="dt" idx="1"/>
          </p:nvPr>
        </p:nvSpPr>
        <p:spPr bwMode="auto">
          <a:xfrm>
            <a:off x="3957638" y="0"/>
            <a:ext cx="3027362" cy="465138"/>
          </a:xfrm>
          <a:prstGeom prst="rect">
            <a:avLst/>
          </a:prstGeom>
          <a:noFill/>
          <a:ln w="9525">
            <a:noFill/>
            <a:miter lim="800000"/>
            <a:headEnd/>
            <a:tailEnd/>
          </a:ln>
          <a:effectLst/>
        </p:spPr>
        <p:txBody>
          <a:bodyPr vert="horz" wrap="square" lIns="92951" tIns="46476" rIns="92951" bIns="46476" numCol="1" anchor="t" anchorCtr="0" compatLnSpc="1">
            <a:prstTxWarp prst="textNoShape">
              <a:avLst/>
            </a:prstTxWarp>
          </a:bodyPr>
          <a:lstStyle>
            <a:lvl1pPr algn="r" defTabSz="930275" eaLnBrk="1" hangingPunct="1">
              <a:defRPr sz="1200">
                <a:latin typeface="Tahoma" charset="0"/>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71575"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61" name="Rectangle 5"/>
          <p:cNvSpPr>
            <a:spLocks noGrp="1" noChangeArrowheads="1"/>
          </p:cNvSpPr>
          <p:nvPr>
            <p:ph type="body" sz="quarter" idx="3"/>
          </p:nvPr>
        </p:nvSpPr>
        <p:spPr bwMode="auto">
          <a:xfrm>
            <a:off x="931863" y="4410075"/>
            <a:ext cx="5121275" cy="4178300"/>
          </a:xfrm>
          <a:prstGeom prst="rect">
            <a:avLst/>
          </a:prstGeom>
          <a:noFill/>
          <a:ln w="9525">
            <a:noFill/>
            <a:miter lim="800000"/>
            <a:headEnd/>
            <a:tailEnd/>
          </a:ln>
          <a:effectLst/>
        </p:spPr>
        <p:txBody>
          <a:bodyPr vert="horz" wrap="square" lIns="92951" tIns="46476" rIns="92951" bIns="4647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6262" name="Rectangle 6"/>
          <p:cNvSpPr>
            <a:spLocks noGrp="1" noChangeArrowheads="1"/>
          </p:cNvSpPr>
          <p:nvPr>
            <p:ph type="ftr" sz="quarter" idx="4"/>
          </p:nvPr>
        </p:nvSpPr>
        <p:spPr bwMode="auto">
          <a:xfrm>
            <a:off x="0" y="8818563"/>
            <a:ext cx="3027363" cy="465137"/>
          </a:xfrm>
          <a:prstGeom prst="rect">
            <a:avLst/>
          </a:prstGeom>
          <a:noFill/>
          <a:ln w="9525">
            <a:noFill/>
            <a:miter lim="800000"/>
            <a:headEnd/>
            <a:tailEnd/>
          </a:ln>
          <a:effectLst/>
        </p:spPr>
        <p:txBody>
          <a:bodyPr vert="horz" wrap="square" lIns="92951" tIns="46476" rIns="92951" bIns="46476" numCol="1" anchor="b" anchorCtr="0" compatLnSpc="1">
            <a:prstTxWarp prst="textNoShape">
              <a:avLst/>
            </a:prstTxWarp>
          </a:bodyPr>
          <a:lstStyle>
            <a:lvl1pPr defTabSz="930275" eaLnBrk="1" hangingPunct="1">
              <a:defRPr sz="1200">
                <a:latin typeface="Tahoma" charset="0"/>
              </a:defRPr>
            </a:lvl1pPr>
          </a:lstStyle>
          <a:p>
            <a:pPr>
              <a:defRPr/>
            </a:pPr>
            <a:endParaRPr lang="en-US"/>
          </a:p>
        </p:txBody>
      </p:sp>
      <p:sp>
        <p:nvSpPr>
          <p:cNvPr id="96263" name="Rectangle 7"/>
          <p:cNvSpPr>
            <a:spLocks noGrp="1" noChangeArrowheads="1"/>
          </p:cNvSpPr>
          <p:nvPr>
            <p:ph type="sldNum" sz="quarter" idx="5"/>
          </p:nvPr>
        </p:nvSpPr>
        <p:spPr bwMode="auto">
          <a:xfrm>
            <a:off x="3957638" y="8818563"/>
            <a:ext cx="3027362" cy="465137"/>
          </a:xfrm>
          <a:prstGeom prst="rect">
            <a:avLst/>
          </a:prstGeom>
          <a:noFill/>
          <a:ln w="9525">
            <a:noFill/>
            <a:miter lim="800000"/>
            <a:headEnd/>
            <a:tailEnd/>
          </a:ln>
          <a:effectLst/>
        </p:spPr>
        <p:txBody>
          <a:bodyPr vert="horz" wrap="square" lIns="92951" tIns="46476" rIns="92951" bIns="46476" numCol="1" anchor="b" anchorCtr="0" compatLnSpc="1">
            <a:prstTxWarp prst="textNoShape">
              <a:avLst/>
            </a:prstTxWarp>
          </a:bodyPr>
          <a:lstStyle>
            <a:lvl1pPr algn="r" defTabSz="930275" eaLnBrk="1" hangingPunct="1">
              <a:defRPr sz="1200"/>
            </a:lvl1pPr>
          </a:lstStyle>
          <a:p>
            <a:pPr>
              <a:defRPr/>
            </a:pPr>
            <a:fld id="{DC8F0727-31F8-4A36-90A9-ADFE5D21B49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17D3408D-33AC-5E3B-79EE-D55456A19F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E60FEE02-3D24-8D76-28E0-0A62505DD0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
        <p:nvSpPr>
          <p:cNvPr id="8196" name="Slide Number Placeholder 3">
            <a:extLst>
              <a:ext uri="{FF2B5EF4-FFF2-40B4-BE49-F238E27FC236}">
                <a16:creationId xmlns:a16="http://schemas.microsoft.com/office/drawing/2014/main" id="{1829D529-AE52-6B47-84B6-85787C4216B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3211DC20-0FCC-403B-94C7-5D21AFD81875}"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2</a:t>
            </a:fld>
            <a:endParaRPr lang="en-US" altLang="en-US">
              <a:latin typeface="Arial" panose="020B0604020202020204" pitchFamily="34" charset="0"/>
            </a:endParaRPr>
          </a:p>
        </p:txBody>
      </p:sp>
    </p:spTree>
    <p:extLst>
      <p:ext uri="{BB962C8B-B14F-4D97-AF65-F5344CB8AC3E}">
        <p14:creationId xmlns:p14="http://schemas.microsoft.com/office/powerpoint/2010/main" val="2281514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3</a:t>
            </a:fld>
            <a:endParaRPr lang="en-US" altLang="en-US">
              <a:latin typeface="Arial" panose="020B0604020202020204" pitchFamily="34" charset="0"/>
            </a:endParaRPr>
          </a:p>
        </p:txBody>
      </p:sp>
    </p:spTree>
    <p:extLst>
      <p:ext uri="{BB962C8B-B14F-4D97-AF65-F5344CB8AC3E}">
        <p14:creationId xmlns:p14="http://schemas.microsoft.com/office/powerpoint/2010/main" val="2605468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E8CDAD0-299B-475F-B598-DB146A89371D}" type="slidenum">
              <a:rPr lang="en-US" altLang="en-US"/>
              <a:pPr>
                <a:spcBef>
                  <a:spcPct val="0"/>
                </a:spcBef>
              </a:pPr>
              <a:t>4</a:t>
            </a:fld>
            <a:endParaRPr lang="en-US" altLang="en-US"/>
          </a:p>
        </p:txBody>
      </p:sp>
    </p:spTree>
    <p:extLst>
      <p:ext uri="{BB962C8B-B14F-4D97-AF65-F5344CB8AC3E}">
        <p14:creationId xmlns:p14="http://schemas.microsoft.com/office/powerpoint/2010/main" val="2242329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5</a:t>
            </a:fld>
            <a:endParaRPr lang="en-US" altLang="en-US">
              <a:latin typeface="Arial" panose="020B0604020202020204" pitchFamily="34" charset="0"/>
            </a:endParaRPr>
          </a:p>
        </p:txBody>
      </p:sp>
    </p:spTree>
    <p:extLst>
      <p:ext uri="{BB962C8B-B14F-4D97-AF65-F5344CB8AC3E}">
        <p14:creationId xmlns:p14="http://schemas.microsoft.com/office/powerpoint/2010/main" val="1522768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6</a:t>
            </a:fld>
            <a:endParaRPr lang="en-US" altLang="en-US">
              <a:latin typeface="Arial" panose="020B0604020202020204" pitchFamily="34" charset="0"/>
            </a:endParaRPr>
          </a:p>
        </p:txBody>
      </p:sp>
    </p:spTree>
    <p:extLst>
      <p:ext uri="{BB962C8B-B14F-4D97-AF65-F5344CB8AC3E}">
        <p14:creationId xmlns:p14="http://schemas.microsoft.com/office/powerpoint/2010/main" val="3709533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7</a:t>
            </a:fld>
            <a:endParaRPr lang="en-US" altLang="en-US">
              <a:latin typeface="Arial" panose="020B0604020202020204" pitchFamily="34" charset="0"/>
            </a:endParaRPr>
          </a:p>
        </p:txBody>
      </p:sp>
    </p:spTree>
    <p:extLst>
      <p:ext uri="{BB962C8B-B14F-4D97-AF65-F5344CB8AC3E}">
        <p14:creationId xmlns:p14="http://schemas.microsoft.com/office/powerpoint/2010/main" val="2065926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064B23-3B4C-4D0D-9E14-15FC95BEDB15}"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748991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A7421FC-8B62-4CC1-8C7D-EC6DE099C27D}" type="slidenum">
              <a:rPr lang="en-US" altLang="en-US"/>
              <a:pPr>
                <a:spcBef>
                  <a:spcPct val="0"/>
                </a:spcBef>
              </a:pPr>
              <a:t>9</a:t>
            </a:fld>
            <a:endParaRPr lang="en-US" altLang="en-US"/>
          </a:p>
        </p:txBody>
      </p:sp>
    </p:spTree>
    <p:extLst>
      <p:ext uri="{BB962C8B-B14F-4D97-AF65-F5344CB8AC3E}">
        <p14:creationId xmlns:p14="http://schemas.microsoft.com/office/powerpoint/2010/main" val="3209633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99C6D1-B225-4D3B-B9ED-20ADFB055E77}" type="slidenum">
              <a:rPr lang="en-US" altLang="en-US"/>
              <a:pPr>
                <a:spcBef>
                  <a:spcPct val="0"/>
                </a:spcBef>
              </a:pPr>
              <a:t>10</a:t>
            </a:fld>
            <a:endParaRPr lang="en-US" altLang="en-US"/>
          </a:p>
        </p:txBody>
      </p:sp>
    </p:spTree>
    <p:extLst>
      <p:ext uri="{BB962C8B-B14F-4D97-AF65-F5344CB8AC3E}">
        <p14:creationId xmlns:p14="http://schemas.microsoft.com/office/powerpoint/2010/main" val="2055076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11</a:t>
            </a:fld>
            <a:endParaRPr lang="en-US" altLang="en-US"/>
          </a:p>
        </p:txBody>
      </p:sp>
    </p:spTree>
    <p:extLst>
      <p:ext uri="{BB962C8B-B14F-4D97-AF65-F5344CB8AC3E}">
        <p14:creationId xmlns:p14="http://schemas.microsoft.com/office/powerpoint/2010/main" val="1021989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12</a:t>
            </a:fld>
            <a:endParaRPr lang="en-US" altLang="en-US"/>
          </a:p>
        </p:txBody>
      </p:sp>
    </p:spTree>
    <p:extLst>
      <p:ext uri="{BB962C8B-B14F-4D97-AF65-F5344CB8AC3E}">
        <p14:creationId xmlns:p14="http://schemas.microsoft.com/office/powerpoint/2010/main" val="2547220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13</a:t>
            </a:fld>
            <a:endParaRPr lang="en-US" altLang="en-US"/>
          </a:p>
        </p:txBody>
      </p:sp>
    </p:spTree>
    <p:extLst>
      <p:ext uri="{BB962C8B-B14F-4D97-AF65-F5344CB8AC3E}">
        <p14:creationId xmlns:p14="http://schemas.microsoft.com/office/powerpoint/2010/main" val="235207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14</a:t>
            </a:fld>
            <a:endParaRPr lang="en-US" altLang="en-US"/>
          </a:p>
        </p:txBody>
      </p:sp>
    </p:spTree>
    <p:extLst>
      <p:ext uri="{BB962C8B-B14F-4D97-AF65-F5344CB8AC3E}">
        <p14:creationId xmlns:p14="http://schemas.microsoft.com/office/powerpoint/2010/main" val="1610303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EF78-A3BE-5B68-90FF-122243DC6120}"/>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78A5DC41-68CF-DD8E-5F2F-BDC64840E3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E7FE0AEA-9BCF-D7D3-C5B5-3BD4753537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86CEBFFC-2B48-E173-1184-0962ACF5454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15</a:t>
            </a:fld>
            <a:endParaRPr lang="en-US" altLang="en-US"/>
          </a:p>
        </p:txBody>
      </p:sp>
    </p:spTree>
    <p:extLst>
      <p:ext uri="{BB962C8B-B14F-4D97-AF65-F5344CB8AC3E}">
        <p14:creationId xmlns:p14="http://schemas.microsoft.com/office/powerpoint/2010/main" val="3056384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8579C-ADB8-E540-D1CB-F80DEBDA9A91}"/>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508BC55-8862-8205-15C9-893DEE1716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81A746CF-A6F2-1BAF-7A38-32AEF076E2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ABE335E5-4EF7-99D4-552A-28FF4DB170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16</a:t>
            </a:fld>
            <a:endParaRPr lang="en-US" altLang="en-US"/>
          </a:p>
        </p:txBody>
      </p:sp>
    </p:spTree>
    <p:extLst>
      <p:ext uri="{BB962C8B-B14F-4D97-AF65-F5344CB8AC3E}">
        <p14:creationId xmlns:p14="http://schemas.microsoft.com/office/powerpoint/2010/main" val="4097261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D14F8-A170-9076-FCDF-D27011886E60}"/>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20AD6954-698F-64A3-139E-3EF8D9A1A5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902D5D47-3B38-FCAE-54AF-0B62FD27A4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B1325AC7-365E-CDA8-E203-775C592BFF0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17</a:t>
            </a:fld>
            <a:endParaRPr lang="en-US" altLang="en-US"/>
          </a:p>
        </p:txBody>
      </p:sp>
    </p:spTree>
    <p:extLst>
      <p:ext uri="{BB962C8B-B14F-4D97-AF65-F5344CB8AC3E}">
        <p14:creationId xmlns:p14="http://schemas.microsoft.com/office/powerpoint/2010/main" val="2098672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18</a:t>
            </a:fld>
            <a:endParaRPr lang="en-US" altLang="en-US"/>
          </a:p>
        </p:txBody>
      </p:sp>
    </p:spTree>
    <p:extLst>
      <p:ext uri="{BB962C8B-B14F-4D97-AF65-F5344CB8AC3E}">
        <p14:creationId xmlns:p14="http://schemas.microsoft.com/office/powerpoint/2010/main" val="3218709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19</a:t>
            </a:fld>
            <a:endParaRPr lang="en-US" altLang="en-US"/>
          </a:p>
        </p:txBody>
      </p:sp>
    </p:spTree>
    <p:extLst>
      <p:ext uri="{BB962C8B-B14F-4D97-AF65-F5344CB8AC3E}">
        <p14:creationId xmlns:p14="http://schemas.microsoft.com/office/powerpoint/2010/main" val="1948476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20</a:t>
            </a:fld>
            <a:endParaRPr lang="en-US" altLang="en-US"/>
          </a:p>
        </p:txBody>
      </p:sp>
    </p:spTree>
    <p:extLst>
      <p:ext uri="{BB962C8B-B14F-4D97-AF65-F5344CB8AC3E}">
        <p14:creationId xmlns:p14="http://schemas.microsoft.com/office/powerpoint/2010/main" val="2926308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21</a:t>
            </a:fld>
            <a:endParaRPr lang="en-US" altLang="en-US"/>
          </a:p>
        </p:txBody>
      </p:sp>
    </p:spTree>
    <p:extLst>
      <p:ext uri="{BB962C8B-B14F-4D97-AF65-F5344CB8AC3E}">
        <p14:creationId xmlns:p14="http://schemas.microsoft.com/office/powerpoint/2010/main" val="2693820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22</a:t>
            </a:fld>
            <a:endParaRPr lang="en-US" altLang="en-US"/>
          </a:p>
        </p:txBody>
      </p:sp>
    </p:spTree>
    <p:extLst>
      <p:ext uri="{BB962C8B-B14F-4D97-AF65-F5344CB8AC3E}">
        <p14:creationId xmlns:p14="http://schemas.microsoft.com/office/powerpoint/2010/main" val="3658127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23</a:t>
            </a:fld>
            <a:endParaRPr lang="en-US" altLang="en-US"/>
          </a:p>
        </p:txBody>
      </p:sp>
    </p:spTree>
    <p:extLst>
      <p:ext uri="{BB962C8B-B14F-4D97-AF65-F5344CB8AC3E}">
        <p14:creationId xmlns:p14="http://schemas.microsoft.com/office/powerpoint/2010/main" val="2096655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24</a:t>
            </a:fld>
            <a:endParaRPr lang="en-US" altLang="en-US"/>
          </a:p>
        </p:txBody>
      </p:sp>
    </p:spTree>
    <p:extLst>
      <p:ext uri="{BB962C8B-B14F-4D97-AF65-F5344CB8AC3E}">
        <p14:creationId xmlns:p14="http://schemas.microsoft.com/office/powerpoint/2010/main" val="962104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25</a:t>
            </a:fld>
            <a:endParaRPr lang="en-US" altLang="en-US"/>
          </a:p>
        </p:txBody>
      </p:sp>
    </p:spTree>
    <p:extLst>
      <p:ext uri="{BB962C8B-B14F-4D97-AF65-F5344CB8AC3E}">
        <p14:creationId xmlns:p14="http://schemas.microsoft.com/office/powerpoint/2010/main" val="3339232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26</a:t>
            </a:fld>
            <a:endParaRPr lang="en-US" altLang="en-US"/>
          </a:p>
        </p:txBody>
      </p:sp>
    </p:spTree>
    <p:extLst>
      <p:ext uri="{BB962C8B-B14F-4D97-AF65-F5344CB8AC3E}">
        <p14:creationId xmlns:p14="http://schemas.microsoft.com/office/powerpoint/2010/main" val="38434690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27</a:t>
            </a:fld>
            <a:endParaRPr lang="en-US" altLang="en-US"/>
          </a:p>
        </p:txBody>
      </p:sp>
    </p:spTree>
    <p:extLst>
      <p:ext uri="{BB962C8B-B14F-4D97-AF65-F5344CB8AC3E}">
        <p14:creationId xmlns:p14="http://schemas.microsoft.com/office/powerpoint/2010/main" val="3263878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28</a:t>
            </a:fld>
            <a:endParaRPr lang="en-US" altLang="en-US"/>
          </a:p>
        </p:txBody>
      </p:sp>
    </p:spTree>
    <p:extLst>
      <p:ext uri="{BB962C8B-B14F-4D97-AF65-F5344CB8AC3E}">
        <p14:creationId xmlns:p14="http://schemas.microsoft.com/office/powerpoint/2010/main" val="2910389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064B23-3B4C-4D0D-9E14-15FC95BEDB15}"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980952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EEEFAB-A343-42A8-B0BE-A099F2DA477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260273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31</a:t>
            </a:fld>
            <a:endParaRPr lang="en-US" altLang="en-US"/>
          </a:p>
        </p:txBody>
      </p:sp>
    </p:spTree>
    <p:extLst>
      <p:ext uri="{BB962C8B-B14F-4D97-AF65-F5344CB8AC3E}">
        <p14:creationId xmlns:p14="http://schemas.microsoft.com/office/powerpoint/2010/main" val="14490494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51391-FC72-A8D6-304C-191C7DFE63AA}"/>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A317FF70-9FC2-4A8F-8498-F55FA96CB6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37D3CD2B-50B3-B0C5-94EA-E316128CF6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12384B93-E5DB-F606-A45A-C53F19AF9D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32</a:t>
            </a:fld>
            <a:endParaRPr lang="en-US" altLang="en-US"/>
          </a:p>
        </p:txBody>
      </p:sp>
    </p:spTree>
    <p:extLst>
      <p:ext uri="{BB962C8B-B14F-4D97-AF65-F5344CB8AC3E}">
        <p14:creationId xmlns:p14="http://schemas.microsoft.com/office/powerpoint/2010/main" val="28190694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37B8-4F74-067E-E979-CA6DCB9973E6}"/>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92CB0DAD-38CD-0508-F13C-F29BE29973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580F7E5A-7EEE-1810-0EE9-69D7F8034E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B30EE183-46D2-F5C4-04E7-5D03AD554A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33</a:t>
            </a:fld>
            <a:endParaRPr lang="en-US" altLang="en-US"/>
          </a:p>
        </p:txBody>
      </p:sp>
    </p:spTree>
    <p:extLst>
      <p:ext uri="{BB962C8B-B14F-4D97-AF65-F5344CB8AC3E}">
        <p14:creationId xmlns:p14="http://schemas.microsoft.com/office/powerpoint/2010/main" val="27464474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55D6-E7A1-9006-87A4-FF99A58CE4B2}"/>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EB425998-E8F4-A6A0-939D-E8AF5D9692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3084CD6B-7A9B-BF6C-7738-B8497B136F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F1BF577F-4E14-5A21-6529-4A86D69472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34</a:t>
            </a:fld>
            <a:endParaRPr lang="en-US" altLang="en-US"/>
          </a:p>
        </p:txBody>
      </p:sp>
    </p:spTree>
    <p:extLst>
      <p:ext uri="{BB962C8B-B14F-4D97-AF65-F5344CB8AC3E}">
        <p14:creationId xmlns:p14="http://schemas.microsoft.com/office/powerpoint/2010/main" val="30116797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EE87F-07CF-5D9B-A7CC-DCADA061F81C}"/>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C19B596-3BEC-A415-F7F0-97BDF833AE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16EF9C48-FADB-6BC1-8A52-E32DF7FE49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598ECE5F-950B-5C70-76F0-455471FD56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35</a:t>
            </a:fld>
            <a:endParaRPr lang="en-US" altLang="en-US"/>
          </a:p>
        </p:txBody>
      </p:sp>
    </p:spTree>
    <p:extLst>
      <p:ext uri="{BB962C8B-B14F-4D97-AF65-F5344CB8AC3E}">
        <p14:creationId xmlns:p14="http://schemas.microsoft.com/office/powerpoint/2010/main" val="20474487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B6914-B87C-280A-DD72-66A3DA7FC9FF}"/>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455B99F1-CB71-8CE3-9B9D-6D7976A1C6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612CA154-F5EF-4575-A8DA-714D203EC4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7663B27D-9E24-2EF7-3646-CF9898359E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36</a:t>
            </a:fld>
            <a:endParaRPr lang="en-US" altLang="en-US"/>
          </a:p>
        </p:txBody>
      </p:sp>
    </p:spTree>
    <p:extLst>
      <p:ext uri="{BB962C8B-B14F-4D97-AF65-F5344CB8AC3E}">
        <p14:creationId xmlns:p14="http://schemas.microsoft.com/office/powerpoint/2010/main" val="1945284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4FD99-C2F1-13CF-115B-979AB3E1D44E}"/>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7277864-F5FA-5C23-51E8-F5F5D686F8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2C09E530-BA46-F0E3-47F5-AEE8DA2984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07CA0D9E-EC20-C38D-58CD-C8388E9329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37</a:t>
            </a:fld>
            <a:endParaRPr lang="en-US" altLang="en-US"/>
          </a:p>
        </p:txBody>
      </p:sp>
    </p:spTree>
    <p:extLst>
      <p:ext uri="{BB962C8B-B14F-4D97-AF65-F5344CB8AC3E}">
        <p14:creationId xmlns:p14="http://schemas.microsoft.com/office/powerpoint/2010/main" val="1527472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81363-FAE5-6520-057B-6D4A83B6DA04}"/>
            </a:ext>
          </a:extLst>
        </p:cNvPr>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8A08AA0-5B1F-A754-A78A-0B3EBB8FC9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044AA829-22C9-606C-0E40-1636D8C026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Slide Number Placeholder 3">
            <a:extLst>
              <a:ext uri="{FF2B5EF4-FFF2-40B4-BE49-F238E27FC236}">
                <a16:creationId xmlns:a16="http://schemas.microsoft.com/office/drawing/2014/main" id="{879835A0-C6A8-DDCE-871D-55B46E234A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BBCC4ED-45FD-445E-92E1-C8DC4FB71EB4}" type="slidenum">
              <a:rPr lang="en-US" altLang="en-US"/>
              <a:pPr>
                <a:spcBef>
                  <a:spcPct val="0"/>
                </a:spcBef>
              </a:pPr>
              <a:t>38</a:t>
            </a:fld>
            <a:endParaRPr lang="en-US" altLang="en-US"/>
          </a:p>
        </p:txBody>
      </p:sp>
    </p:spTree>
    <p:extLst>
      <p:ext uri="{BB962C8B-B14F-4D97-AF65-F5344CB8AC3E}">
        <p14:creationId xmlns:p14="http://schemas.microsoft.com/office/powerpoint/2010/main" val="2686281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7F17327-788C-4E5E-9F93-EC99982FBA80}"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530037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FFE0991-E5B8-4EDE-8061-CD172E47143D}"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9487016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E58AF-BB5C-3973-FBD7-C3FCA58BF47C}"/>
            </a:ext>
          </a:extLst>
        </p:cNvPr>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DF1E72F3-277E-8633-B83B-3B6CA952D2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C2A0D0D3-5335-97AC-F8F3-EB81FAF390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4516" name="Slide Number Placeholder 3">
            <a:extLst>
              <a:ext uri="{FF2B5EF4-FFF2-40B4-BE49-F238E27FC236}">
                <a16:creationId xmlns:a16="http://schemas.microsoft.com/office/drawing/2014/main" id="{9C3F59CE-AC3E-E7BD-52E1-C98A6981BA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FFE0991-E5B8-4EDE-8061-CD172E47143D}"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536653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5221FC-6384-4332-93EC-8371A8041D65}"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7229605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5D31490-EB0A-424B-A548-5CD544C22A9E}"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64181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4B53906-CE16-4655-AA65-97C2C72A13BF}"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9216727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2666DF98-B378-491D-8580-437B0A418412}" type="datetimeFigureOut">
              <a:rPr lang="en-US"/>
              <a:pPr>
                <a:defRPr/>
              </a:pPr>
              <a:t>8/16/2025</a:t>
            </a:fld>
            <a:endParaRPr lang="en-US"/>
          </a:p>
        </p:txBody>
      </p:sp>
      <p:sp>
        <p:nvSpPr>
          <p:cNvPr id="12" name="Footer Placeholder 16"/>
          <p:cNvSpPr>
            <a:spLocks noGrp="1"/>
          </p:cNvSpPr>
          <p:nvPr>
            <p:ph type="ftr" sz="quarter" idx="11"/>
          </p:nvPr>
        </p:nvSpPr>
        <p:spPr/>
        <p:txBody>
          <a:bodyPr/>
          <a:lstStyle>
            <a:lvl1pPr>
              <a:defRPr/>
            </a:lvl1pPr>
          </a:lstStyle>
          <a:p>
            <a:pPr>
              <a:defRPr/>
            </a:pPr>
            <a:endParaRPr lang="en-US"/>
          </a:p>
        </p:txBody>
      </p:sp>
      <p:sp>
        <p:nvSpPr>
          <p:cNvPr id="13" name="Slide Number Placeholder 28"/>
          <p:cNvSpPr>
            <a:spLocks noGrp="1"/>
          </p:cNvSpPr>
          <p:nvPr>
            <p:ph type="sldNum" sz="quarter" idx="12"/>
          </p:nvPr>
        </p:nvSpPr>
        <p:spPr/>
        <p:txBody>
          <a:bodyPr/>
          <a:lstStyle>
            <a:lvl1pPr>
              <a:defRPr/>
            </a:lvl1pPr>
          </a:lstStyle>
          <a:p>
            <a:pPr>
              <a:defRPr/>
            </a:pPr>
            <a:fld id="{D6896218-18C0-4CA5-B0C8-B559A81DAEE3}" type="slidenum">
              <a:rPr lang="en-US" altLang="en-US"/>
              <a:pPr>
                <a:defRPr/>
              </a:pPr>
              <a:t>‹#›</a:t>
            </a:fld>
            <a:endParaRPr lang="en-US" altLang="en-US"/>
          </a:p>
        </p:txBody>
      </p:sp>
    </p:spTree>
    <p:extLst>
      <p:ext uri="{BB962C8B-B14F-4D97-AF65-F5344CB8AC3E}">
        <p14:creationId xmlns:p14="http://schemas.microsoft.com/office/powerpoint/2010/main" val="27968844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lvl1pPr>
              <a:defRPr>
                <a:latin typeface="Franklin Gothic Book" panose="020B0503020102020204" pitchFamily="34" charset="0"/>
              </a:defRPr>
            </a:lvl1pPr>
            <a:lvl2pPr>
              <a:defRPr>
                <a:latin typeface="Franklin Gothic Book" panose="020B0503020102020204" pitchFamily="34" charset="0"/>
              </a:defRPr>
            </a:lvl2pPr>
            <a:lvl3pPr>
              <a:defRPr>
                <a:latin typeface="Franklin Gothic Book" panose="020B0503020102020204" pitchFamily="34" charset="0"/>
              </a:defRPr>
            </a:lvl3pPr>
            <a:lvl4pPr>
              <a:defRPr>
                <a:latin typeface="Franklin Gothic Book" panose="020B0503020102020204" pitchFamily="34" charset="0"/>
              </a:defRPr>
            </a:lvl4pPr>
            <a:lvl5pPr>
              <a:defRPr>
                <a:latin typeface="Franklin Gothic Book" panose="020B05030201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fld id="{B9A03119-542A-4DB2-B1DE-096C7911EF4B}" type="datetimeFigureOut">
              <a:rPr lang="en-US"/>
              <a:pPr>
                <a:defRPr/>
              </a:pPr>
              <a:t>8/16/2025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4809BAB-41AB-4DE8-A919-B528B178CBB9}" type="slidenum">
              <a:rPr lang="en-US" altLang="en-US"/>
              <a:pPr>
                <a:defRPr/>
              </a:pPr>
              <a:t>‹#›</a:t>
            </a:fld>
            <a:endParaRPr lang="en-US" altLang="en-US"/>
          </a:p>
        </p:txBody>
      </p:sp>
    </p:spTree>
    <p:extLst>
      <p:ext uri="{BB962C8B-B14F-4D97-AF65-F5344CB8AC3E}">
        <p14:creationId xmlns:p14="http://schemas.microsoft.com/office/powerpoint/2010/main" val="4158601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E68B7E22-D5F3-4512-99A2-B4A5E8567DE4}" type="datetimeFigureOut">
              <a:rPr lang="en-US"/>
              <a:pPr>
                <a:defRPr/>
              </a:pPr>
              <a:t>8/16/2025</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C41D3B85-61F9-4714-844C-AFA4F0F944E2}" type="slidenum">
              <a:rPr lang="en-US" altLang="en-US"/>
              <a:pPr>
                <a:defRPr/>
              </a:pPr>
              <a:t>‹#›</a:t>
            </a:fld>
            <a:endParaRPr lang="en-US" altLang="en-US"/>
          </a:p>
        </p:txBody>
      </p:sp>
    </p:spTree>
    <p:extLst>
      <p:ext uri="{BB962C8B-B14F-4D97-AF65-F5344CB8AC3E}">
        <p14:creationId xmlns:p14="http://schemas.microsoft.com/office/powerpoint/2010/main" val="124739632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8238C8E5-84E8-42F6-BAB9-8EB5F59D9BA6}" type="datetimeFigureOut">
              <a:rPr lang="en-US"/>
              <a:pPr>
                <a:defRPr/>
              </a:pPr>
              <a:t>8/16/2025</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A8613C81-156C-4A24-96D0-487FBF22918D}" type="slidenum">
              <a:rPr lang="en-US" altLang="en-US"/>
              <a:pPr>
                <a:defRPr/>
              </a:pPr>
              <a:t>‹#›</a:t>
            </a:fld>
            <a:endParaRPr lang="en-US" altLang="en-US"/>
          </a:p>
        </p:txBody>
      </p:sp>
    </p:spTree>
    <p:extLst>
      <p:ext uri="{BB962C8B-B14F-4D97-AF65-F5344CB8AC3E}">
        <p14:creationId xmlns:p14="http://schemas.microsoft.com/office/powerpoint/2010/main" val="145018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C3624F99-AB71-4E98-980A-AB460891332C}" type="datetimeFigureOut">
              <a:rPr lang="en-US"/>
              <a:pPr>
                <a:defRPr/>
              </a:pPr>
              <a:t>8/16/2025</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3FE8ACE4-3D39-46BC-AEF6-39CC55AB4DB0}" type="slidenum">
              <a:rPr lang="en-US" altLang="en-US"/>
              <a:pPr>
                <a:defRPr/>
              </a:pPr>
              <a:t>‹#›</a:t>
            </a:fld>
            <a:endParaRPr lang="en-US" altLang="en-US"/>
          </a:p>
        </p:txBody>
      </p:sp>
    </p:spTree>
    <p:extLst>
      <p:ext uri="{BB962C8B-B14F-4D97-AF65-F5344CB8AC3E}">
        <p14:creationId xmlns:p14="http://schemas.microsoft.com/office/powerpoint/2010/main" val="3915452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72A7EF1F-953E-495D-876A-6B07D860A78E}" type="datetimeFigureOut">
              <a:rPr lang="en-US"/>
              <a:pPr>
                <a:defRPr/>
              </a:pPr>
              <a:t>8/16/2025</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964D5754-2CFE-43D9-82FE-3DFD5C055D3B}" type="slidenum">
              <a:rPr lang="en-US" altLang="en-US"/>
              <a:pPr>
                <a:defRPr/>
              </a:pPr>
              <a:t>‹#›</a:t>
            </a:fld>
            <a:endParaRPr lang="en-US" altLang="en-US"/>
          </a:p>
        </p:txBody>
      </p:sp>
    </p:spTree>
    <p:extLst>
      <p:ext uri="{BB962C8B-B14F-4D97-AF65-F5344CB8AC3E}">
        <p14:creationId xmlns:p14="http://schemas.microsoft.com/office/powerpoint/2010/main" val="211421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8A14B34F-939A-482E-A185-53D640385C2E}" type="datetimeFigureOut">
              <a:rPr lang="en-US"/>
              <a:pPr>
                <a:defRPr/>
              </a:pPr>
              <a:t>8/16/2025</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28E78DCA-3AAE-4395-8C58-0C173CCC9A14}" type="slidenum">
              <a:rPr lang="en-US" altLang="en-US"/>
              <a:pPr>
                <a:defRPr/>
              </a:pPr>
              <a:t>‹#›</a:t>
            </a:fld>
            <a:endParaRPr lang="en-US" altLang="en-US"/>
          </a:p>
        </p:txBody>
      </p:sp>
    </p:spTree>
    <p:extLst>
      <p:ext uri="{BB962C8B-B14F-4D97-AF65-F5344CB8AC3E}">
        <p14:creationId xmlns:p14="http://schemas.microsoft.com/office/powerpoint/2010/main" val="231197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AA233B02-5937-4B25-BE3C-EAA2B3D9B4D4}" type="datetimeFigureOut">
              <a:rPr lang="en-US"/>
              <a:pPr>
                <a:defRPr/>
              </a:pPr>
              <a:t>8/16/2025</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FC0799DB-7530-40C9-A64A-29E5FBAB4F32}" type="slidenum">
              <a:rPr lang="en-US" altLang="en-US"/>
              <a:pPr>
                <a:defRPr/>
              </a:pPr>
              <a:t>‹#›</a:t>
            </a:fld>
            <a:endParaRPr lang="en-US" altLang="en-US"/>
          </a:p>
        </p:txBody>
      </p:sp>
    </p:spTree>
    <p:extLst>
      <p:ext uri="{BB962C8B-B14F-4D97-AF65-F5344CB8AC3E}">
        <p14:creationId xmlns:p14="http://schemas.microsoft.com/office/powerpoint/2010/main" val="158841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3A0A5487-31FB-49F8-A1D3-ABDF12762030}" type="datetimeFigureOut">
              <a:rPr lang="en-US"/>
              <a:pPr>
                <a:defRPr/>
              </a:pPr>
              <a:t>8/16/2025</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2896CB90-A2F1-4F04-A5F1-ED0443960CC7}" type="slidenum">
              <a:rPr lang="en-US" altLang="en-US"/>
              <a:pPr>
                <a:defRPr/>
              </a:pPr>
              <a:t>‹#›</a:t>
            </a:fld>
            <a:endParaRPr lang="en-US" altLang="en-US"/>
          </a:p>
        </p:txBody>
      </p:sp>
    </p:spTree>
    <p:extLst>
      <p:ext uri="{BB962C8B-B14F-4D97-AF65-F5344CB8AC3E}">
        <p14:creationId xmlns:p14="http://schemas.microsoft.com/office/powerpoint/2010/main" val="2669886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ECC2B823-CDB2-45FE-AEB7-2AFB81F99172}" type="datetimeFigureOut">
              <a:rPr lang="en-US"/>
              <a:pPr>
                <a:defRPr/>
              </a:pPr>
              <a:t>8/16/2025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A6E3C56-70DA-447E-8C07-B2C031A44B67}" type="slidenum">
              <a:rPr lang="en-US" altLang="en-US"/>
              <a:pPr>
                <a:defRPr/>
              </a:pPr>
              <a:t>‹#›</a:t>
            </a:fld>
            <a:endParaRPr lang="en-US" altLang="en-US"/>
          </a:p>
        </p:txBody>
      </p:sp>
    </p:spTree>
    <p:extLst>
      <p:ext uri="{BB962C8B-B14F-4D97-AF65-F5344CB8AC3E}">
        <p14:creationId xmlns:p14="http://schemas.microsoft.com/office/powerpoint/2010/main" val="141382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3D711F52-91A0-4420-9478-AFF7E3D64928}" type="datetimeFigureOut">
              <a:rPr lang="en-US"/>
              <a:pPr>
                <a:defRPr/>
              </a:pPr>
              <a:t>8/16/2025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F7148F0E-321D-494C-BF46-1F13DBD2CC90}" type="slidenum">
              <a:rPr lang="en-US" altLang="en-US"/>
              <a:pPr>
                <a:defRPr/>
              </a:pPr>
              <a:t>‹#›</a:t>
            </a:fld>
            <a:endParaRPr lang="en-US" altLang="en-US"/>
          </a:p>
        </p:txBody>
      </p:sp>
    </p:spTree>
    <p:extLst>
      <p:ext uri="{BB962C8B-B14F-4D97-AF65-F5344CB8AC3E}">
        <p14:creationId xmlns:p14="http://schemas.microsoft.com/office/powerpoint/2010/main" val="533849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13"/>
          <p:cNvSpPr>
            <a:spLocks noGrp="1"/>
          </p:cNvSpPr>
          <p:nvPr>
            <p:ph type="dt" sz="half" idx="10"/>
          </p:nvPr>
        </p:nvSpPr>
        <p:spPr/>
        <p:txBody>
          <a:bodyPr/>
          <a:lstStyle>
            <a:lvl1pPr>
              <a:defRPr/>
            </a:lvl1pPr>
          </a:lstStyle>
          <a:p>
            <a:pPr>
              <a:defRPr/>
            </a:pPr>
            <a:fld id="{388A6EF3-9197-40A0-8BD3-BFE8E5FBB05A}" type="datetimeFigureOut">
              <a:rPr lang="en-US"/>
              <a:pPr>
                <a:defRPr/>
              </a:pPr>
              <a:t>8/16/2025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D4F5356F-5E7F-48AF-9885-22B1499395C6}" type="slidenum">
              <a:rPr lang="en-US" altLang="en-US"/>
              <a:pPr>
                <a:defRPr/>
              </a:pPr>
              <a:t>‹#›</a:t>
            </a:fld>
            <a:endParaRPr lang="en-US" altLang="en-US"/>
          </a:p>
        </p:txBody>
      </p:sp>
    </p:spTree>
    <p:extLst>
      <p:ext uri="{BB962C8B-B14F-4D97-AF65-F5344CB8AC3E}">
        <p14:creationId xmlns:p14="http://schemas.microsoft.com/office/powerpoint/2010/main" val="1102813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1">
            <a:extLst>
              <a:ext uri="{FF2B5EF4-FFF2-40B4-BE49-F238E27FC236}">
                <a16:creationId xmlns:a16="http://schemas.microsoft.com/office/drawing/2014/main" id="{E4435856-1358-49AC-A91C-20C79CBF77B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useBgFill="1">
        <p:nvSpPr>
          <p:cNvPr id="5" name="Rounded Rectangle 12">
            <a:extLst>
              <a:ext uri="{FF2B5EF4-FFF2-40B4-BE49-F238E27FC236}">
                <a16:creationId xmlns:a16="http://schemas.microsoft.com/office/drawing/2014/main" id="{A67DAF20-3890-4144-B31F-740685818B72}"/>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6" name="Rectangle 6">
            <a:extLst>
              <a:ext uri="{FF2B5EF4-FFF2-40B4-BE49-F238E27FC236}">
                <a16:creationId xmlns:a16="http://schemas.microsoft.com/office/drawing/2014/main" id="{AECE7724-B823-4324-9AB7-BB0F1F8F56B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7" name="Rectangle 9">
            <a:extLst>
              <a:ext uri="{FF2B5EF4-FFF2-40B4-BE49-F238E27FC236}">
                <a16:creationId xmlns:a16="http://schemas.microsoft.com/office/drawing/2014/main" id="{8A128EA9-7FCB-40E4-8F0B-87A86BF22B94}"/>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10" name="Rectangle 10">
            <a:extLst>
              <a:ext uri="{FF2B5EF4-FFF2-40B4-BE49-F238E27FC236}">
                <a16:creationId xmlns:a16="http://schemas.microsoft.com/office/drawing/2014/main" id="{4FEFE92C-0108-4EC3-AEF8-541595A3CA4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a:extLst>
              <a:ext uri="{FF2B5EF4-FFF2-40B4-BE49-F238E27FC236}">
                <a16:creationId xmlns:a16="http://schemas.microsoft.com/office/drawing/2014/main" id="{4A211ED9-10D4-4301-8532-B5C724D3E134}"/>
              </a:ext>
            </a:extLst>
          </p:cNvPr>
          <p:cNvSpPr>
            <a:spLocks noGrp="1"/>
          </p:cNvSpPr>
          <p:nvPr>
            <p:ph type="dt" sz="half" idx="10"/>
          </p:nvPr>
        </p:nvSpPr>
        <p:spPr/>
        <p:txBody>
          <a:bodyPr/>
          <a:lstStyle>
            <a:lvl1pPr>
              <a:defRPr smtClean="0"/>
            </a:lvl1pPr>
          </a:lstStyle>
          <a:p>
            <a:pPr>
              <a:defRPr/>
            </a:pPr>
            <a:fld id="{D0510B97-B1EC-4EB5-82AF-D62C73A05E01}" type="datetimeFigureOut">
              <a:rPr lang="en-US" altLang="en-US"/>
              <a:pPr>
                <a:defRPr/>
              </a:pPr>
              <a:t>8/16/2025</a:t>
            </a:fld>
            <a:endParaRPr lang="en-US" altLang="en-US"/>
          </a:p>
        </p:txBody>
      </p:sp>
      <p:sp>
        <p:nvSpPr>
          <p:cNvPr id="12" name="Footer Placeholder 16">
            <a:extLst>
              <a:ext uri="{FF2B5EF4-FFF2-40B4-BE49-F238E27FC236}">
                <a16:creationId xmlns:a16="http://schemas.microsoft.com/office/drawing/2014/main" id="{0E174DEF-BAF6-4FF8-A90F-47FCFB5116EC}"/>
              </a:ext>
            </a:extLst>
          </p:cNvPr>
          <p:cNvSpPr>
            <a:spLocks noGrp="1"/>
          </p:cNvSpPr>
          <p:nvPr>
            <p:ph type="ftr" sz="quarter" idx="11"/>
          </p:nvPr>
        </p:nvSpPr>
        <p:spPr/>
        <p:txBody>
          <a:bodyPr/>
          <a:lstStyle>
            <a:lvl1pPr>
              <a:defRPr/>
            </a:lvl1pPr>
          </a:lstStyle>
          <a:p>
            <a:pPr>
              <a:defRPr/>
            </a:pPr>
            <a:endParaRPr lang="en-US" altLang="en-US"/>
          </a:p>
        </p:txBody>
      </p:sp>
      <p:sp>
        <p:nvSpPr>
          <p:cNvPr id="13" name="Slide Number Placeholder 28">
            <a:extLst>
              <a:ext uri="{FF2B5EF4-FFF2-40B4-BE49-F238E27FC236}">
                <a16:creationId xmlns:a16="http://schemas.microsoft.com/office/drawing/2014/main" id="{3F879B84-1C7D-4263-B929-1B1B25E44986}"/>
              </a:ext>
            </a:extLst>
          </p:cNvPr>
          <p:cNvSpPr>
            <a:spLocks noGrp="1"/>
          </p:cNvSpPr>
          <p:nvPr>
            <p:ph type="sldNum" sz="quarter" idx="12"/>
          </p:nvPr>
        </p:nvSpPr>
        <p:spPr/>
        <p:txBody>
          <a:bodyPr/>
          <a:lstStyle>
            <a:lvl1pPr>
              <a:defRPr smtClean="0"/>
            </a:lvl1pPr>
          </a:lstStyle>
          <a:p>
            <a:pPr>
              <a:defRPr/>
            </a:pPr>
            <a:fld id="{8C408176-D5A6-41F4-934A-12F9AE18CB2D}" type="slidenum">
              <a:rPr lang="en-US" altLang="en-US"/>
              <a:pPr>
                <a:defRPr/>
              </a:pPr>
              <a:t>‹#›</a:t>
            </a:fld>
            <a:endParaRPr lang="en-US" altLang="en-US"/>
          </a:p>
        </p:txBody>
      </p:sp>
    </p:spTree>
    <p:extLst>
      <p:ext uri="{BB962C8B-B14F-4D97-AF65-F5344CB8AC3E}">
        <p14:creationId xmlns:p14="http://schemas.microsoft.com/office/powerpoint/2010/main" val="353077787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ACE7234A-A747-487C-AF65-DA00CC2F1350}" type="datetimeFigureOut">
              <a:rPr lang="en-US" altLang="en-US"/>
              <a:pPr>
                <a:defRPr/>
              </a:pPr>
              <a:t>8/16/2025</a:t>
            </a:fld>
            <a:endParaRPr lang="en-US" altLang="en-US"/>
          </a:p>
        </p:txBody>
      </p:sp>
      <p:sp>
        <p:nvSpPr>
          <p:cNvPr id="5"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4DE5D163-DE95-4262-9217-6407E90E4B9C}" type="slidenum">
              <a:rPr lang="en-US" altLang="en-US"/>
              <a:pPr>
                <a:defRPr/>
              </a:pPr>
              <a:t>‹#›</a:t>
            </a:fld>
            <a:endParaRPr lang="en-US" altLang="en-US"/>
          </a:p>
        </p:txBody>
      </p:sp>
    </p:spTree>
    <p:extLst>
      <p:ext uri="{BB962C8B-B14F-4D97-AF65-F5344CB8AC3E}">
        <p14:creationId xmlns:p14="http://schemas.microsoft.com/office/powerpoint/2010/main" val="699360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30FC5D3-67AE-40E6-AE83-2FCB3BC00F7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useBgFill="1">
        <p:nvSpPr>
          <p:cNvPr id="5" name="Rounded Rectangle 9">
            <a:extLst>
              <a:ext uri="{FF2B5EF4-FFF2-40B4-BE49-F238E27FC236}">
                <a16:creationId xmlns:a16="http://schemas.microsoft.com/office/drawing/2014/main" id="{9BA85DCF-7B3E-40D0-9BA5-91018BDDFD6E}"/>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6" name="Rectangle 6">
            <a:extLst>
              <a:ext uri="{FF2B5EF4-FFF2-40B4-BE49-F238E27FC236}">
                <a16:creationId xmlns:a16="http://schemas.microsoft.com/office/drawing/2014/main" id="{D363BA34-D1C0-4099-A1FB-EF47EC213E91}"/>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7" name="Rectangle 7">
            <a:extLst>
              <a:ext uri="{FF2B5EF4-FFF2-40B4-BE49-F238E27FC236}">
                <a16:creationId xmlns:a16="http://schemas.microsoft.com/office/drawing/2014/main" id="{16797803-8C1F-40A6-827D-DFB0E7F4AC05}"/>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8" name="Rectangle 8">
            <a:extLst>
              <a:ext uri="{FF2B5EF4-FFF2-40B4-BE49-F238E27FC236}">
                <a16:creationId xmlns:a16="http://schemas.microsoft.com/office/drawing/2014/main" id="{29F9A7A1-9ED3-4CEC-830E-1F5E2967A207}"/>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8F77BED7-93DC-43FE-A962-1E6D0CA61957}"/>
              </a:ext>
            </a:extLst>
          </p:cNvPr>
          <p:cNvSpPr>
            <a:spLocks noGrp="1"/>
          </p:cNvSpPr>
          <p:nvPr>
            <p:ph type="dt" sz="half" idx="10"/>
          </p:nvPr>
        </p:nvSpPr>
        <p:spPr/>
        <p:txBody>
          <a:bodyPr/>
          <a:lstStyle>
            <a:lvl1pPr>
              <a:defRPr smtClean="0"/>
            </a:lvl1pPr>
          </a:lstStyle>
          <a:p>
            <a:pPr>
              <a:defRPr/>
            </a:pPr>
            <a:fld id="{8CCA2F3E-145E-4418-8416-4ABF050847EC}" type="datetimeFigureOut">
              <a:rPr lang="en-US" altLang="en-US"/>
              <a:pPr>
                <a:defRPr/>
              </a:pPr>
              <a:t>8/16/2025</a:t>
            </a:fld>
            <a:endParaRPr lang="en-US" altLang="en-US"/>
          </a:p>
        </p:txBody>
      </p:sp>
      <p:sp>
        <p:nvSpPr>
          <p:cNvPr id="10" name="Footer Placeholder 4">
            <a:extLst>
              <a:ext uri="{FF2B5EF4-FFF2-40B4-BE49-F238E27FC236}">
                <a16:creationId xmlns:a16="http://schemas.microsoft.com/office/drawing/2014/main" id="{C6256F88-07C8-442B-BF82-EF4C369CFC6D}"/>
              </a:ext>
            </a:extLst>
          </p:cNvPr>
          <p:cNvSpPr>
            <a:spLocks noGrp="1"/>
          </p:cNvSpPr>
          <p:nvPr>
            <p:ph type="ftr" sz="quarter" idx="11"/>
          </p:nvPr>
        </p:nvSpPr>
        <p:spPr>
          <a:xfrm>
            <a:off x="800100" y="6172200"/>
            <a:ext cx="4000500" cy="457200"/>
          </a:xfrm>
        </p:spPr>
        <p:txBody>
          <a:bodyPr/>
          <a:lstStyle>
            <a:lvl1pPr>
              <a:defRPr/>
            </a:lvl1pPr>
          </a:lstStyle>
          <a:p>
            <a:pPr>
              <a:defRPr/>
            </a:pPr>
            <a:endParaRPr lang="en-US" altLang="en-US"/>
          </a:p>
        </p:txBody>
      </p:sp>
      <p:sp>
        <p:nvSpPr>
          <p:cNvPr id="11" name="Slide Number Placeholder 5">
            <a:extLst>
              <a:ext uri="{FF2B5EF4-FFF2-40B4-BE49-F238E27FC236}">
                <a16:creationId xmlns:a16="http://schemas.microsoft.com/office/drawing/2014/main" id="{49872B17-650A-4612-A5BF-4EC1CBE10926}"/>
              </a:ext>
            </a:extLst>
          </p:cNvPr>
          <p:cNvSpPr>
            <a:spLocks noGrp="1"/>
          </p:cNvSpPr>
          <p:nvPr>
            <p:ph type="sldNum" sz="quarter" idx="12"/>
          </p:nvPr>
        </p:nvSpPr>
        <p:spPr>
          <a:xfrm>
            <a:off x="146050" y="6208713"/>
            <a:ext cx="457200" cy="457200"/>
          </a:xfrm>
        </p:spPr>
        <p:txBody>
          <a:bodyPr/>
          <a:lstStyle>
            <a:lvl1pPr>
              <a:defRPr smtClean="0"/>
            </a:lvl1pPr>
          </a:lstStyle>
          <a:p>
            <a:pPr>
              <a:defRPr/>
            </a:pPr>
            <a:fld id="{6877E05E-941F-4B16-9B88-FDF6AF3EC48F}" type="slidenum">
              <a:rPr lang="en-US" altLang="en-US"/>
              <a:pPr>
                <a:defRPr/>
              </a:pPr>
              <a:t>‹#›</a:t>
            </a:fld>
            <a:endParaRPr lang="en-US" altLang="en-US"/>
          </a:p>
        </p:txBody>
      </p:sp>
    </p:spTree>
    <p:extLst>
      <p:ext uri="{BB962C8B-B14F-4D97-AF65-F5344CB8AC3E}">
        <p14:creationId xmlns:p14="http://schemas.microsoft.com/office/powerpoint/2010/main" val="344763059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7813F83D-5D46-46BD-A948-F5965DFE9490}" type="datetimeFigureOut">
              <a:rPr lang="en-US" altLang="en-US"/>
              <a:pPr>
                <a:defRPr/>
              </a:pPr>
              <a:t>8/16/2025</a:t>
            </a:fld>
            <a:endParaRPr lang="en-US" altLang="en-US"/>
          </a:p>
        </p:txBody>
      </p:sp>
      <p:sp>
        <p:nvSpPr>
          <p:cNvPr id="6"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DF98B2C2-2546-4642-B6A5-E08EC72E04C7}" type="slidenum">
              <a:rPr lang="en-US" altLang="en-US"/>
              <a:pPr>
                <a:defRPr/>
              </a:pPr>
              <a:t>‹#›</a:t>
            </a:fld>
            <a:endParaRPr lang="en-US" altLang="en-US"/>
          </a:p>
        </p:txBody>
      </p:sp>
    </p:spTree>
    <p:extLst>
      <p:ext uri="{BB962C8B-B14F-4D97-AF65-F5344CB8AC3E}">
        <p14:creationId xmlns:p14="http://schemas.microsoft.com/office/powerpoint/2010/main" val="6499415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6DC3657F-61C5-45F8-AA73-14F368BCF31A}" type="datetimeFigureOut">
              <a:rPr lang="en-US" altLang="en-US"/>
              <a:pPr>
                <a:defRPr/>
              </a:pPr>
              <a:t>8/16/2025</a:t>
            </a:fld>
            <a:endParaRPr lang="en-US" altLang="en-US"/>
          </a:p>
        </p:txBody>
      </p:sp>
      <p:sp>
        <p:nvSpPr>
          <p:cNvPr id="8"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9A766610-C020-42C0-8C6D-6AFAB1185760}" type="slidenum">
              <a:rPr lang="en-US" altLang="en-US"/>
              <a:pPr>
                <a:defRPr/>
              </a:pPr>
              <a:t>‹#›</a:t>
            </a:fld>
            <a:endParaRPr lang="en-US" altLang="en-US"/>
          </a:p>
        </p:txBody>
      </p:sp>
    </p:spTree>
    <p:extLst>
      <p:ext uri="{BB962C8B-B14F-4D97-AF65-F5344CB8AC3E}">
        <p14:creationId xmlns:p14="http://schemas.microsoft.com/office/powerpoint/2010/main" val="972373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84BFF8B0-F665-4709-BB18-B547955AC2BA}" type="datetimeFigureOut">
              <a:rPr lang="en-US" altLang="en-US"/>
              <a:pPr>
                <a:defRPr/>
              </a:pPr>
              <a:t>8/16/2025</a:t>
            </a:fld>
            <a:endParaRPr lang="en-US" altLang="en-US"/>
          </a:p>
        </p:txBody>
      </p:sp>
      <p:sp>
        <p:nvSpPr>
          <p:cNvPr id="4"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A60E1ED2-52DB-424F-A676-4ACF9D0E3404}" type="slidenum">
              <a:rPr lang="en-US" altLang="en-US"/>
              <a:pPr>
                <a:defRPr/>
              </a:pPr>
              <a:t>‹#›</a:t>
            </a:fld>
            <a:endParaRPr lang="en-US" altLang="en-US"/>
          </a:p>
        </p:txBody>
      </p:sp>
    </p:spTree>
    <p:extLst>
      <p:ext uri="{BB962C8B-B14F-4D97-AF65-F5344CB8AC3E}">
        <p14:creationId xmlns:p14="http://schemas.microsoft.com/office/powerpoint/2010/main" val="283705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CCDED6D4-74CA-4F61-AF69-432FE9533C15}" type="datetimeFigureOut">
              <a:rPr lang="en-US" altLang="en-US"/>
              <a:pPr>
                <a:defRPr/>
              </a:pPr>
              <a:t>8/16/2025</a:t>
            </a:fld>
            <a:endParaRPr lang="en-US" altLang="en-US"/>
          </a:p>
        </p:txBody>
      </p:sp>
      <p:sp>
        <p:nvSpPr>
          <p:cNvPr id="3"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0A4224E7-4983-421C-A8CB-33991D59A059}" type="slidenum">
              <a:rPr lang="en-US" altLang="en-US"/>
              <a:pPr>
                <a:defRPr/>
              </a:pPr>
              <a:t>‹#›</a:t>
            </a:fld>
            <a:endParaRPr lang="en-US" altLang="en-US"/>
          </a:p>
        </p:txBody>
      </p:sp>
    </p:spTree>
    <p:extLst>
      <p:ext uri="{BB962C8B-B14F-4D97-AF65-F5344CB8AC3E}">
        <p14:creationId xmlns:p14="http://schemas.microsoft.com/office/powerpoint/2010/main" val="2099617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36FA41-1E03-44EE-949F-3A9AEC7C8550}"/>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useBgFill="1">
        <p:nvSpPr>
          <p:cNvPr id="6" name="Rounded Rectangle 8">
            <a:extLst>
              <a:ext uri="{FF2B5EF4-FFF2-40B4-BE49-F238E27FC236}">
                <a16:creationId xmlns:a16="http://schemas.microsoft.com/office/drawing/2014/main" id="{82BF7C13-6CC0-426D-B055-F2252E760AA8}"/>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ACD7F5DD-C284-4EAC-A6D4-744C081D1FC0}"/>
              </a:ext>
            </a:extLst>
          </p:cNvPr>
          <p:cNvSpPr>
            <a:spLocks noGrp="1"/>
          </p:cNvSpPr>
          <p:nvPr>
            <p:ph type="dt" sz="half" idx="10"/>
          </p:nvPr>
        </p:nvSpPr>
        <p:spPr/>
        <p:txBody>
          <a:bodyPr/>
          <a:lstStyle>
            <a:lvl1pPr>
              <a:defRPr smtClean="0"/>
            </a:lvl1pPr>
          </a:lstStyle>
          <a:p>
            <a:pPr>
              <a:defRPr/>
            </a:pPr>
            <a:fld id="{82A5E4CB-D831-4BC0-ADCF-6E1AFC1EC993}" type="datetimeFigureOut">
              <a:rPr lang="en-US" altLang="en-US"/>
              <a:pPr>
                <a:defRPr/>
              </a:pPr>
              <a:t>8/16/2025</a:t>
            </a:fld>
            <a:endParaRPr lang="en-US" altLang="en-US"/>
          </a:p>
        </p:txBody>
      </p:sp>
      <p:sp>
        <p:nvSpPr>
          <p:cNvPr id="8" name="Footer Placeholder 5">
            <a:extLst>
              <a:ext uri="{FF2B5EF4-FFF2-40B4-BE49-F238E27FC236}">
                <a16:creationId xmlns:a16="http://schemas.microsoft.com/office/drawing/2014/main" id="{C21DA33A-1C5D-49DD-A81F-5939A03B2C3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5A59F4-CC9E-41A8-840B-978F828A0516}"/>
              </a:ext>
            </a:extLst>
          </p:cNvPr>
          <p:cNvSpPr>
            <a:spLocks noGrp="1"/>
          </p:cNvSpPr>
          <p:nvPr>
            <p:ph type="sldNum" sz="quarter" idx="12"/>
          </p:nvPr>
        </p:nvSpPr>
        <p:spPr/>
        <p:txBody>
          <a:bodyPr/>
          <a:lstStyle>
            <a:lvl1pPr>
              <a:defRPr smtClean="0"/>
            </a:lvl1pPr>
          </a:lstStyle>
          <a:p>
            <a:pPr>
              <a:defRPr/>
            </a:pPr>
            <a:fld id="{6D244C01-AA79-409F-9DCA-931C17D1AE33}" type="slidenum">
              <a:rPr lang="en-US" altLang="en-US"/>
              <a:pPr>
                <a:defRPr/>
              </a:pPr>
              <a:t>‹#›</a:t>
            </a:fld>
            <a:endParaRPr lang="en-US" altLang="en-US"/>
          </a:p>
        </p:txBody>
      </p:sp>
    </p:spTree>
    <p:extLst>
      <p:ext uri="{BB962C8B-B14F-4D97-AF65-F5344CB8AC3E}">
        <p14:creationId xmlns:p14="http://schemas.microsoft.com/office/powerpoint/2010/main" val="36132357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10">
            <a:extLst>
              <a:ext uri="{FF2B5EF4-FFF2-40B4-BE49-F238E27FC236}">
                <a16:creationId xmlns:a16="http://schemas.microsoft.com/office/drawing/2014/main" id="{01C349EA-310A-468D-A354-177DB878E734}"/>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6" name="Rectangle 11">
            <a:extLst>
              <a:ext uri="{FF2B5EF4-FFF2-40B4-BE49-F238E27FC236}">
                <a16:creationId xmlns:a16="http://schemas.microsoft.com/office/drawing/2014/main" id="{65982BFD-F4A3-47A4-8CD4-88B5CF91A068}"/>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7" name="Rectangle 12">
            <a:extLst>
              <a:ext uri="{FF2B5EF4-FFF2-40B4-BE49-F238E27FC236}">
                <a16:creationId xmlns:a16="http://schemas.microsoft.com/office/drawing/2014/main" id="{D44D7366-9CCC-44AA-9483-414D4624938E}"/>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563C1D78-7597-4E2A-B915-AFB2F87869D0}"/>
              </a:ext>
            </a:extLst>
          </p:cNvPr>
          <p:cNvSpPr>
            <a:spLocks noGrp="1"/>
          </p:cNvSpPr>
          <p:nvPr>
            <p:ph type="dt" sz="half" idx="10"/>
          </p:nvPr>
        </p:nvSpPr>
        <p:spPr/>
        <p:txBody>
          <a:bodyPr/>
          <a:lstStyle>
            <a:lvl1pPr>
              <a:defRPr smtClean="0"/>
            </a:lvl1pPr>
          </a:lstStyle>
          <a:p>
            <a:pPr>
              <a:defRPr/>
            </a:pPr>
            <a:fld id="{0494F3E0-C3B8-4A85-96FC-8DD6315457A2}" type="datetimeFigureOut">
              <a:rPr lang="en-US" altLang="en-US"/>
              <a:pPr>
                <a:defRPr/>
              </a:pPr>
              <a:t>8/16/2025</a:t>
            </a:fld>
            <a:endParaRPr lang="en-US" altLang="en-US"/>
          </a:p>
        </p:txBody>
      </p:sp>
      <p:sp>
        <p:nvSpPr>
          <p:cNvPr id="9" name="Footer Placeholder 5">
            <a:extLst>
              <a:ext uri="{FF2B5EF4-FFF2-40B4-BE49-F238E27FC236}">
                <a16:creationId xmlns:a16="http://schemas.microsoft.com/office/drawing/2014/main" id="{A06EEAB0-B0E9-4058-9921-7DA0B7B5CB32}"/>
              </a:ext>
            </a:extLst>
          </p:cNvPr>
          <p:cNvSpPr>
            <a:spLocks noGrp="1"/>
          </p:cNvSpPr>
          <p:nvPr>
            <p:ph type="ftr" sz="quarter" idx="11"/>
          </p:nvPr>
        </p:nvSpPr>
        <p:spPr>
          <a:xfrm>
            <a:off x="914400" y="6172200"/>
            <a:ext cx="3886200" cy="457200"/>
          </a:xfrm>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33C7A76B-DC85-48D5-8B1A-4A6AB4EB72CD}"/>
              </a:ext>
            </a:extLst>
          </p:cNvPr>
          <p:cNvSpPr>
            <a:spLocks noGrp="1"/>
          </p:cNvSpPr>
          <p:nvPr>
            <p:ph type="sldNum" sz="quarter" idx="12"/>
          </p:nvPr>
        </p:nvSpPr>
        <p:spPr>
          <a:xfrm>
            <a:off x="146050" y="6208713"/>
            <a:ext cx="457200" cy="457200"/>
          </a:xfrm>
        </p:spPr>
        <p:txBody>
          <a:bodyPr/>
          <a:lstStyle>
            <a:lvl1pPr>
              <a:defRPr smtClean="0"/>
            </a:lvl1pPr>
          </a:lstStyle>
          <a:p>
            <a:pPr>
              <a:defRPr/>
            </a:pPr>
            <a:fld id="{CF1C4E7B-3E90-47DB-8CF5-A494590B9132}" type="slidenum">
              <a:rPr lang="en-US" altLang="en-US"/>
              <a:pPr>
                <a:defRPr/>
              </a:pPr>
              <a:t>‹#›</a:t>
            </a:fld>
            <a:endParaRPr lang="en-US" altLang="en-US"/>
          </a:p>
        </p:txBody>
      </p:sp>
    </p:spTree>
    <p:extLst>
      <p:ext uri="{BB962C8B-B14F-4D97-AF65-F5344CB8AC3E}">
        <p14:creationId xmlns:p14="http://schemas.microsoft.com/office/powerpoint/2010/main" val="6561174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47C9892E-14D3-4DEC-8E9C-3A935B4839F8}" type="datetimeFigureOut">
              <a:rPr lang="en-US" altLang="en-US"/>
              <a:pPr>
                <a:defRPr/>
              </a:pPr>
              <a:t>8/16/2025</a:t>
            </a:fld>
            <a:endParaRPr lang="en-US" altLang="en-US"/>
          </a:p>
        </p:txBody>
      </p:sp>
      <p:sp>
        <p:nvSpPr>
          <p:cNvPr id="5"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424FEAD3-ECD3-45AD-94F8-3C2C6343D1C9}" type="slidenum">
              <a:rPr lang="en-US" altLang="en-US"/>
              <a:pPr>
                <a:defRPr/>
              </a:pPr>
              <a:t>‹#›</a:t>
            </a:fld>
            <a:endParaRPr lang="en-US" altLang="en-US"/>
          </a:p>
        </p:txBody>
      </p:sp>
    </p:spTree>
    <p:extLst>
      <p:ext uri="{BB962C8B-B14F-4D97-AF65-F5344CB8AC3E}">
        <p14:creationId xmlns:p14="http://schemas.microsoft.com/office/powerpoint/2010/main" val="408743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86397A8-030E-4469-AE34-88D587B80BA8}"/>
              </a:ext>
            </a:extLst>
          </p:cNvPr>
          <p:cNvSpPr>
            <a:spLocks noGrp="1"/>
          </p:cNvSpPr>
          <p:nvPr>
            <p:ph type="dt" sz="half" idx="10"/>
          </p:nvPr>
        </p:nvSpPr>
        <p:spPr/>
        <p:txBody>
          <a:bodyPr/>
          <a:lstStyle>
            <a:lvl1pPr>
              <a:defRPr/>
            </a:lvl1pPr>
          </a:lstStyle>
          <a:p>
            <a:pPr>
              <a:defRPr/>
            </a:pPr>
            <a:fld id="{3484C5FD-9361-454B-A11A-B01CB7ED1348}" type="datetimeFigureOut">
              <a:rPr lang="en-US" altLang="en-US"/>
              <a:pPr>
                <a:defRPr/>
              </a:pPr>
              <a:t>8/16/2025</a:t>
            </a:fld>
            <a:endParaRPr lang="en-US" altLang="en-US"/>
          </a:p>
        </p:txBody>
      </p:sp>
      <p:sp>
        <p:nvSpPr>
          <p:cNvPr id="5" name="Footer Placeholder 2">
            <a:extLst>
              <a:ext uri="{FF2B5EF4-FFF2-40B4-BE49-F238E27FC236}">
                <a16:creationId xmlns:a16="http://schemas.microsoft.com/office/drawing/2014/main" id="{3D7C900D-3994-437D-B6EB-7815D260F0C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22">
            <a:extLst>
              <a:ext uri="{FF2B5EF4-FFF2-40B4-BE49-F238E27FC236}">
                <a16:creationId xmlns:a16="http://schemas.microsoft.com/office/drawing/2014/main" id="{3738FED4-3DD9-479E-83A1-EC47710CEA80}"/>
              </a:ext>
            </a:extLst>
          </p:cNvPr>
          <p:cNvSpPr>
            <a:spLocks noGrp="1"/>
          </p:cNvSpPr>
          <p:nvPr>
            <p:ph type="sldNum" sz="quarter" idx="12"/>
          </p:nvPr>
        </p:nvSpPr>
        <p:spPr/>
        <p:txBody>
          <a:bodyPr/>
          <a:lstStyle>
            <a:lvl1pPr>
              <a:defRPr/>
            </a:lvl1pPr>
          </a:lstStyle>
          <a:p>
            <a:pPr>
              <a:defRPr/>
            </a:pPr>
            <a:fld id="{2F51FA73-D480-46AA-9DD8-5A1EC94B3781}" type="slidenum">
              <a:rPr lang="en-US" altLang="en-US"/>
              <a:pPr>
                <a:defRPr/>
              </a:pPr>
              <a:t>‹#›</a:t>
            </a:fld>
            <a:endParaRPr lang="en-US" altLang="en-US"/>
          </a:p>
        </p:txBody>
      </p:sp>
    </p:spTree>
    <p:extLst>
      <p:ext uri="{BB962C8B-B14F-4D97-AF65-F5344CB8AC3E}">
        <p14:creationId xmlns:p14="http://schemas.microsoft.com/office/powerpoint/2010/main" val="253177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latin typeface="Arial" charset="0"/>
              </a:defRPr>
            </a:lvl1pPr>
          </a:lstStyle>
          <a:p>
            <a:pPr>
              <a:defRPr/>
            </a:pPr>
            <a:fld id="{78CE397A-1E01-41ED-962F-E52B2DD01A3F}" type="datetimeFigureOut">
              <a:rPr lang="en-US"/>
              <a:pPr>
                <a:defRPr/>
              </a:pPr>
              <a:t>8/16/2025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latin typeface="Arial" charset="0"/>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charset="0"/>
              </a:defRPr>
            </a:lvl1pPr>
          </a:lstStyle>
          <a:p>
            <a:pPr>
              <a:defRPr/>
            </a:pPr>
            <a:fld id="{601FDE00-A5F8-46C0-97A6-7C6A7D91D1AF}" type="slidenum">
              <a:rPr lang="en-US" altLang="en-US"/>
              <a:pPr>
                <a:defRPr/>
              </a:pPr>
              <a:t>‹#›</a:t>
            </a:fld>
            <a:endParaRPr lang="en-US" altLang="en-US"/>
          </a:p>
        </p:txBody>
      </p:sp>
    </p:spTree>
    <p:extLst>
      <p:ext uri="{BB962C8B-B14F-4D97-AF65-F5344CB8AC3E}">
        <p14:creationId xmlns:p14="http://schemas.microsoft.com/office/powerpoint/2010/main" val="46810568"/>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CCF09C-6172-4E49-B1C6-135B23B1B38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useBgFill="1">
        <p:nvSpPr>
          <p:cNvPr id="8" name="Rounded Rectangle 7">
            <a:extLst>
              <a:ext uri="{FF2B5EF4-FFF2-40B4-BE49-F238E27FC236}">
                <a16:creationId xmlns:a16="http://schemas.microsoft.com/office/drawing/2014/main" id="{D7E1C93C-BCB5-43B2-A89C-DE6B9B17AC1D}"/>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Perpetua" panose="02020502060401020303" pitchFamily="18" charset="0"/>
            </a:endParaRPr>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586397A8-030E-4469-AE34-88D587B80BA8}"/>
              </a:ext>
            </a:extLst>
          </p:cNvPr>
          <p:cNvSpPr>
            <a:spLocks noGrp="1"/>
          </p:cNvSpPr>
          <p:nvPr>
            <p:ph type="dt" sz="half" idx="2"/>
          </p:nvPr>
        </p:nvSpPr>
        <p:spPr>
          <a:xfrm>
            <a:off x="6172200" y="6191250"/>
            <a:ext cx="2476500" cy="4762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smtClean="0">
                <a:solidFill>
                  <a:schemeClr val="tx2"/>
                </a:solidFill>
                <a:latin typeface="Perpetua" panose="02020502060401020303" pitchFamily="18" charset="0"/>
              </a:defRPr>
            </a:lvl1pPr>
          </a:lstStyle>
          <a:p>
            <a:pPr>
              <a:defRPr/>
            </a:pPr>
            <a:fld id="{00A284DD-C94D-47C5-9425-F1A5B243A2D4}" type="datetimeFigureOut">
              <a:rPr lang="en-US" altLang="en-US"/>
              <a:pPr>
                <a:defRPr/>
              </a:pPr>
              <a:t>8/16/2025</a:t>
            </a:fld>
            <a:endParaRPr lang="en-US" altLang="en-US"/>
          </a:p>
        </p:txBody>
      </p:sp>
      <p:sp>
        <p:nvSpPr>
          <p:cNvPr id="3" name="Footer Placeholder 2">
            <a:extLst>
              <a:ext uri="{FF2B5EF4-FFF2-40B4-BE49-F238E27FC236}">
                <a16:creationId xmlns:a16="http://schemas.microsoft.com/office/drawing/2014/main" id="{3D7C900D-3994-437D-B6EB-7815D260F0C4}"/>
              </a:ext>
            </a:extLst>
          </p:cNvPr>
          <p:cNvSpPr>
            <a:spLocks noGrp="1"/>
          </p:cNvSpPr>
          <p:nvPr>
            <p:ph type="ftr" sz="quarter" idx="3"/>
          </p:nvPr>
        </p:nvSpPr>
        <p:spPr>
          <a:xfrm>
            <a:off x="914400" y="6172200"/>
            <a:ext cx="3962400" cy="457200"/>
          </a:xfrm>
          <a:prstGeom prst="rect">
            <a:avLst/>
          </a:prstGeom>
        </p:spPr>
        <p:txBody>
          <a:bodyPr vert="horz" wrap="square" lIns="91440" tIns="45720" rIns="91440" bIns="45720" numCol="1" anchor="ctr" anchorCtr="0" compatLnSpc="1">
            <a:prstTxWarp prst="textNoShape">
              <a:avLst/>
            </a:prstTxWarp>
          </a:bodyPr>
          <a:lstStyle>
            <a:lvl1pPr eaLnBrk="1" hangingPunct="1">
              <a:defRPr sz="1400">
                <a:solidFill>
                  <a:schemeClr val="tx2"/>
                </a:solidFill>
                <a:latin typeface="Perpetua" panose="02020502060401020303" pitchFamily="18" charset="0"/>
              </a:defRPr>
            </a:lvl1pPr>
          </a:lstStyle>
          <a:p>
            <a:pPr>
              <a:defRPr/>
            </a:pPr>
            <a:endParaRPr lang="en-US" altLang="en-US"/>
          </a:p>
        </p:txBody>
      </p:sp>
      <p:sp>
        <p:nvSpPr>
          <p:cNvPr id="23" name="Slide Number Placeholder 22">
            <a:extLst>
              <a:ext uri="{FF2B5EF4-FFF2-40B4-BE49-F238E27FC236}">
                <a16:creationId xmlns:a16="http://schemas.microsoft.com/office/drawing/2014/main" id="{3738FED4-3DD9-479E-83A1-EC47710CEA80}"/>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smtClean="0">
                <a:solidFill>
                  <a:srgbClr val="FFFFFF"/>
                </a:solidFill>
                <a:latin typeface="Franklin Gothic Book" panose="020B0503020102020204" pitchFamily="34" charset="0"/>
              </a:defRPr>
            </a:lvl1pPr>
          </a:lstStyle>
          <a:p>
            <a:pPr>
              <a:defRPr/>
            </a:pPr>
            <a:fld id="{7C5518C0-F5FF-4C1C-A828-D9B614CFC544}" type="slidenum">
              <a:rPr lang="en-US" altLang="en-US"/>
              <a:pPr>
                <a:defRPr/>
              </a:pPr>
              <a:t>‹#›</a:t>
            </a:fld>
            <a:endParaRPr lang="en-US" altLang="en-US"/>
          </a:p>
        </p:txBody>
      </p:sp>
    </p:spTree>
    <p:extLst>
      <p:ext uri="{BB962C8B-B14F-4D97-AF65-F5344CB8AC3E}">
        <p14:creationId xmlns:p14="http://schemas.microsoft.com/office/powerpoint/2010/main" val="3943371988"/>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Franklin Gothic Book" pitchFamily="34" charset="0"/>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Franklin Gothic Book" pitchFamily="34" charset="0"/>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Franklin Gothic Book" pitchFamily="34" charset="0"/>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Franklin Gothic Book" pitchFamily="34" charset="0"/>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Franklin Gothic Book" pitchFamily="34"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1.bin"/><Relationship Id="rId7"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emf"/><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4.xml"/><Relationship Id="rId7" Type="http://schemas.openxmlformats.org/officeDocument/2006/relationships/notesSlide" Target="../notesSlides/notesSlide2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a:extLst>
              <a:ext uri="{FF2B5EF4-FFF2-40B4-BE49-F238E27FC236}">
                <a16:creationId xmlns:a16="http://schemas.microsoft.com/office/drawing/2014/main" id="{E2AA1899-6635-D60D-EA10-C05B6EA88BB1}"/>
              </a:ext>
            </a:extLst>
          </p:cNvPr>
          <p:cNvSpPr>
            <a:spLocks noGrp="1"/>
          </p:cNvSpPr>
          <p:nvPr>
            <p:ph type="title"/>
          </p:nvPr>
        </p:nvSpPr>
        <p:spPr>
          <a:xfrm>
            <a:off x="609600" y="1447800"/>
            <a:ext cx="7772400" cy="1143000"/>
          </a:xfrm>
        </p:spPr>
        <p:txBody>
          <a:bodyPr/>
          <a:lstStyle/>
          <a:p>
            <a:pPr eaLnBrk="1" hangingPunct="1"/>
            <a:r>
              <a:rPr lang="en-US" altLang="en-US">
                <a:ea typeface="ＭＳ Ｐゴシック" panose="020B0600070205080204" pitchFamily="34" charset="-128"/>
              </a:rPr>
              <a:t>OPIM 5604</a:t>
            </a:r>
          </a:p>
        </p:txBody>
      </p:sp>
      <p:sp>
        <p:nvSpPr>
          <p:cNvPr id="7171" name="Text Box 5">
            <a:extLst>
              <a:ext uri="{FF2B5EF4-FFF2-40B4-BE49-F238E27FC236}">
                <a16:creationId xmlns:a16="http://schemas.microsoft.com/office/drawing/2014/main" id="{F5FED448-4063-4238-DC74-E2954D2A1C72}"/>
              </a:ext>
            </a:extLst>
          </p:cNvPr>
          <p:cNvSpPr txBox="1">
            <a:spLocks noChangeArrowheads="1"/>
          </p:cNvSpPr>
          <p:nvPr/>
        </p:nvSpPr>
        <p:spPr bwMode="auto">
          <a:xfrm>
            <a:off x="609600" y="3416300"/>
            <a:ext cx="70104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Franklin Gothic Book" panose="020B0503020102020204" pitchFamily="34" charset="0"/>
                <a:ea typeface="ＭＳ Ｐゴシック" panose="020B0600070205080204" pitchFamily="34" charset="-128"/>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Franklin Gothic Book" panose="020B0503020102020204" pitchFamily="34" charset="0"/>
                <a:ea typeface="ＭＳ Ｐゴシック" panose="020B0600070205080204" pitchFamily="34" charset="-128"/>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Franklin Gothic Book" panose="020B0503020102020204" pitchFamily="34" charset="0"/>
                <a:ea typeface="ＭＳ Ｐゴシック" panose="020B0600070205080204" pitchFamily="34" charset="-128"/>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Franklin Gothic Book" panose="020B0503020102020204" pitchFamily="34" charset="0"/>
                <a:ea typeface="ＭＳ Ｐゴシック" panose="020B0600070205080204" pitchFamily="34" charset="-128"/>
              </a:defRPr>
            </a:lvl4pPr>
            <a:lvl5pPr marL="2057400" indent="-228600">
              <a:spcBef>
                <a:spcPts val="375"/>
              </a:spcBef>
              <a:buClr>
                <a:srgbClr val="A28E6A"/>
              </a:buClr>
              <a:buChar char="o"/>
              <a:defRPr sz="2000">
                <a:solidFill>
                  <a:schemeClr val="tx1"/>
                </a:solidFill>
                <a:latin typeface="Franklin Gothic Book" panose="020B0503020102020204" pitchFamily="34" charset="0"/>
                <a:ea typeface="ＭＳ Ｐゴシック" panose="020B0600070205080204" pitchFamily="34" charset="-128"/>
              </a:defRPr>
            </a:lvl5pPr>
            <a:lvl6pPr marL="2514600" indent="-228600" eaLnBrk="0" fontAlgn="base" hangingPunct="0">
              <a:spcBef>
                <a:spcPts val="375"/>
              </a:spcBef>
              <a:spcAft>
                <a:spcPct val="0"/>
              </a:spcAft>
              <a:buClr>
                <a:srgbClr val="A28E6A"/>
              </a:buClr>
              <a:buChar char="o"/>
              <a:defRPr sz="2000">
                <a:solidFill>
                  <a:schemeClr val="tx1"/>
                </a:solidFill>
                <a:latin typeface="Franklin Gothic Book" panose="020B0503020102020204" pitchFamily="34" charset="0"/>
                <a:ea typeface="ＭＳ Ｐゴシック" panose="020B0600070205080204" pitchFamily="34" charset="-128"/>
              </a:defRPr>
            </a:lvl6pPr>
            <a:lvl7pPr marL="2971800" indent="-228600" eaLnBrk="0" fontAlgn="base" hangingPunct="0">
              <a:spcBef>
                <a:spcPts val="375"/>
              </a:spcBef>
              <a:spcAft>
                <a:spcPct val="0"/>
              </a:spcAft>
              <a:buClr>
                <a:srgbClr val="A28E6A"/>
              </a:buClr>
              <a:buChar char="o"/>
              <a:defRPr sz="2000">
                <a:solidFill>
                  <a:schemeClr val="tx1"/>
                </a:solidFill>
                <a:latin typeface="Franklin Gothic Book" panose="020B0503020102020204" pitchFamily="34" charset="0"/>
                <a:ea typeface="ＭＳ Ｐゴシック" panose="020B0600070205080204" pitchFamily="34" charset="-128"/>
              </a:defRPr>
            </a:lvl7pPr>
            <a:lvl8pPr marL="3429000" indent="-228600" eaLnBrk="0" fontAlgn="base" hangingPunct="0">
              <a:spcBef>
                <a:spcPts val="375"/>
              </a:spcBef>
              <a:spcAft>
                <a:spcPct val="0"/>
              </a:spcAft>
              <a:buClr>
                <a:srgbClr val="A28E6A"/>
              </a:buClr>
              <a:buChar char="o"/>
              <a:defRPr sz="2000">
                <a:solidFill>
                  <a:schemeClr val="tx1"/>
                </a:solidFill>
                <a:latin typeface="Franklin Gothic Book" panose="020B0503020102020204" pitchFamily="34" charset="0"/>
                <a:ea typeface="ＭＳ Ｐゴシック" panose="020B0600070205080204" pitchFamily="34" charset="-128"/>
              </a:defRPr>
            </a:lvl8pPr>
            <a:lvl9pPr marL="3886200" indent="-228600" eaLnBrk="0" fontAlgn="base" hangingPunct="0">
              <a:spcBef>
                <a:spcPts val="375"/>
              </a:spcBef>
              <a:spcAft>
                <a:spcPct val="0"/>
              </a:spcAft>
              <a:buClr>
                <a:srgbClr val="A28E6A"/>
              </a:buClr>
              <a:buChar char="o"/>
              <a:defRPr sz="2000">
                <a:solidFill>
                  <a:schemeClr val="tx1"/>
                </a:solidFill>
                <a:latin typeface="Franklin Gothic Book" panose="020B0503020102020204" pitchFamily="34" charset="0"/>
                <a:ea typeface="ＭＳ Ｐゴシック" panose="020B0600070205080204" pitchFamily="34" charset="-128"/>
              </a:defRPr>
            </a:lvl9pPr>
          </a:lstStyle>
          <a:p>
            <a:pPr eaLnBrk="1" hangingPunct="1">
              <a:spcBef>
                <a:spcPct val="50000"/>
              </a:spcBef>
              <a:buClrTx/>
              <a:buSzTx/>
              <a:buFontTx/>
              <a:buNone/>
            </a:pPr>
            <a:r>
              <a:rPr lang="en-US" altLang="en-US" sz="2800" b="1">
                <a:solidFill>
                  <a:schemeClr val="accent2"/>
                </a:solidFill>
              </a:rPr>
              <a:t>Predictive Modeling</a:t>
            </a:r>
            <a:endParaRPr lang="en-US" altLang="en-US" sz="2400" b="1">
              <a:solidFill>
                <a:schemeClr val="accent2"/>
              </a:solidFill>
            </a:endParaRPr>
          </a:p>
          <a:p>
            <a:pPr eaLnBrk="1" hangingPunct="1">
              <a:spcBef>
                <a:spcPct val="0"/>
              </a:spcBef>
              <a:buClrTx/>
              <a:buSzTx/>
              <a:buFontTx/>
              <a:buNone/>
            </a:pPr>
            <a:r>
              <a:rPr lang="en-US" altLang="en-US" sz="2400" b="1">
                <a:solidFill>
                  <a:schemeClr val="accent2"/>
                </a:solidFill>
              </a:rPr>
              <a:t>Decision Trees &amp; Regression Trees</a:t>
            </a:r>
          </a:p>
          <a:p>
            <a:pPr eaLnBrk="1" hangingPunct="1">
              <a:spcBef>
                <a:spcPct val="50000"/>
              </a:spcBef>
              <a:buClrTx/>
              <a:buSzTx/>
              <a:buFontTx/>
              <a:buNone/>
            </a:pPr>
            <a:r>
              <a:rPr lang="en-US" altLang="en-US" sz="2400" b="1">
                <a:solidFill>
                  <a:schemeClr val="tx2"/>
                </a:solidFill>
              </a:rPr>
              <a:t>Jennifer Eigo, Instructor in-Residence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Tree Overview</a:t>
            </a:r>
          </a:p>
        </p:txBody>
      </p:sp>
      <p:sp>
        <p:nvSpPr>
          <p:cNvPr id="11267" name="Content Placeholder 2"/>
          <p:cNvSpPr>
            <a:spLocks noGrp="1"/>
          </p:cNvSpPr>
          <p:nvPr>
            <p:ph sz="quarter" idx="1"/>
          </p:nvPr>
        </p:nvSpPr>
        <p:spPr>
          <a:xfrm>
            <a:off x="838200" y="1828800"/>
            <a:ext cx="7772400" cy="4572000"/>
          </a:xfrm>
        </p:spPr>
        <p:txBody>
          <a:bodyPr/>
          <a:lstStyle/>
          <a:p>
            <a:pPr eaLnBrk="1" hangingPunct="1"/>
            <a:r>
              <a:rPr lang="en-US" altLang="en-US" dirty="0">
                <a:latin typeface="Franklin Gothic Book" panose="020B0503020102020204" pitchFamily="34" charset="0"/>
              </a:rPr>
              <a:t>Decision Trees</a:t>
            </a:r>
          </a:p>
          <a:p>
            <a:pPr lvl="1" eaLnBrk="1" hangingPunct="1"/>
            <a:r>
              <a:rPr lang="en-US" altLang="en-US" dirty="0"/>
              <a:t>Classification model</a:t>
            </a:r>
          </a:p>
          <a:p>
            <a:pPr lvl="1" eaLnBrk="1" hangingPunct="1"/>
            <a:r>
              <a:rPr lang="en-US" altLang="en-US" dirty="0">
                <a:latin typeface="Franklin Gothic Book" panose="020B0503020102020204" pitchFamily="34" charset="0"/>
              </a:rPr>
              <a:t>Categorical target variable</a:t>
            </a:r>
          </a:p>
          <a:p>
            <a:pPr eaLnBrk="1" hangingPunct="1"/>
            <a:r>
              <a:rPr lang="en-US" altLang="en-US" dirty="0"/>
              <a:t>Regression Trees</a:t>
            </a:r>
          </a:p>
          <a:p>
            <a:pPr lvl="1" eaLnBrk="1" hangingPunct="1"/>
            <a:r>
              <a:rPr lang="en-US" altLang="en-US" dirty="0">
                <a:latin typeface="Franklin Gothic Book" panose="020B0503020102020204" pitchFamily="34" charset="0"/>
              </a:rPr>
              <a:t>Predict a continuous target variable</a:t>
            </a: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a:t>
            </a:fld>
            <a:endParaRPr lang="en-US" altLang="en-US" sz="1400" dirty="0"/>
          </a:p>
        </p:txBody>
      </p:sp>
    </p:spTree>
    <p:extLst>
      <p:ext uri="{BB962C8B-B14F-4D97-AF65-F5344CB8AC3E}">
        <p14:creationId xmlns:p14="http://schemas.microsoft.com/office/powerpoint/2010/main" val="312079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Tree Models</a:t>
            </a:r>
          </a:p>
        </p:txBody>
      </p:sp>
      <p:sp>
        <p:nvSpPr>
          <p:cNvPr id="11267" name="Content Placeholder 2"/>
          <p:cNvSpPr>
            <a:spLocks noGrp="1"/>
          </p:cNvSpPr>
          <p:nvPr>
            <p:ph sz="quarter" idx="1"/>
          </p:nvPr>
        </p:nvSpPr>
        <p:spPr>
          <a:xfrm>
            <a:off x="838200" y="1828800"/>
            <a:ext cx="7772400" cy="4572000"/>
          </a:xfrm>
        </p:spPr>
        <p:txBody>
          <a:bodyPr/>
          <a:lstStyle/>
          <a:p>
            <a:pPr eaLnBrk="1" hangingPunct="1"/>
            <a:r>
              <a:rPr lang="en-US" altLang="en-US" dirty="0">
                <a:latin typeface="Franklin Gothic Book" panose="020B0503020102020204" pitchFamily="34" charset="0"/>
              </a:rPr>
              <a:t>Very interpretable</a:t>
            </a:r>
          </a:p>
          <a:p>
            <a:pPr eaLnBrk="1" hangingPunct="1"/>
            <a:r>
              <a:rPr lang="en-US" altLang="en-US" dirty="0"/>
              <a:t>Rule based; no math formulas</a:t>
            </a:r>
          </a:p>
          <a:p>
            <a:pPr eaLnBrk="1" hangingPunct="1"/>
            <a:r>
              <a:rPr lang="en-US" altLang="en-US" dirty="0">
                <a:latin typeface="Franklin Gothic Book" panose="020B0503020102020204" pitchFamily="34" charset="0"/>
              </a:rPr>
              <a:t>Easy to use</a:t>
            </a:r>
          </a:p>
          <a:p>
            <a:pPr lvl="1" eaLnBrk="1" hangingPunct="1"/>
            <a:r>
              <a:rPr lang="en-US" altLang="en-US" dirty="0"/>
              <a:t>No transformations</a:t>
            </a:r>
          </a:p>
          <a:p>
            <a:pPr lvl="1" eaLnBrk="1" hangingPunct="1"/>
            <a:r>
              <a:rPr lang="en-US" altLang="en-US" dirty="0">
                <a:latin typeface="Franklin Gothic Book" panose="020B0503020102020204" pitchFamily="34" charset="0"/>
              </a:rPr>
              <a:t>No bucketing</a:t>
            </a:r>
          </a:p>
          <a:p>
            <a:pPr lvl="1" eaLnBrk="1" hangingPunct="1"/>
            <a:r>
              <a:rPr lang="en-US" altLang="en-US" dirty="0"/>
              <a:t>No assumed linear relationship</a:t>
            </a:r>
          </a:p>
          <a:p>
            <a:pPr eaLnBrk="1" hangingPunct="1"/>
            <a:r>
              <a:rPr lang="en-US" altLang="en-US" dirty="0">
                <a:latin typeface="Franklin Gothic Book" panose="020B0503020102020204" pitchFamily="34" charset="0"/>
              </a:rPr>
              <a:t>Can help with variable selection</a:t>
            </a:r>
          </a:p>
          <a:p>
            <a:pPr eaLnBrk="1" hangingPunct="1"/>
            <a:r>
              <a:rPr lang="en-US" altLang="en-US" dirty="0"/>
              <a:t>Split points become nodes on the tree</a:t>
            </a:r>
          </a:p>
          <a:p>
            <a:pPr eaLnBrk="1" hangingPunct="1"/>
            <a:r>
              <a:rPr lang="en-US" altLang="en-US" dirty="0">
                <a:latin typeface="Franklin Gothic Book" panose="020B0503020102020204" pitchFamily="34" charset="0"/>
              </a:rPr>
              <a:t>Leaves are the terminal nodes that show probabilities of target class membership</a:t>
            </a:r>
          </a:p>
          <a:p>
            <a:pPr eaLnBrk="1" hangingPunct="1"/>
            <a:endParaRPr lang="en-US" altLang="en-US" dirty="0">
              <a:latin typeface="Franklin Gothic Book" panose="020B0503020102020204" pitchFamily="34" charset="0"/>
            </a:endParaRP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a:t>
            </a:fld>
            <a:endParaRPr lang="en-US" altLang="en-US" sz="1400" dirty="0"/>
          </a:p>
        </p:txBody>
      </p:sp>
    </p:spTree>
    <p:extLst>
      <p:ext uri="{BB962C8B-B14F-4D97-AF65-F5344CB8AC3E}">
        <p14:creationId xmlns:p14="http://schemas.microsoft.com/office/powerpoint/2010/main" val="857211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p:cNvSpPr>
            <a:spLocks noGrp="1"/>
          </p:cNvSpPr>
          <p:nvPr>
            <p:ph type="title"/>
          </p:nvPr>
        </p:nvSpPr>
        <p:spPr/>
        <p:txBody>
          <a:bodyPr/>
          <a:lstStyle/>
          <a:p>
            <a:pPr eaLnBrk="1" hangingPunct="1"/>
            <a:r>
              <a:rPr lang="en-US" altLang="en-US"/>
              <a:t>Decision Trees and Rules</a:t>
            </a:r>
          </a:p>
        </p:txBody>
      </p:sp>
      <p:sp>
        <p:nvSpPr>
          <p:cNvPr id="9219" name="Content Placeholder 3"/>
          <p:cNvSpPr>
            <a:spLocks noGrp="1"/>
          </p:cNvSpPr>
          <p:nvPr>
            <p:ph sz="quarter" idx="1"/>
          </p:nvPr>
        </p:nvSpPr>
        <p:spPr>
          <a:xfrm>
            <a:off x="609600" y="1600200"/>
            <a:ext cx="8077200" cy="4572000"/>
          </a:xfrm>
        </p:spPr>
        <p:txBody>
          <a:bodyPr/>
          <a:lstStyle/>
          <a:p>
            <a:pPr eaLnBrk="1" hangingPunct="1">
              <a:spcBef>
                <a:spcPts val="600"/>
              </a:spcBef>
              <a:spcAft>
                <a:spcPts val="600"/>
              </a:spcAft>
              <a:buFont typeface="Wingdings 2" panose="05020102010507070707" pitchFamily="18" charset="2"/>
              <a:buNone/>
            </a:pPr>
            <a:r>
              <a:rPr lang="en-US" altLang="en-US" b="1" dirty="0"/>
              <a:t>Goal: </a:t>
            </a:r>
            <a:r>
              <a:rPr lang="en-US" altLang="en-US" dirty="0"/>
              <a:t>Classify or predict an outcome based on a set of predictors</a:t>
            </a:r>
          </a:p>
          <a:p>
            <a:pPr eaLnBrk="1" hangingPunct="1">
              <a:spcBef>
                <a:spcPts val="600"/>
              </a:spcBef>
              <a:spcAft>
                <a:spcPts val="600"/>
              </a:spcAft>
              <a:buFont typeface="Wingdings 2" panose="05020102010507070707" pitchFamily="18" charset="2"/>
              <a:buNone/>
            </a:pPr>
            <a:r>
              <a:rPr lang="en-US" altLang="en-US" dirty="0"/>
              <a:t>The output is a set of </a:t>
            </a:r>
            <a:r>
              <a:rPr lang="en-US" altLang="en-US" b="1" dirty="0"/>
              <a:t>rules </a:t>
            </a:r>
            <a:r>
              <a:rPr lang="en-US" altLang="en-US" dirty="0"/>
              <a:t>represented by tree diagrams</a:t>
            </a:r>
          </a:p>
          <a:p>
            <a:pPr eaLnBrk="1" hangingPunct="1">
              <a:spcBef>
                <a:spcPts val="600"/>
              </a:spcBef>
              <a:spcAft>
                <a:spcPts val="600"/>
              </a:spcAft>
              <a:buFont typeface="Wingdings 2" panose="05020102010507070707" pitchFamily="18" charset="2"/>
              <a:buNone/>
            </a:pPr>
            <a:endParaRPr lang="en-US" altLang="en-US" dirty="0"/>
          </a:p>
          <a:p>
            <a:pPr eaLnBrk="1" hangingPunct="1">
              <a:spcBef>
                <a:spcPts val="600"/>
              </a:spcBef>
              <a:spcAft>
                <a:spcPts val="600"/>
              </a:spcAft>
              <a:buFont typeface="Wingdings 2" panose="05020102010507070707" pitchFamily="18" charset="2"/>
              <a:buNone/>
            </a:pPr>
            <a:r>
              <a:rPr lang="en-US" altLang="en-US" b="1" dirty="0"/>
              <a:t>Example Rules: </a:t>
            </a:r>
          </a:p>
          <a:p>
            <a:pPr eaLnBrk="1" hangingPunct="1">
              <a:spcBef>
                <a:spcPts val="600"/>
              </a:spcBef>
              <a:spcAft>
                <a:spcPts val="600"/>
              </a:spcAft>
            </a:pPr>
            <a:r>
              <a:rPr lang="en-US" altLang="en-US" dirty="0"/>
              <a:t>Goal:  Classify a record as “will accept credit card offer” or “will not accept”</a:t>
            </a:r>
          </a:p>
          <a:p>
            <a:pPr eaLnBrk="1" hangingPunct="1">
              <a:spcBef>
                <a:spcPts val="600"/>
              </a:spcBef>
              <a:spcAft>
                <a:spcPts val="600"/>
              </a:spcAft>
            </a:pPr>
            <a:r>
              <a:rPr lang="en-US" altLang="en-US" dirty="0"/>
              <a:t>Rule might be “IF (Income &gt;= 99) AND (Education = 1) AND (Family &lt; 3) THEN </a:t>
            </a:r>
            <a:r>
              <a:rPr lang="en-US" altLang="en-US" dirty="0" err="1"/>
              <a:t>Prob</a:t>
            </a:r>
            <a:r>
              <a:rPr lang="en-US" altLang="en-US" dirty="0"/>
              <a:t>(Class = 1) = 0.0077 (classify as non-acceptor)</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a:t>
            </a:fld>
            <a:endParaRPr lang="en-US" altLang="en-US" sz="1400" dirty="0"/>
          </a:p>
        </p:txBody>
      </p:sp>
    </p:spTree>
    <p:extLst>
      <p:ext uri="{BB962C8B-B14F-4D97-AF65-F5344CB8AC3E}">
        <p14:creationId xmlns:p14="http://schemas.microsoft.com/office/powerpoint/2010/main" val="253839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Simple Prediction Example</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5</a:t>
            </a:fld>
            <a:endParaRPr lang="en-US" altLang="en-US" sz="1400" dirty="0"/>
          </a:p>
        </p:txBody>
      </p:sp>
      <p:sp>
        <p:nvSpPr>
          <p:cNvPr id="29" name="Text Box 32"/>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32" name="Text Box 8"/>
          <p:cNvSpPr txBox="1">
            <a:spLocks noChangeArrowheads="1"/>
          </p:cNvSpPr>
          <p:nvPr/>
        </p:nvSpPr>
        <p:spPr bwMode="auto">
          <a:xfrm>
            <a:off x="726518" y="1787525"/>
            <a:ext cx="333057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800" dirty="0">
                <a:latin typeface="+mj-lt"/>
              </a:rPr>
              <a:t>Predict probability of yellow for each </a:t>
            </a:r>
            <a:r>
              <a:rPr lang="en-US" altLang="en-US" sz="2800" i="1" dirty="0">
                <a:latin typeface="+mj-lt"/>
              </a:rPr>
              <a:t>x</a:t>
            </a:r>
            <a:r>
              <a:rPr lang="en-US" altLang="en-US" sz="2800" baseline="-25000" dirty="0">
                <a:latin typeface="+mj-lt"/>
              </a:rPr>
              <a:t>1</a:t>
            </a:r>
            <a:r>
              <a:rPr lang="en-US" altLang="en-US" sz="2800" dirty="0">
                <a:latin typeface="+mj-lt"/>
              </a:rPr>
              <a:t> and </a:t>
            </a:r>
            <a:r>
              <a:rPr lang="en-US" altLang="en-US" sz="2800" i="1" dirty="0">
                <a:latin typeface="+mj-lt"/>
              </a:rPr>
              <a:t>x</a:t>
            </a:r>
            <a:r>
              <a:rPr lang="en-US" altLang="en-US" sz="2800" baseline="-25000" dirty="0">
                <a:latin typeface="+mj-lt"/>
              </a:rPr>
              <a:t>2</a:t>
            </a:r>
            <a:r>
              <a:rPr lang="en-US" altLang="en-US" sz="2800" dirty="0">
                <a:latin typeface="+mj-lt"/>
              </a:rPr>
              <a:t>. </a:t>
            </a:r>
          </a:p>
        </p:txBody>
      </p:sp>
      <p:grpSp>
        <p:nvGrpSpPr>
          <p:cNvPr id="3" name="Group 2" descr="Scotterplot of X1 versus X2 with dots in both blue and yellow." title="Scatterplot"/>
          <p:cNvGrpSpPr/>
          <p:nvPr/>
        </p:nvGrpSpPr>
        <p:grpSpPr>
          <a:xfrm>
            <a:off x="4092575" y="1544638"/>
            <a:ext cx="4703763" cy="4376737"/>
            <a:chOff x="4092575" y="1544638"/>
            <a:chExt cx="4703763" cy="4376737"/>
          </a:xfrm>
        </p:grpSpPr>
        <p:sp>
          <p:nvSpPr>
            <p:cNvPr id="6" name="Rectangle 9">
              <a:extLst>
                <a:ext uri="{FF2B5EF4-FFF2-40B4-BE49-F238E27FC236}">
                  <a16:creationId xmlns:a16="http://schemas.microsoft.com/office/drawing/2014/main" id="{5C9F2AB2-69B2-4A10-8842-7F1295B8209B}"/>
                </a:ext>
              </a:extLst>
            </p:cNvPr>
            <p:cNvSpPr>
              <a:spLocks noChangeArrowheads="1"/>
            </p:cNvSpPr>
            <p:nvPr/>
          </p:nvSpPr>
          <p:spPr bwMode="auto">
            <a:xfrm>
              <a:off x="4838700" y="1876425"/>
              <a:ext cx="3810000" cy="3657600"/>
            </a:xfrm>
            <a:prstGeom prst="rect">
              <a:avLst/>
            </a:prstGeom>
            <a:solidFill>
              <a:schemeClr val="tx2">
                <a:lumMod val="75000"/>
              </a:schemeClr>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7" name="Text Box 10"/>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8" name="Text Box 11"/>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9" name="Text Box 12"/>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0" name="Text Box 13"/>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1" name="Text Box 14"/>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2" name="Text Box 15"/>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3" name="Text Box 16"/>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4" name="Text Box 17"/>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5" name="Text Box 18"/>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6" name="Text Box 19"/>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7" name="Text Box 20"/>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8" name="Text Box 21"/>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9" name="Text Box 22"/>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0" name="Text Box 23"/>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1" name="Text Box 24"/>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2" name="Text Box 25"/>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3" name="Text Box 26"/>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4" name="Text Box 27"/>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5" name="Text Box 28"/>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6" name="Text Box 29"/>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7" name="Text Box 30"/>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8" name="Text Box 31"/>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30" name="Text Box 33"/>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pic>
          <p:nvPicPr>
            <p:cNvPr id="31" name="Picture 34"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10"/>
            <p:cNvSpPr txBox="1">
              <a:spLocks noChangeArrowheads="1"/>
            </p:cNvSpPr>
            <p:nvPr/>
          </p:nvSpPr>
          <p:spPr bwMode="auto">
            <a:xfrm>
              <a:off x="6054725" y="1544638"/>
              <a:ext cx="1382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dirty="0">
                  <a:solidFill>
                    <a:srgbClr val="B3B3B3"/>
                  </a:solidFill>
                  <a:latin typeface="Arial Narrow" panose="020B0606020202030204" pitchFamily="34" charset="0"/>
                </a:rPr>
                <a:t>Training Data</a:t>
              </a:r>
            </a:p>
          </p:txBody>
        </p:sp>
      </p:grpSp>
      <p:grpSp>
        <p:nvGrpSpPr>
          <p:cNvPr id="98" name="Group 94" descr="Simple small decision tree splitting on X1 and X2 to identify the probability of dot color." title="Decision Tree"/>
          <p:cNvGrpSpPr>
            <a:grpSpLocks/>
          </p:cNvGrpSpPr>
          <p:nvPr/>
        </p:nvGrpSpPr>
        <p:grpSpPr bwMode="auto">
          <a:xfrm>
            <a:off x="609600" y="2895600"/>
            <a:ext cx="3657600" cy="3640137"/>
            <a:chOff x="609600" y="1998663"/>
            <a:chExt cx="3657600" cy="3640137"/>
          </a:xfrm>
        </p:grpSpPr>
        <p:sp>
          <p:nvSpPr>
            <p:cNvPr id="99" name="Line 2"/>
            <p:cNvSpPr>
              <a:spLocks noChangeShapeType="1"/>
            </p:cNvSpPr>
            <p:nvPr/>
          </p:nvSpPr>
          <p:spPr bwMode="auto">
            <a:xfrm>
              <a:off x="3200400" y="3509963"/>
              <a:ext cx="457200" cy="1371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0" name="Line 3"/>
            <p:cNvSpPr>
              <a:spLocks noChangeShapeType="1"/>
            </p:cNvSpPr>
            <p:nvPr/>
          </p:nvSpPr>
          <p:spPr bwMode="auto">
            <a:xfrm>
              <a:off x="1524000" y="3509963"/>
              <a:ext cx="304800" cy="1676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1" name="Line 4"/>
            <p:cNvSpPr>
              <a:spLocks noChangeShapeType="1"/>
            </p:cNvSpPr>
            <p:nvPr/>
          </p:nvSpPr>
          <p:spPr bwMode="auto">
            <a:xfrm>
              <a:off x="2286000" y="2214563"/>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2" name="Line 5"/>
            <p:cNvSpPr>
              <a:spLocks noChangeShapeType="1"/>
            </p:cNvSpPr>
            <p:nvPr/>
          </p:nvSpPr>
          <p:spPr bwMode="auto">
            <a:xfrm flipH="1">
              <a:off x="838200" y="3509963"/>
              <a:ext cx="609600" cy="12192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03" name="Group 34">
              <a:extLst>
                <a:ext uri="{FF2B5EF4-FFF2-40B4-BE49-F238E27FC236}">
                  <a16:creationId xmlns:a16="http://schemas.microsoft.com/office/drawing/2014/main" id="{AA6B2917-57A4-45F2-A01C-C8CEBA52EF80}"/>
                </a:ext>
              </a:extLst>
            </p:cNvPr>
            <p:cNvGrpSpPr>
              <a:grpSpLocks/>
            </p:cNvGrpSpPr>
            <p:nvPr/>
          </p:nvGrpSpPr>
          <p:grpSpPr bwMode="auto">
            <a:xfrm>
              <a:off x="609600" y="4384675"/>
              <a:ext cx="820738" cy="757238"/>
              <a:chOff x="288" y="3047"/>
              <a:chExt cx="517" cy="477"/>
            </a:xfrm>
            <a:effectLst>
              <a:outerShdw blurRad="50800" dist="38100" dir="2700000" algn="tl" rotWithShape="0">
                <a:prstClr val="black">
                  <a:alpha val="40000"/>
                </a:prstClr>
              </a:outerShdw>
            </a:effectLst>
          </p:grpSpPr>
          <p:sp>
            <p:nvSpPr>
              <p:cNvPr id="150" name="Text Box 35">
                <a:extLst>
                  <a:ext uri="{FF2B5EF4-FFF2-40B4-BE49-F238E27FC236}">
                    <a16:creationId xmlns:a16="http://schemas.microsoft.com/office/drawing/2014/main" id="{EB7D7B79-AD73-42EE-9212-FD8BA511C81E}"/>
                  </a:ext>
                </a:extLst>
              </p:cNvPr>
              <p:cNvSpPr txBox="1">
                <a:spLocks noChangeArrowheads="1"/>
              </p:cNvSpPr>
              <p:nvPr/>
            </p:nvSpPr>
            <p:spPr bwMode="auto">
              <a:xfrm>
                <a:off x="480" y="3312"/>
                <a:ext cx="325" cy="212"/>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40%</a:t>
                </a:r>
              </a:p>
            </p:txBody>
          </p:sp>
          <p:grpSp>
            <p:nvGrpSpPr>
              <p:cNvPr id="151" name="Group 36">
                <a:extLst>
                  <a:ext uri="{FF2B5EF4-FFF2-40B4-BE49-F238E27FC236}">
                    <a16:creationId xmlns:a16="http://schemas.microsoft.com/office/drawing/2014/main" id="{711B08A9-731B-4CB4-A946-F4BE7D5B47E7}"/>
                  </a:ext>
                </a:extLst>
              </p:cNvPr>
              <p:cNvGrpSpPr>
                <a:grpSpLocks/>
              </p:cNvGrpSpPr>
              <p:nvPr/>
            </p:nvGrpSpPr>
            <p:grpSpPr bwMode="auto">
              <a:xfrm>
                <a:off x="288" y="3047"/>
                <a:ext cx="336" cy="409"/>
                <a:chOff x="576" y="2496"/>
                <a:chExt cx="864" cy="1127"/>
              </a:xfrm>
            </p:grpSpPr>
            <p:sp>
              <p:nvSpPr>
                <p:cNvPr id="152" name="Freeform 37">
                  <a:extLst>
                    <a:ext uri="{FF2B5EF4-FFF2-40B4-BE49-F238E27FC236}">
                      <a16:creationId xmlns:a16="http://schemas.microsoft.com/office/drawing/2014/main" id="{E29038E4-AB19-476E-839D-06F09C48FDE0}"/>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00FFFF"/>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3" name="Freeform 38">
                  <a:extLst>
                    <a:ext uri="{FF2B5EF4-FFF2-40B4-BE49-F238E27FC236}">
                      <a16:creationId xmlns:a16="http://schemas.microsoft.com/office/drawing/2014/main" id="{BD7C0C5D-5BD9-4070-BE49-2424CE9F6546}"/>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4" name="Freeform 39">
                  <a:extLst>
                    <a:ext uri="{FF2B5EF4-FFF2-40B4-BE49-F238E27FC236}">
                      <a16:creationId xmlns:a16="http://schemas.microsoft.com/office/drawing/2014/main" id="{054BE1CA-6C19-416A-B8A2-2AF405B8741A}"/>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5" name="Freeform 40">
                  <a:extLst>
                    <a:ext uri="{FF2B5EF4-FFF2-40B4-BE49-F238E27FC236}">
                      <a16:creationId xmlns:a16="http://schemas.microsoft.com/office/drawing/2014/main" id="{4C3FF874-4BDD-4C8C-90B4-BD8FF242BB07}"/>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6" name="Freeform 41">
                  <a:extLst>
                    <a:ext uri="{FF2B5EF4-FFF2-40B4-BE49-F238E27FC236}">
                      <a16:creationId xmlns:a16="http://schemas.microsoft.com/office/drawing/2014/main" id="{A9260585-6AF1-41A9-A123-477C44A1F61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7" name="Freeform 42">
                  <a:extLst>
                    <a:ext uri="{FF2B5EF4-FFF2-40B4-BE49-F238E27FC236}">
                      <a16:creationId xmlns:a16="http://schemas.microsoft.com/office/drawing/2014/main" id="{8ACE1123-BEF1-4F85-9F21-5137760D5343}"/>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8" name="Freeform 43">
                  <a:extLst>
                    <a:ext uri="{FF2B5EF4-FFF2-40B4-BE49-F238E27FC236}">
                      <a16:creationId xmlns:a16="http://schemas.microsoft.com/office/drawing/2014/main" id="{8B90467D-DC80-4B46-B4FA-C070910E57C0}"/>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9" name="Freeform 44">
                  <a:extLst>
                    <a:ext uri="{FF2B5EF4-FFF2-40B4-BE49-F238E27FC236}">
                      <a16:creationId xmlns:a16="http://schemas.microsoft.com/office/drawing/2014/main" id="{8DA45E2C-784D-4E63-928B-A36B02FB6101}"/>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60" name="Freeform 45">
                  <a:extLst>
                    <a:ext uri="{FF2B5EF4-FFF2-40B4-BE49-F238E27FC236}">
                      <a16:creationId xmlns:a16="http://schemas.microsoft.com/office/drawing/2014/main" id="{AD6C3D96-CFA1-4440-A926-CB0BBD5E6438}"/>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sp>
          <p:nvSpPr>
            <p:cNvPr id="104" name="Text Box 46">
              <a:extLst>
                <a:ext uri="{FF2B5EF4-FFF2-40B4-BE49-F238E27FC236}">
                  <a16:creationId xmlns:a16="http://schemas.microsoft.com/office/drawing/2014/main" id="{5523ED11-340D-49E8-976C-1B5D343E4C4A}"/>
                </a:ext>
              </a:extLst>
            </p:cNvPr>
            <p:cNvSpPr txBox="1">
              <a:spLocks noChangeArrowheads="1"/>
            </p:cNvSpPr>
            <p:nvPr/>
          </p:nvSpPr>
          <p:spPr bwMode="auto">
            <a:xfrm>
              <a:off x="1981200" y="5302250"/>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60%</a:t>
              </a:r>
            </a:p>
          </p:txBody>
        </p:sp>
        <p:grpSp>
          <p:nvGrpSpPr>
            <p:cNvPr id="105" name="Group 47">
              <a:extLst>
                <a:ext uri="{FF2B5EF4-FFF2-40B4-BE49-F238E27FC236}">
                  <a16:creationId xmlns:a16="http://schemas.microsoft.com/office/drawing/2014/main" id="{A0EC89FF-0FDD-4706-BFB0-626D20D7DE39}"/>
                </a:ext>
              </a:extLst>
            </p:cNvPr>
            <p:cNvGrpSpPr>
              <a:grpSpLocks/>
            </p:cNvGrpSpPr>
            <p:nvPr/>
          </p:nvGrpSpPr>
          <p:grpSpPr bwMode="auto">
            <a:xfrm flipH="1">
              <a:off x="1600200" y="4881563"/>
              <a:ext cx="533400" cy="649287"/>
              <a:chOff x="576" y="2496"/>
              <a:chExt cx="864" cy="1127"/>
            </a:xfrm>
            <a:effectLst>
              <a:outerShdw blurRad="50800" dist="38100" dir="2700000" algn="tl" rotWithShape="0">
                <a:prstClr val="black">
                  <a:alpha val="40000"/>
                </a:prstClr>
              </a:outerShdw>
            </a:effectLst>
          </p:grpSpPr>
          <p:sp>
            <p:nvSpPr>
              <p:cNvPr id="141" name="Freeform 48">
                <a:extLst>
                  <a:ext uri="{FF2B5EF4-FFF2-40B4-BE49-F238E27FC236}">
                    <a16:creationId xmlns:a16="http://schemas.microsoft.com/office/drawing/2014/main" id="{6E893ABD-B2CD-4FD1-8D4F-2B19B9879F81}"/>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2" name="Freeform 49">
                <a:extLst>
                  <a:ext uri="{FF2B5EF4-FFF2-40B4-BE49-F238E27FC236}">
                    <a16:creationId xmlns:a16="http://schemas.microsoft.com/office/drawing/2014/main" id="{906D3F09-8EF1-49DE-97EF-2A62DA2CF521}"/>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3" name="Freeform 50">
                <a:extLst>
                  <a:ext uri="{FF2B5EF4-FFF2-40B4-BE49-F238E27FC236}">
                    <a16:creationId xmlns:a16="http://schemas.microsoft.com/office/drawing/2014/main" id="{00D11C59-2A35-40F2-8C7A-713C589ABFFF}"/>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4" name="Freeform 51">
                <a:extLst>
                  <a:ext uri="{FF2B5EF4-FFF2-40B4-BE49-F238E27FC236}">
                    <a16:creationId xmlns:a16="http://schemas.microsoft.com/office/drawing/2014/main" id="{FB61811E-D505-4ED5-BBAD-AC489A401C27}"/>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5" name="Freeform 52">
                <a:extLst>
                  <a:ext uri="{FF2B5EF4-FFF2-40B4-BE49-F238E27FC236}">
                    <a16:creationId xmlns:a16="http://schemas.microsoft.com/office/drawing/2014/main" id="{D24C32CE-9A42-4B4F-ACF5-6208502FB79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6" name="Freeform 53">
                <a:extLst>
                  <a:ext uri="{FF2B5EF4-FFF2-40B4-BE49-F238E27FC236}">
                    <a16:creationId xmlns:a16="http://schemas.microsoft.com/office/drawing/2014/main" id="{3FC34D86-C1EA-4F83-BA61-99A48FC42913}"/>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7" name="Freeform 54">
                <a:extLst>
                  <a:ext uri="{FF2B5EF4-FFF2-40B4-BE49-F238E27FC236}">
                    <a16:creationId xmlns:a16="http://schemas.microsoft.com/office/drawing/2014/main" id="{833FE0FE-B5A2-46E1-A6C4-4E575F583480}"/>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8" name="Freeform 55">
                <a:extLst>
                  <a:ext uri="{FF2B5EF4-FFF2-40B4-BE49-F238E27FC236}">
                    <a16:creationId xmlns:a16="http://schemas.microsoft.com/office/drawing/2014/main" id="{4E29935D-945D-4788-A143-A93BE3030DCD}"/>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9" name="Freeform 56">
                <a:extLst>
                  <a:ext uri="{FF2B5EF4-FFF2-40B4-BE49-F238E27FC236}">
                    <a16:creationId xmlns:a16="http://schemas.microsoft.com/office/drawing/2014/main" id="{A09C77A3-2A75-4889-9E05-B67571C054D4}"/>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106" name="Text Box 58">
              <a:extLst>
                <a:ext uri="{FF2B5EF4-FFF2-40B4-BE49-F238E27FC236}">
                  <a16:creationId xmlns:a16="http://schemas.microsoft.com/office/drawing/2014/main" id="{A5CB1B22-3057-4FFB-8E27-78CD32024635}"/>
                </a:ext>
              </a:extLst>
            </p:cNvPr>
            <p:cNvSpPr txBox="1">
              <a:spLocks noChangeArrowheads="1"/>
            </p:cNvSpPr>
            <p:nvPr/>
          </p:nvSpPr>
          <p:spPr bwMode="auto">
            <a:xfrm>
              <a:off x="3751263" y="5033963"/>
              <a:ext cx="515937"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55%</a:t>
              </a:r>
            </a:p>
          </p:txBody>
        </p:sp>
        <p:sp>
          <p:nvSpPr>
            <p:cNvPr id="107" name="Freeform 60"/>
            <p:cNvSpPr>
              <a:spLocks/>
            </p:cNvSpPr>
            <p:nvPr/>
          </p:nvSpPr>
          <p:spPr bwMode="auto">
            <a:xfrm>
              <a:off x="3367088" y="4656138"/>
              <a:ext cx="461962" cy="600075"/>
            </a:xfrm>
            <a:custGeom>
              <a:avLst/>
              <a:gdLst>
                <a:gd name="T0" fmla="*/ 2147483646 w 1496"/>
                <a:gd name="T1" fmla="*/ 0 h 2218"/>
                <a:gd name="T2" fmla="*/ 2147483646 w 1496"/>
                <a:gd name="T3" fmla="*/ 2147483646 h 2218"/>
                <a:gd name="T4" fmla="*/ 2147483646 w 1496"/>
                <a:gd name="T5" fmla="*/ 2147483646 h 2218"/>
                <a:gd name="T6" fmla="*/ 2147483646 w 1496"/>
                <a:gd name="T7" fmla="*/ 2147483646 h 2218"/>
                <a:gd name="T8" fmla="*/ 2147483646 w 1496"/>
                <a:gd name="T9" fmla="*/ 2147483646 h 2218"/>
                <a:gd name="T10" fmla="*/ 2147483646 w 1496"/>
                <a:gd name="T11" fmla="*/ 2147483646 h 2218"/>
                <a:gd name="T12" fmla="*/ 2147483646 w 1496"/>
                <a:gd name="T13" fmla="*/ 2147483646 h 2218"/>
                <a:gd name="T14" fmla="*/ 2147483646 w 1496"/>
                <a:gd name="T15" fmla="*/ 2147483646 h 2218"/>
                <a:gd name="T16" fmla="*/ 2147483646 w 1496"/>
                <a:gd name="T17" fmla="*/ 2147483646 h 2218"/>
                <a:gd name="T18" fmla="*/ 2147483646 w 1496"/>
                <a:gd name="T19" fmla="*/ 2147483646 h 2218"/>
                <a:gd name="T20" fmla="*/ 2147483646 w 1496"/>
                <a:gd name="T21" fmla="*/ 2147483646 h 2218"/>
                <a:gd name="T22" fmla="*/ 2147483646 w 1496"/>
                <a:gd name="T23" fmla="*/ 2147483646 h 2218"/>
                <a:gd name="T24" fmla="*/ 2147483646 w 1496"/>
                <a:gd name="T25" fmla="*/ 2147483646 h 2218"/>
                <a:gd name="T26" fmla="*/ 2147483646 w 1496"/>
                <a:gd name="T27" fmla="*/ 2147483646 h 2218"/>
                <a:gd name="T28" fmla="*/ 2147483646 w 1496"/>
                <a:gd name="T29" fmla="*/ 2147483646 h 2218"/>
                <a:gd name="T30" fmla="*/ 2147483646 w 1496"/>
                <a:gd name="T31" fmla="*/ 2147483646 h 2218"/>
                <a:gd name="T32" fmla="*/ 0 w 1496"/>
                <a:gd name="T33" fmla="*/ 2147483646 h 2218"/>
                <a:gd name="T34" fmla="*/ 2147483646 w 1496"/>
                <a:gd name="T35" fmla="*/ 2147483646 h 2218"/>
                <a:gd name="T36" fmla="*/ 2147483646 w 1496"/>
                <a:gd name="T37" fmla="*/ 2147483646 h 2218"/>
                <a:gd name="T38" fmla="*/ 2147483646 w 1496"/>
                <a:gd name="T39" fmla="*/ 2147483646 h 2218"/>
                <a:gd name="T40" fmla="*/ 2147483646 w 1496"/>
                <a:gd name="T41" fmla="*/ 2147483646 h 2218"/>
                <a:gd name="T42" fmla="*/ 2147483646 w 1496"/>
                <a:gd name="T43" fmla="*/ 2147483646 h 2218"/>
                <a:gd name="T44" fmla="*/ 2147483646 w 1496"/>
                <a:gd name="T45" fmla="*/ 2147483646 h 2218"/>
                <a:gd name="T46" fmla="*/ 2147483646 w 1496"/>
                <a:gd name="T47" fmla="*/ 2147483646 h 2218"/>
                <a:gd name="T48" fmla="*/ 2147483646 w 1496"/>
                <a:gd name="T49" fmla="*/ 2147483646 h 2218"/>
                <a:gd name="T50" fmla="*/ 2147483646 w 1496"/>
                <a:gd name="T51" fmla="*/ 0 h 2218"/>
                <a:gd name="T52" fmla="*/ 2147483646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8" name="Freeform 61"/>
            <p:cNvSpPr>
              <a:spLocks/>
            </p:cNvSpPr>
            <p:nvPr/>
          </p:nvSpPr>
          <p:spPr bwMode="auto">
            <a:xfrm>
              <a:off x="3659188" y="4733925"/>
              <a:ext cx="68262" cy="93663"/>
            </a:xfrm>
            <a:custGeom>
              <a:avLst/>
              <a:gdLst>
                <a:gd name="T0" fmla="*/ 2147483646 w 221"/>
                <a:gd name="T1" fmla="*/ 2147483646 h 348"/>
                <a:gd name="T2" fmla="*/ 2147483646 w 221"/>
                <a:gd name="T3" fmla="*/ 2147483646 h 348"/>
                <a:gd name="T4" fmla="*/ 2147483646 w 221"/>
                <a:gd name="T5" fmla="*/ 2147483646 h 348"/>
                <a:gd name="T6" fmla="*/ 2147483646 w 221"/>
                <a:gd name="T7" fmla="*/ 2147483646 h 348"/>
                <a:gd name="T8" fmla="*/ 2147483646 w 221"/>
                <a:gd name="T9" fmla="*/ 2147483646 h 348"/>
                <a:gd name="T10" fmla="*/ 2147483646 w 221"/>
                <a:gd name="T11" fmla="*/ 2147483646 h 348"/>
                <a:gd name="T12" fmla="*/ 2147483646 w 221"/>
                <a:gd name="T13" fmla="*/ 2147483646 h 348"/>
                <a:gd name="T14" fmla="*/ 2147483646 w 221"/>
                <a:gd name="T15" fmla="*/ 2147483646 h 348"/>
                <a:gd name="T16" fmla="*/ 2147483646 w 221"/>
                <a:gd name="T17" fmla="*/ 2147483646 h 348"/>
                <a:gd name="T18" fmla="*/ 2147483646 w 221"/>
                <a:gd name="T19" fmla="*/ 2147483646 h 348"/>
                <a:gd name="T20" fmla="*/ 2147483646 w 221"/>
                <a:gd name="T21" fmla="*/ 2147483646 h 348"/>
                <a:gd name="T22" fmla="*/ 2147483646 w 221"/>
                <a:gd name="T23" fmla="*/ 2147483646 h 348"/>
                <a:gd name="T24" fmla="*/ 2147483646 w 221"/>
                <a:gd name="T25" fmla="*/ 2147483646 h 348"/>
                <a:gd name="T26" fmla="*/ 2147483646 w 221"/>
                <a:gd name="T27" fmla="*/ 2147483646 h 348"/>
                <a:gd name="T28" fmla="*/ 2147483646 w 221"/>
                <a:gd name="T29" fmla="*/ 2147483646 h 348"/>
                <a:gd name="T30" fmla="*/ 2147483646 w 221"/>
                <a:gd name="T31" fmla="*/ 2147483646 h 348"/>
                <a:gd name="T32" fmla="*/ 2147483646 w 221"/>
                <a:gd name="T33" fmla="*/ 2147483646 h 348"/>
                <a:gd name="T34" fmla="*/ 2147483646 w 221"/>
                <a:gd name="T35" fmla="*/ 2147483646 h 348"/>
                <a:gd name="T36" fmla="*/ 2147483646 w 221"/>
                <a:gd name="T37" fmla="*/ 2147483646 h 348"/>
                <a:gd name="T38" fmla="*/ 2147483646 w 221"/>
                <a:gd name="T39" fmla="*/ 2147483646 h 348"/>
                <a:gd name="T40" fmla="*/ 2147483646 w 221"/>
                <a:gd name="T41" fmla="*/ 2147483646 h 348"/>
                <a:gd name="T42" fmla="*/ 2147483646 w 221"/>
                <a:gd name="T43" fmla="*/ 2147483646 h 348"/>
                <a:gd name="T44" fmla="*/ 2147483646 w 221"/>
                <a:gd name="T45" fmla="*/ 2147483646 h 348"/>
                <a:gd name="T46" fmla="*/ 2147483646 w 221"/>
                <a:gd name="T47" fmla="*/ 2147483646 h 348"/>
                <a:gd name="T48" fmla="*/ 0 w 221"/>
                <a:gd name="T49" fmla="*/ 2147483646 h 348"/>
                <a:gd name="T50" fmla="*/ 0 w 221"/>
                <a:gd name="T51" fmla="*/ 2147483646 h 348"/>
                <a:gd name="T52" fmla="*/ 0 w 221"/>
                <a:gd name="T53" fmla="*/ 2147483646 h 348"/>
                <a:gd name="T54" fmla="*/ 0 w 221"/>
                <a:gd name="T55" fmla="*/ 2147483646 h 348"/>
                <a:gd name="T56" fmla="*/ 0 w 221"/>
                <a:gd name="T57" fmla="*/ 2147483646 h 348"/>
                <a:gd name="T58" fmla="*/ 0 w 221"/>
                <a:gd name="T59" fmla="*/ 2147483646 h 348"/>
                <a:gd name="T60" fmla="*/ 0 w 221"/>
                <a:gd name="T61" fmla="*/ 2147483646 h 348"/>
                <a:gd name="T62" fmla="*/ 0 w 221"/>
                <a:gd name="T63" fmla="*/ 2147483646 h 348"/>
                <a:gd name="T64" fmla="*/ 0 w 221"/>
                <a:gd name="T65" fmla="*/ 2147483646 h 348"/>
                <a:gd name="T66" fmla="*/ 0 w 221"/>
                <a:gd name="T67" fmla="*/ 2147483646 h 348"/>
                <a:gd name="T68" fmla="*/ 2147483646 w 221"/>
                <a:gd name="T69" fmla="*/ 2147483646 h 348"/>
                <a:gd name="T70" fmla="*/ 2147483646 w 221"/>
                <a:gd name="T71" fmla="*/ 2147483646 h 348"/>
                <a:gd name="T72" fmla="*/ 2147483646 w 221"/>
                <a:gd name="T73" fmla="*/ 2147483646 h 348"/>
                <a:gd name="T74" fmla="*/ 2147483646 w 221"/>
                <a:gd name="T75" fmla="*/ 2147483646 h 348"/>
                <a:gd name="T76" fmla="*/ 2147483646 w 221"/>
                <a:gd name="T77" fmla="*/ 2147483646 h 348"/>
                <a:gd name="T78" fmla="*/ 2147483646 w 221"/>
                <a:gd name="T79" fmla="*/ 2147483646 h 348"/>
                <a:gd name="T80" fmla="*/ 2147483646 w 221"/>
                <a:gd name="T81" fmla="*/ 2147483646 h 348"/>
                <a:gd name="T82" fmla="*/ 2147483646 w 221"/>
                <a:gd name="T83" fmla="*/ 2147483646 h 348"/>
                <a:gd name="T84" fmla="*/ 2147483646 w 221"/>
                <a:gd name="T85" fmla="*/ 2147483646 h 348"/>
                <a:gd name="T86" fmla="*/ 2147483646 w 221"/>
                <a:gd name="T87" fmla="*/ 2147483646 h 348"/>
                <a:gd name="T88" fmla="*/ 2147483646 w 221"/>
                <a:gd name="T89" fmla="*/ 2147483646 h 348"/>
                <a:gd name="T90" fmla="*/ 2147483646 w 221"/>
                <a:gd name="T91" fmla="*/ 2147483646 h 348"/>
                <a:gd name="T92" fmla="*/ 2147483646 w 221"/>
                <a:gd name="T93" fmla="*/ 2147483646 h 348"/>
                <a:gd name="T94" fmla="*/ 2147483646 w 221"/>
                <a:gd name="T95" fmla="*/ 2147483646 h 348"/>
                <a:gd name="T96" fmla="*/ 2147483646 w 221"/>
                <a:gd name="T97" fmla="*/ 2147483646 h 348"/>
                <a:gd name="T98" fmla="*/ 2147483646 w 221"/>
                <a:gd name="T99" fmla="*/ 2147483646 h 348"/>
                <a:gd name="T100" fmla="*/ 2147483646 w 221"/>
                <a:gd name="T101" fmla="*/ 2147483646 h 348"/>
                <a:gd name="T102" fmla="*/ 2147483646 w 221"/>
                <a:gd name="T103" fmla="*/ 2147483646 h 348"/>
                <a:gd name="T104" fmla="*/ 2147483646 w 221"/>
                <a:gd name="T105" fmla="*/ 2147483646 h 348"/>
                <a:gd name="T106" fmla="*/ 2147483646 w 221"/>
                <a:gd name="T107" fmla="*/ 2147483646 h 348"/>
                <a:gd name="T108" fmla="*/ 2147483646 w 221"/>
                <a:gd name="T109" fmla="*/ 2147483646 h 348"/>
                <a:gd name="T110" fmla="*/ 2147483646 w 221"/>
                <a:gd name="T111" fmla="*/ 2147483646 h 348"/>
                <a:gd name="T112" fmla="*/ 2147483646 w 221"/>
                <a:gd name="T113" fmla="*/ 2147483646 h 348"/>
                <a:gd name="T114" fmla="*/ 2147483646 w 221"/>
                <a:gd name="T115" fmla="*/ 2147483646 h 348"/>
                <a:gd name="T116" fmla="*/ 2147483646 w 221"/>
                <a:gd name="T117" fmla="*/ 2147483646 h 348"/>
                <a:gd name="T118" fmla="*/ 2147483646 w 221"/>
                <a:gd name="T119" fmla="*/ 0 h 348"/>
                <a:gd name="T120" fmla="*/ 2147483646 w 221"/>
                <a:gd name="T121" fmla="*/ 2147483646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9" name="Freeform 62"/>
            <p:cNvSpPr>
              <a:spLocks/>
            </p:cNvSpPr>
            <p:nvPr/>
          </p:nvSpPr>
          <p:spPr bwMode="auto">
            <a:xfrm>
              <a:off x="3584575" y="4765675"/>
              <a:ext cx="79375" cy="165100"/>
            </a:xfrm>
            <a:custGeom>
              <a:avLst/>
              <a:gdLst>
                <a:gd name="T0" fmla="*/ 2147483646 w 258"/>
                <a:gd name="T1" fmla="*/ 2147483646 h 614"/>
                <a:gd name="T2" fmla="*/ 2147483646 w 258"/>
                <a:gd name="T3" fmla="*/ 2147483646 h 614"/>
                <a:gd name="T4" fmla="*/ 2147483646 w 258"/>
                <a:gd name="T5" fmla="*/ 2147483646 h 614"/>
                <a:gd name="T6" fmla="*/ 2147483646 w 258"/>
                <a:gd name="T7" fmla="*/ 2147483646 h 614"/>
                <a:gd name="T8" fmla="*/ 2147483646 w 258"/>
                <a:gd name="T9" fmla="*/ 2147483646 h 614"/>
                <a:gd name="T10" fmla="*/ 2147483646 w 258"/>
                <a:gd name="T11" fmla="*/ 2147483646 h 614"/>
                <a:gd name="T12" fmla="*/ 2147483646 w 258"/>
                <a:gd name="T13" fmla="*/ 2147483646 h 614"/>
                <a:gd name="T14" fmla="*/ 2147483646 w 258"/>
                <a:gd name="T15" fmla="*/ 2147483646 h 614"/>
                <a:gd name="T16" fmla="*/ 2147483646 w 258"/>
                <a:gd name="T17" fmla="*/ 2147483646 h 614"/>
                <a:gd name="T18" fmla="*/ 2147483646 w 258"/>
                <a:gd name="T19" fmla="*/ 2147483646 h 614"/>
                <a:gd name="T20" fmla="*/ 2147483646 w 258"/>
                <a:gd name="T21" fmla="*/ 2147483646 h 614"/>
                <a:gd name="T22" fmla="*/ 2147483646 w 258"/>
                <a:gd name="T23" fmla="*/ 2147483646 h 614"/>
                <a:gd name="T24" fmla="*/ 2147483646 w 258"/>
                <a:gd name="T25" fmla="*/ 2147483646 h 614"/>
                <a:gd name="T26" fmla="*/ 2147483646 w 258"/>
                <a:gd name="T27" fmla="*/ 2147483646 h 614"/>
                <a:gd name="T28" fmla="*/ 2147483646 w 258"/>
                <a:gd name="T29" fmla="*/ 2147483646 h 614"/>
                <a:gd name="T30" fmla="*/ 0 w 258"/>
                <a:gd name="T31" fmla="*/ 2147483646 h 614"/>
                <a:gd name="T32" fmla="*/ 0 w 258"/>
                <a:gd name="T33" fmla="*/ 2147483646 h 614"/>
                <a:gd name="T34" fmla="*/ 0 w 258"/>
                <a:gd name="T35" fmla="*/ 2147483646 h 614"/>
                <a:gd name="T36" fmla="*/ 0 w 258"/>
                <a:gd name="T37" fmla="*/ 2147483646 h 614"/>
                <a:gd name="T38" fmla="*/ 2147483646 w 258"/>
                <a:gd name="T39" fmla="*/ 2147483646 h 614"/>
                <a:gd name="T40" fmla="*/ 2147483646 w 258"/>
                <a:gd name="T41" fmla="*/ 2147483646 h 614"/>
                <a:gd name="T42" fmla="*/ 2147483646 w 258"/>
                <a:gd name="T43" fmla="*/ 2147483646 h 614"/>
                <a:gd name="T44" fmla="*/ 2147483646 w 258"/>
                <a:gd name="T45" fmla="*/ 2147483646 h 614"/>
                <a:gd name="T46" fmla="*/ 2147483646 w 258"/>
                <a:gd name="T47" fmla="*/ 2147483646 h 614"/>
                <a:gd name="T48" fmla="*/ 2147483646 w 258"/>
                <a:gd name="T49" fmla="*/ 2147483646 h 614"/>
                <a:gd name="T50" fmla="*/ 2147483646 w 258"/>
                <a:gd name="T51" fmla="*/ 2147483646 h 614"/>
                <a:gd name="T52" fmla="*/ 2147483646 w 258"/>
                <a:gd name="T53" fmla="*/ 2147483646 h 614"/>
                <a:gd name="T54" fmla="*/ 2147483646 w 258"/>
                <a:gd name="T55" fmla="*/ 2147483646 h 614"/>
                <a:gd name="T56" fmla="*/ 2147483646 w 258"/>
                <a:gd name="T57" fmla="*/ 2147483646 h 614"/>
                <a:gd name="T58" fmla="*/ 2147483646 w 258"/>
                <a:gd name="T59" fmla="*/ 2147483646 h 614"/>
                <a:gd name="T60" fmla="*/ 2147483646 w 258"/>
                <a:gd name="T61" fmla="*/ 2147483646 h 614"/>
                <a:gd name="T62" fmla="*/ 2147483646 w 258"/>
                <a:gd name="T63" fmla="*/ 2147483646 h 614"/>
                <a:gd name="T64" fmla="*/ 2147483646 w 258"/>
                <a:gd name="T65" fmla="*/ 2147483646 h 614"/>
                <a:gd name="T66" fmla="*/ 2147483646 w 258"/>
                <a:gd name="T67" fmla="*/ 2147483646 h 614"/>
                <a:gd name="T68" fmla="*/ 2147483646 w 258"/>
                <a:gd name="T69" fmla="*/ 2147483646 h 614"/>
                <a:gd name="T70" fmla="*/ 2147483646 w 258"/>
                <a:gd name="T71" fmla="*/ 2147483646 h 614"/>
                <a:gd name="T72" fmla="*/ 2147483646 w 258"/>
                <a:gd name="T73" fmla="*/ 2147483646 h 614"/>
                <a:gd name="T74" fmla="*/ 2147483646 w 258"/>
                <a:gd name="T75" fmla="*/ 2147483646 h 614"/>
                <a:gd name="T76" fmla="*/ 2147483646 w 258"/>
                <a:gd name="T77" fmla="*/ 2147483646 h 614"/>
                <a:gd name="T78" fmla="*/ 2147483646 w 258"/>
                <a:gd name="T79" fmla="*/ 2147483646 h 614"/>
                <a:gd name="T80" fmla="*/ 2147483646 w 258"/>
                <a:gd name="T81" fmla="*/ 2147483646 h 614"/>
                <a:gd name="T82" fmla="*/ 2147483646 w 258"/>
                <a:gd name="T83" fmla="*/ 2147483646 h 614"/>
                <a:gd name="T84" fmla="*/ 2147483646 w 258"/>
                <a:gd name="T85" fmla="*/ 2147483646 h 614"/>
                <a:gd name="T86" fmla="*/ 2147483646 w 258"/>
                <a:gd name="T87" fmla="*/ 2147483646 h 614"/>
                <a:gd name="T88" fmla="*/ 2147483646 w 258"/>
                <a:gd name="T89" fmla="*/ 2147483646 h 614"/>
                <a:gd name="T90" fmla="*/ 2147483646 w 258"/>
                <a:gd name="T91" fmla="*/ 2147483646 h 614"/>
                <a:gd name="T92" fmla="*/ 2147483646 w 258"/>
                <a:gd name="T93" fmla="*/ 2147483646 h 614"/>
                <a:gd name="T94" fmla="*/ 2147483646 w 258"/>
                <a:gd name="T95" fmla="*/ 2147483646 h 614"/>
                <a:gd name="T96" fmla="*/ 2147483646 w 258"/>
                <a:gd name="T97" fmla="*/ 2147483646 h 614"/>
                <a:gd name="T98" fmla="*/ 2147483646 w 258"/>
                <a:gd name="T99" fmla="*/ 2147483646 h 614"/>
                <a:gd name="T100" fmla="*/ 2147483646 w 258"/>
                <a:gd name="T101" fmla="*/ 2147483646 h 614"/>
                <a:gd name="T102" fmla="*/ 2147483646 w 258"/>
                <a:gd name="T103" fmla="*/ 2147483646 h 614"/>
                <a:gd name="T104" fmla="*/ 2147483646 w 258"/>
                <a:gd name="T105" fmla="*/ 2147483646 h 614"/>
                <a:gd name="T106" fmla="*/ 2147483646 w 258"/>
                <a:gd name="T107" fmla="*/ 2147483646 h 614"/>
                <a:gd name="T108" fmla="*/ 2147483646 w 258"/>
                <a:gd name="T109" fmla="*/ 2147483646 h 614"/>
                <a:gd name="T110" fmla="*/ 2147483646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0" name="Freeform 63"/>
            <p:cNvSpPr>
              <a:spLocks/>
            </p:cNvSpPr>
            <p:nvPr/>
          </p:nvSpPr>
          <p:spPr bwMode="auto">
            <a:xfrm>
              <a:off x="3490913" y="4810125"/>
              <a:ext cx="92075" cy="195263"/>
            </a:xfrm>
            <a:custGeom>
              <a:avLst/>
              <a:gdLst>
                <a:gd name="T0" fmla="*/ 2147483646 w 294"/>
                <a:gd name="T1" fmla="*/ 0 h 719"/>
                <a:gd name="T2" fmla="*/ 2147483646 w 294"/>
                <a:gd name="T3" fmla="*/ 0 h 719"/>
                <a:gd name="T4" fmla="*/ 2147483646 w 294"/>
                <a:gd name="T5" fmla="*/ 0 h 719"/>
                <a:gd name="T6" fmla="*/ 2147483646 w 294"/>
                <a:gd name="T7" fmla="*/ 0 h 719"/>
                <a:gd name="T8" fmla="*/ 2147483646 w 294"/>
                <a:gd name="T9" fmla="*/ 2147483646 h 719"/>
                <a:gd name="T10" fmla="*/ 2147483646 w 294"/>
                <a:gd name="T11" fmla="*/ 2147483646 h 719"/>
                <a:gd name="T12" fmla="*/ 2147483646 w 294"/>
                <a:gd name="T13" fmla="*/ 2147483646 h 719"/>
                <a:gd name="T14" fmla="*/ 2147483646 w 294"/>
                <a:gd name="T15" fmla="*/ 2147483646 h 719"/>
                <a:gd name="T16" fmla="*/ 2147483646 w 294"/>
                <a:gd name="T17" fmla="*/ 2147483646 h 719"/>
                <a:gd name="T18" fmla="*/ 2147483646 w 294"/>
                <a:gd name="T19" fmla="*/ 2147483646 h 719"/>
                <a:gd name="T20" fmla="*/ 2147483646 w 294"/>
                <a:gd name="T21" fmla="*/ 2147483646 h 719"/>
                <a:gd name="T22" fmla="*/ 2147483646 w 294"/>
                <a:gd name="T23" fmla="*/ 2147483646 h 719"/>
                <a:gd name="T24" fmla="*/ 2147483646 w 294"/>
                <a:gd name="T25" fmla="*/ 2147483646 h 719"/>
                <a:gd name="T26" fmla="*/ 2147483646 w 294"/>
                <a:gd name="T27" fmla="*/ 2147483646 h 719"/>
                <a:gd name="T28" fmla="*/ 2147483646 w 294"/>
                <a:gd name="T29" fmla="*/ 2147483646 h 719"/>
                <a:gd name="T30" fmla="*/ 2147483646 w 294"/>
                <a:gd name="T31" fmla="*/ 2147483646 h 719"/>
                <a:gd name="T32" fmla="*/ 2147483646 w 294"/>
                <a:gd name="T33" fmla="*/ 2147483646 h 719"/>
                <a:gd name="T34" fmla="*/ 2147483646 w 294"/>
                <a:gd name="T35" fmla="*/ 2147483646 h 719"/>
                <a:gd name="T36" fmla="*/ 0 w 294"/>
                <a:gd name="T37" fmla="*/ 2147483646 h 719"/>
                <a:gd name="T38" fmla="*/ 0 w 294"/>
                <a:gd name="T39" fmla="*/ 2147483646 h 719"/>
                <a:gd name="T40" fmla="*/ 0 w 294"/>
                <a:gd name="T41" fmla="*/ 2147483646 h 719"/>
                <a:gd name="T42" fmla="*/ 0 w 294"/>
                <a:gd name="T43" fmla="*/ 2147483646 h 719"/>
                <a:gd name="T44" fmla="*/ 2147483646 w 294"/>
                <a:gd name="T45" fmla="*/ 2147483646 h 719"/>
                <a:gd name="T46" fmla="*/ 2147483646 w 294"/>
                <a:gd name="T47" fmla="*/ 2147483646 h 719"/>
                <a:gd name="T48" fmla="*/ 2147483646 w 294"/>
                <a:gd name="T49" fmla="*/ 2147483646 h 719"/>
                <a:gd name="T50" fmla="*/ 2147483646 w 294"/>
                <a:gd name="T51" fmla="*/ 2147483646 h 719"/>
                <a:gd name="T52" fmla="*/ 2147483646 w 294"/>
                <a:gd name="T53" fmla="*/ 2147483646 h 719"/>
                <a:gd name="T54" fmla="*/ 2147483646 w 294"/>
                <a:gd name="T55" fmla="*/ 2147483646 h 719"/>
                <a:gd name="T56" fmla="*/ 2147483646 w 294"/>
                <a:gd name="T57" fmla="*/ 2147483646 h 719"/>
                <a:gd name="T58" fmla="*/ 2147483646 w 294"/>
                <a:gd name="T59" fmla="*/ 2147483646 h 719"/>
                <a:gd name="T60" fmla="*/ 2147483646 w 294"/>
                <a:gd name="T61" fmla="*/ 2147483646 h 719"/>
                <a:gd name="T62" fmla="*/ 2147483646 w 294"/>
                <a:gd name="T63" fmla="*/ 2147483646 h 719"/>
                <a:gd name="T64" fmla="*/ 2147483646 w 294"/>
                <a:gd name="T65" fmla="*/ 2147483646 h 719"/>
                <a:gd name="T66" fmla="*/ 2147483646 w 294"/>
                <a:gd name="T67" fmla="*/ 2147483646 h 719"/>
                <a:gd name="T68" fmla="*/ 2147483646 w 294"/>
                <a:gd name="T69" fmla="*/ 2147483646 h 719"/>
                <a:gd name="T70" fmla="*/ 2147483646 w 294"/>
                <a:gd name="T71" fmla="*/ 2147483646 h 719"/>
                <a:gd name="T72" fmla="*/ 2147483646 w 294"/>
                <a:gd name="T73" fmla="*/ 2147483646 h 719"/>
                <a:gd name="T74" fmla="*/ 2147483646 w 294"/>
                <a:gd name="T75" fmla="*/ 2147483646 h 719"/>
                <a:gd name="T76" fmla="*/ 2147483646 w 294"/>
                <a:gd name="T77" fmla="*/ 2147483646 h 719"/>
                <a:gd name="T78" fmla="*/ 2147483646 w 294"/>
                <a:gd name="T79" fmla="*/ 2147483646 h 719"/>
                <a:gd name="T80" fmla="*/ 2147483646 w 294"/>
                <a:gd name="T81" fmla="*/ 2147483646 h 719"/>
                <a:gd name="T82" fmla="*/ 2147483646 w 294"/>
                <a:gd name="T83" fmla="*/ 2147483646 h 719"/>
                <a:gd name="T84" fmla="*/ 2147483646 w 294"/>
                <a:gd name="T85" fmla="*/ 2147483646 h 719"/>
                <a:gd name="T86" fmla="*/ 2147483646 w 294"/>
                <a:gd name="T87" fmla="*/ 2147483646 h 719"/>
                <a:gd name="T88" fmla="*/ 2147483646 w 294"/>
                <a:gd name="T89" fmla="*/ 2147483646 h 719"/>
                <a:gd name="T90" fmla="*/ 2147483646 w 294"/>
                <a:gd name="T91" fmla="*/ 2147483646 h 719"/>
                <a:gd name="T92" fmla="*/ 2147483646 w 294"/>
                <a:gd name="T93" fmla="*/ 2147483646 h 719"/>
                <a:gd name="T94" fmla="*/ 2147483646 w 294"/>
                <a:gd name="T95" fmla="*/ 2147483646 h 719"/>
                <a:gd name="T96" fmla="*/ 2147483646 w 294"/>
                <a:gd name="T97" fmla="*/ 2147483646 h 719"/>
                <a:gd name="T98" fmla="*/ 2147483646 w 294"/>
                <a:gd name="T99" fmla="*/ 2147483646 h 719"/>
                <a:gd name="T100" fmla="*/ 2147483646 w 294"/>
                <a:gd name="T101" fmla="*/ 2147483646 h 719"/>
                <a:gd name="T102" fmla="*/ 2147483646 w 294"/>
                <a:gd name="T103" fmla="*/ 2147483646 h 719"/>
                <a:gd name="T104" fmla="*/ 2147483646 w 294"/>
                <a:gd name="T105" fmla="*/ 2147483646 h 719"/>
                <a:gd name="T106" fmla="*/ 2147483646 w 294"/>
                <a:gd name="T107" fmla="*/ 2147483646 h 719"/>
                <a:gd name="T108" fmla="*/ 2147483646 w 294"/>
                <a:gd name="T109" fmla="*/ 2147483646 h 719"/>
                <a:gd name="T110" fmla="*/ 2147483646 w 294"/>
                <a:gd name="T111" fmla="*/ 2147483646 h 719"/>
                <a:gd name="T112" fmla="*/ 2147483646 w 294"/>
                <a:gd name="T113" fmla="*/ 2147483646 h 719"/>
                <a:gd name="T114" fmla="*/ 2147483646 w 294"/>
                <a:gd name="T115" fmla="*/ 2147483646 h 719"/>
                <a:gd name="T116" fmla="*/ 2147483646 w 294"/>
                <a:gd name="T117" fmla="*/ 2147483646 h 719"/>
                <a:gd name="T118" fmla="*/ 2147483646 w 294"/>
                <a:gd name="T119" fmla="*/ 2147483646 h 719"/>
                <a:gd name="T120" fmla="*/ 2147483646 w 294"/>
                <a:gd name="T121" fmla="*/ 2147483646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1" name="Freeform 64"/>
            <p:cNvSpPr>
              <a:spLocks/>
            </p:cNvSpPr>
            <p:nvPr/>
          </p:nvSpPr>
          <p:spPr bwMode="auto">
            <a:xfrm>
              <a:off x="3429000" y="4856163"/>
              <a:ext cx="138113" cy="260350"/>
            </a:xfrm>
            <a:custGeom>
              <a:avLst/>
              <a:gdLst>
                <a:gd name="T0" fmla="*/ 2147483646 w 451"/>
                <a:gd name="T1" fmla="*/ 2147483646 h 957"/>
                <a:gd name="T2" fmla="*/ 2147483646 w 451"/>
                <a:gd name="T3" fmla="*/ 2147483646 h 957"/>
                <a:gd name="T4" fmla="*/ 2147483646 w 451"/>
                <a:gd name="T5" fmla="*/ 2147483646 h 957"/>
                <a:gd name="T6" fmla="*/ 2147483646 w 451"/>
                <a:gd name="T7" fmla="*/ 2147483646 h 957"/>
                <a:gd name="T8" fmla="*/ 2147483646 w 451"/>
                <a:gd name="T9" fmla="*/ 2147483646 h 957"/>
                <a:gd name="T10" fmla="*/ 2147483646 w 451"/>
                <a:gd name="T11" fmla="*/ 2147483646 h 957"/>
                <a:gd name="T12" fmla="*/ 2147483646 w 451"/>
                <a:gd name="T13" fmla="*/ 2147483646 h 957"/>
                <a:gd name="T14" fmla="*/ 2147483646 w 451"/>
                <a:gd name="T15" fmla="*/ 2147483646 h 957"/>
                <a:gd name="T16" fmla="*/ 0 w 451"/>
                <a:gd name="T17" fmla="*/ 2147483646 h 957"/>
                <a:gd name="T18" fmla="*/ 0 w 451"/>
                <a:gd name="T19" fmla="*/ 2147483646 h 957"/>
                <a:gd name="T20" fmla="*/ 0 w 451"/>
                <a:gd name="T21" fmla="*/ 2147483646 h 957"/>
                <a:gd name="T22" fmla="*/ 0 w 451"/>
                <a:gd name="T23" fmla="*/ 2147483646 h 957"/>
                <a:gd name="T24" fmla="*/ 2147483646 w 451"/>
                <a:gd name="T25" fmla="*/ 2147483646 h 957"/>
                <a:gd name="T26" fmla="*/ 2147483646 w 451"/>
                <a:gd name="T27" fmla="*/ 2147483646 h 957"/>
                <a:gd name="T28" fmla="*/ 2147483646 w 451"/>
                <a:gd name="T29" fmla="*/ 2147483646 h 957"/>
                <a:gd name="T30" fmla="*/ 2147483646 w 451"/>
                <a:gd name="T31" fmla="*/ 2147483646 h 957"/>
                <a:gd name="T32" fmla="*/ 2147483646 w 451"/>
                <a:gd name="T33" fmla="*/ 2147483646 h 957"/>
                <a:gd name="T34" fmla="*/ 2147483646 w 451"/>
                <a:gd name="T35" fmla="*/ 2147483646 h 957"/>
                <a:gd name="T36" fmla="*/ 2147483646 w 451"/>
                <a:gd name="T37" fmla="*/ 2147483646 h 957"/>
                <a:gd name="T38" fmla="*/ 2147483646 w 451"/>
                <a:gd name="T39" fmla="*/ 2147483646 h 957"/>
                <a:gd name="T40" fmla="*/ 2147483646 w 451"/>
                <a:gd name="T41" fmla="*/ 2147483646 h 957"/>
                <a:gd name="T42" fmla="*/ 2147483646 w 451"/>
                <a:gd name="T43" fmla="*/ 2147483646 h 957"/>
                <a:gd name="T44" fmla="*/ 2147483646 w 451"/>
                <a:gd name="T45" fmla="*/ 2147483646 h 957"/>
                <a:gd name="T46" fmla="*/ 2147483646 w 451"/>
                <a:gd name="T47" fmla="*/ 2147483646 h 957"/>
                <a:gd name="T48" fmla="*/ 2147483646 w 451"/>
                <a:gd name="T49" fmla="*/ 2147483646 h 957"/>
                <a:gd name="T50" fmla="*/ 2147483646 w 451"/>
                <a:gd name="T51" fmla="*/ 2147483646 h 957"/>
                <a:gd name="T52" fmla="*/ 2147483646 w 451"/>
                <a:gd name="T53" fmla="*/ 2147483646 h 957"/>
                <a:gd name="T54" fmla="*/ 2147483646 w 451"/>
                <a:gd name="T55" fmla="*/ 2147483646 h 957"/>
                <a:gd name="T56" fmla="*/ 2147483646 w 451"/>
                <a:gd name="T57" fmla="*/ 2147483646 h 957"/>
                <a:gd name="T58" fmla="*/ 2147483646 w 451"/>
                <a:gd name="T59" fmla="*/ 2147483646 h 957"/>
                <a:gd name="T60" fmla="*/ 2147483646 w 451"/>
                <a:gd name="T61" fmla="*/ 2147483646 h 957"/>
                <a:gd name="T62" fmla="*/ 2147483646 w 451"/>
                <a:gd name="T63" fmla="*/ 2147483646 h 957"/>
                <a:gd name="T64" fmla="*/ 2147483646 w 451"/>
                <a:gd name="T65" fmla="*/ 2147483646 h 957"/>
                <a:gd name="T66" fmla="*/ 2147483646 w 451"/>
                <a:gd name="T67" fmla="*/ 2147483646 h 957"/>
                <a:gd name="T68" fmla="*/ 2147483646 w 451"/>
                <a:gd name="T69" fmla="*/ 2147483646 h 957"/>
                <a:gd name="T70" fmla="*/ 2147483646 w 451"/>
                <a:gd name="T71" fmla="*/ 2147483646 h 957"/>
                <a:gd name="T72" fmla="*/ 2147483646 w 451"/>
                <a:gd name="T73" fmla="*/ 2147483646 h 957"/>
                <a:gd name="T74" fmla="*/ 2147483646 w 451"/>
                <a:gd name="T75" fmla="*/ 2147483646 h 957"/>
                <a:gd name="T76" fmla="*/ 2147483646 w 451"/>
                <a:gd name="T77" fmla="*/ 2147483646 h 957"/>
                <a:gd name="T78" fmla="*/ 2147483646 w 451"/>
                <a:gd name="T79" fmla="*/ 2147483646 h 957"/>
                <a:gd name="T80" fmla="*/ 2147483646 w 451"/>
                <a:gd name="T81" fmla="*/ 2147483646 h 957"/>
                <a:gd name="T82" fmla="*/ 2147483646 w 451"/>
                <a:gd name="T83" fmla="*/ 2147483646 h 957"/>
                <a:gd name="T84" fmla="*/ 2147483646 w 451"/>
                <a:gd name="T85" fmla="*/ 2147483646 h 957"/>
                <a:gd name="T86" fmla="*/ 2147483646 w 451"/>
                <a:gd name="T87" fmla="*/ 2147483646 h 957"/>
                <a:gd name="T88" fmla="*/ 2147483646 w 451"/>
                <a:gd name="T89" fmla="*/ 2147483646 h 957"/>
                <a:gd name="T90" fmla="*/ 2147483646 w 451"/>
                <a:gd name="T91" fmla="*/ 2147483646 h 957"/>
                <a:gd name="T92" fmla="*/ 2147483646 w 451"/>
                <a:gd name="T93" fmla="*/ 2147483646 h 957"/>
                <a:gd name="T94" fmla="*/ 2147483646 w 451"/>
                <a:gd name="T95" fmla="*/ 2147483646 h 957"/>
                <a:gd name="T96" fmla="*/ 2147483646 w 451"/>
                <a:gd name="T97" fmla="*/ 2147483646 h 957"/>
                <a:gd name="T98" fmla="*/ 2147483646 w 451"/>
                <a:gd name="T99" fmla="*/ 2147483646 h 957"/>
                <a:gd name="T100" fmla="*/ 2147483646 w 451"/>
                <a:gd name="T101" fmla="*/ 2147483646 h 957"/>
                <a:gd name="T102" fmla="*/ 2147483646 w 451"/>
                <a:gd name="T103" fmla="*/ 2147483646 h 957"/>
                <a:gd name="T104" fmla="*/ 2147483646 w 451"/>
                <a:gd name="T105" fmla="*/ 2147483646 h 957"/>
                <a:gd name="T106" fmla="*/ 2147483646 w 451"/>
                <a:gd name="T107" fmla="*/ 2147483646 h 957"/>
                <a:gd name="T108" fmla="*/ 2147483646 w 451"/>
                <a:gd name="T109" fmla="*/ 2147483646 h 957"/>
                <a:gd name="T110" fmla="*/ 2147483646 w 451"/>
                <a:gd name="T111" fmla="*/ 2147483646 h 957"/>
                <a:gd name="T112" fmla="*/ 2147483646 w 451"/>
                <a:gd name="T113" fmla="*/ 2147483646 h 957"/>
                <a:gd name="T114" fmla="*/ 2147483646 w 451"/>
                <a:gd name="T115" fmla="*/ 2147483646 h 957"/>
                <a:gd name="T116" fmla="*/ 2147483646 w 451"/>
                <a:gd name="T117" fmla="*/ 2147483646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2" name="Freeform 65">
              <a:extLst>
                <a:ext uri="{FF2B5EF4-FFF2-40B4-BE49-F238E27FC236}">
                  <a16:creationId xmlns:a16="http://schemas.microsoft.com/office/drawing/2014/main" id="{F117E271-216F-48AE-923B-31959E5B395F}"/>
                </a:ext>
              </a:extLst>
            </p:cNvPr>
            <p:cNvSpPr>
              <a:spLocks/>
            </p:cNvSpPr>
            <p:nvPr/>
          </p:nvSpPr>
          <p:spPr bwMode="auto">
            <a:xfrm>
              <a:off x="3352800" y="4652963"/>
              <a:ext cx="417513" cy="504825"/>
            </a:xfrm>
            <a:custGeom>
              <a:avLst/>
              <a:gdLst>
                <a:gd name="T0" fmla="*/ 2147483647 w 1350"/>
                <a:gd name="T1" fmla="*/ 177765983 h 1868"/>
                <a:gd name="T2" fmla="*/ 2147483647 w 1350"/>
                <a:gd name="T3" fmla="*/ 375324182 h 1868"/>
                <a:gd name="T4" fmla="*/ 2147483647 w 1350"/>
                <a:gd name="T5" fmla="*/ 513578634 h 1868"/>
                <a:gd name="T6" fmla="*/ 2147483647 w 1350"/>
                <a:gd name="T7" fmla="*/ 572809482 h 1868"/>
                <a:gd name="T8" fmla="*/ 2147483647 w 1350"/>
                <a:gd name="T9" fmla="*/ 612320946 h 1868"/>
                <a:gd name="T10" fmla="*/ 2147483647 w 1350"/>
                <a:gd name="T11" fmla="*/ 829598866 h 1868"/>
                <a:gd name="T12" fmla="*/ 2147483647 w 1350"/>
                <a:gd name="T13" fmla="*/ 908621794 h 1868"/>
                <a:gd name="T14" fmla="*/ 2147483647 w 1350"/>
                <a:gd name="T15" fmla="*/ 849317844 h 1868"/>
                <a:gd name="T16" fmla="*/ 2147483647 w 1350"/>
                <a:gd name="T17" fmla="*/ 1046876246 h 1868"/>
                <a:gd name="T18" fmla="*/ 2066744889 w 1350"/>
                <a:gd name="T19" fmla="*/ 1224641892 h 1868"/>
                <a:gd name="T20" fmla="*/ 1771482277 w 1350"/>
                <a:gd name="T21" fmla="*/ 1343177365 h 1868"/>
                <a:gd name="T22" fmla="*/ 1446663466 w 1350"/>
                <a:gd name="T23" fmla="*/ 1343177365 h 1868"/>
                <a:gd name="T24" fmla="*/ 1210511085 w 1350"/>
                <a:gd name="T25" fmla="*/ 1540662259 h 1868"/>
                <a:gd name="T26" fmla="*/ 885693511 w 1350"/>
                <a:gd name="T27" fmla="*/ 1757940179 h 1868"/>
                <a:gd name="T28" fmla="*/ 649540203 w 1350"/>
                <a:gd name="T29" fmla="*/ 1975217019 h 1868"/>
                <a:gd name="T30" fmla="*/ 531416076 w 1350"/>
                <a:gd name="T31" fmla="*/ 2147483647 h 1868"/>
                <a:gd name="T32" fmla="*/ 206693679 w 1350"/>
                <a:gd name="T33" fmla="*/ 2147483647 h 1868"/>
                <a:gd name="T34" fmla="*/ 147583718 w 1350"/>
                <a:gd name="T35" fmla="*/ 2147483647 h 1868"/>
                <a:gd name="T36" fmla="*/ 88569359 w 1350"/>
                <a:gd name="T37" fmla="*/ 2147483647 h 1868"/>
                <a:gd name="T38" fmla="*/ 88569359 w 1350"/>
                <a:gd name="T39" fmla="*/ 2147483647 h 1868"/>
                <a:gd name="T40" fmla="*/ 147583718 w 1350"/>
                <a:gd name="T41" fmla="*/ 2147483647 h 1868"/>
                <a:gd name="T42" fmla="*/ 0 w 1350"/>
                <a:gd name="T43" fmla="*/ 2147483647 h 1868"/>
                <a:gd name="T44" fmla="*/ 29554971 w 1350"/>
                <a:gd name="T45" fmla="*/ 2147483647 h 1868"/>
                <a:gd name="T46" fmla="*/ 147583718 w 1350"/>
                <a:gd name="T47" fmla="*/ 2147483647 h 1868"/>
                <a:gd name="T48" fmla="*/ 324722474 w 1350"/>
                <a:gd name="T49" fmla="*/ 2147483647 h 1868"/>
                <a:gd name="T50" fmla="*/ 590525998 w 1350"/>
                <a:gd name="T51" fmla="*/ 2147483647 h 1868"/>
                <a:gd name="T52" fmla="*/ 619985396 w 1350"/>
                <a:gd name="T53" fmla="*/ 2147483647 h 1868"/>
                <a:gd name="T54" fmla="*/ 915248472 w 1350"/>
                <a:gd name="T55" fmla="*/ 2147483647 h 1868"/>
                <a:gd name="T56" fmla="*/ 1299080405 w 1350"/>
                <a:gd name="T57" fmla="*/ 2147483647 h 1868"/>
                <a:gd name="T58" fmla="*/ 1712372354 w 1350"/>
                <a:gd name="T59" fmla="*/ 2147483647 h 1868"/>
                <a:gd name="T60" fmla="*/ 2096204596 w 1350"/>
                <a:gd name="T61" fmla="*/ 2147483647 h 1868"/>
                <a:gd name="T62" fmla="*/ 2147483647 w 1350"/>
                <a:gd name="T63" fmla="*/ 2147483647 h 1868"/>
                <a:gd name="T64" fmla="*/ 2147483647 w 1350"/>
                <a:gd name="T65" fmla="*/ 2147483647 h 1868"/>
                <a:gd name="T66" fmla="*/ 2125759557 w 1350"/>
                <a:gd name="T67" fmla="*/ 2147483647 h 1868"/>
                <a:gd name="T68" fmla="*/ 1801037238 w 1350"/>
                <a:gd name="T69" fmla="*/ 2147483647 h 1868"/>
                <a:gd name="T70" fmla="*/ 1476219664 w 1350"/>
                <a:gd name="T71" fmla="*/ 2147483647 h 1868"/>
                <a:gd name="T72" fmla="*/ 1180956124 w 1350"/>
                <a:gd name="T73" fmla="*/ 2147483647 h 1868"/>
                <a:gd name="T74" fmla="*/ 974262522 w 1350"/>
                <a:gd name="T75" fmla="*/ 2147483647 h 1868"/>
                <a:gd name="T76" fmla="*/ 797123882 w 1350"/>
                <a:gd name="T77" fmla="*/ 2147483647 h 1868"/>
                <a:gd name="T78" fmla="*/ 738109832 w 1350"/>
                <a:gd name="T79" fmla="*/ 2147483647 h 1868"/>
                <a:gd name="T80" fmla="*/ 708554871 w 1350"/>
                <a:gd name="T81" fmla="*/ 2147483647 h 1868"/>
                <a:gd name="T82" fmla="*/ 708554871 w 1350"/>
                <a:gd name="T83" fmla="*/ 2147483647 h 1868"/>
                <a:gd name="T84" fmla="*/ 354277435 w 1350"/>
                <a:gd name="T85" fmla="*/ 2147483647 h 1868"/>
                <a:gd name="T86" fmla="*/ 324722474 w 1350"/>
                <a:gd name="T87" fmla="*/ 2147483647 h 1868"/>
                <a:gd name="T88" fmla="*/ 324722474 w 1350"/>
                <a:gd name="T89" fmla="*/ 2147483647 h 1868"/>
                <a:gd name="T90" fmla="*/ 324722474 w 1350"/>
                <a:gd name="T91" fmla="*/ 2147483647 h 1868"/>
                <a:gd name="T92" fmla="*/ 590525998 w 1350"/>
                <a:gd name="T93" fmla="*/ 2147483647 h 1868"/>
                <a:gd name="T94" fmla="*/ 679095164 w 1350"/>
                <a:gd name="T95" fmla="*/ 2147483647 h 1868"/>
                <a:gd name="T96" fmla="*/ 885693511 w 1350"/>
                <a:gd name="T97" fmla="*/ 2034521509 h 1868"/>
                <a:gd name="T98" fmla="*/ 1121942074 w 1350"/>
                <a:gd name="T99" fmla="*/ 1777732125 h 1868"/>
                <a:gd name="T100" fmla="*/ 1328635367 w 1350"/>
                <a:gd name="T101" fmla="*/ 1580173723 h 1868"/>
                <a:gd name="T102" fmla="*/ 1564788056 w 1350"/>
                <a:gd name="T103" fmla="*/ 1520942740 h 1868"/>
                <a:gd name="T104" fmla="*/ 1860051906 w 1350"/>
                <a:gd name="T105" fmla="*/ 1501150795 h 1868"/>
                <a:gd name="T106" fmla="*/ 2147483647 w 1350"/>
                <a:gd name="T107" fmla="*/ 1362896884 h 1868"/>
                <a:gd name="T108" fmla="*/ 2147483647 w 1350"/>
                <a:gd name="T109" fmla="*/ 1145618963 h 1868"/>
                <a:gd name="T110" fmla="*/ 2147483647 w 1350"/>
                <a:gd name="T111" fmla="*/ 1046876246 h 1868"/>
                <a:gd name="T112" fmla="*/ 2147483647 w 1350"/>
                <a:gd name="T113" fmla="*/ 928341313 h 1868"/>
                <a:gd name="T114" fmla="*/ 2147483647 w 1350"/>
                <a:gd name="T115" fmla="*/ 750575397 h 1868"/>
                <a:gd name="T116" fmla="*/ 2147483647 w 1350"/>
                <a:gd name="T117" fmla="*/ 711063933 h 1868"/>
                <a:gd name="T118" fmla="*/ 2147483647 w 1350"/>
                <a:gd name="T119" fmla="*/ 592601968 h 1868"/>
                <a:gd name="T120" fmla="*/ 2147483647 w 1350"/>
                <a:gd name="T121" fmla="*/ 454274414 h 1868"/>
                <a:gd name="T122" fmla="*/ 2147483647 w 1350"/>
                <a:gd name="T123" fmla="*/ 25678918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3" name="Freeform 66"/>
            <p:cNvSpPr>
              <a:spLocks/>
            </p:cNvSpPr>
            <p:nvPr/>
          </p:nvSpPr>
          <p:spPr bwMode="auto">
            <a:xfrm>
              <a:off x="3584575" y="4659313"/>
              <a:ext cx="301625" cy="515937"/>
            </a:xfrm>
            <a:custGeom>
              <a:avLst/>
              <a:gdLst>
                <a:gd name="T0" fmla="*/ 2147483646 w 977"/>
                <a:gd name="T1" fmla="*/ 2147483646 h 1904"/>
                <a:gd name="T2" fmla="*/ 2147483646 w 977"/>
                <a:gd name="T3" fmla="*/ 2147483646 h 1904"/>
                <a:gd name="T4" fmla="*/ 2147483646 w 977"/>
                <a:gd name="T5" fmla="*/ 2147483646 h 1904"/>
                <a:gd name="T6" fmla="*/ 2147483646 w 977"/>
                <a:gd name="T7" fmla="*/ 2147483646 h 1904"/>
                <a:gd name="T8" fmla="*/ 2147483646 w 977"/>
                <a:gd name="T9" fmla="*/ 2147483646 h 1904"/>
                <a:gd name="T10" fmla="*/ 2147483646 w 977"/>
                <a:gd name="T11" fmla="*/ 2147483646 h 1904"/>
                <a:gd name="T12" fmla="*/ 2147483646 w 977"/>
                <a:gd name="T13" fmla="*/ 2147483646 h 1904"/>
                <a:gd name="T14" fmla="*/ 2147483646 w 977"/>
                <a:gd name="T15" fmla="*/ 2147483646 h 1904"/>
                <a:gd name="T16" fmla="*/ 2147483646 w 977"/>
                <a:gd name="T17" fmla="*/ 2147483646 h 1904"/>
                <a:gd name="T18" fmla="*/ 2147483646 w 977"/>
                <a:gd name="T19" fmla="*/ 2147483646 h 1904"/>
                <a:gd name="T20" fmla="*/ 2147483646 w 977"/>
                <a:gd name="T21" fmla="*/ 2147483646 h 1904"/>
                <a:gd name="T22" fmla="*/ 2147483646 w 977"/>
                <a:gd name="T23" fmla="*/ 2147483646 h 1904"/>
                <a:gd name="T24" fmla="*/ 2147483646 w 977"/>
                <a:gd name="T25" fmla="*/ 2147483646 h 1904"/>
                <a:gd name="T26" fmla="*/ 2147483646 w 977"/>
                <a:gd name="T27" fmla="*/ 2147483646 h 1904"/>
                <a:gd name="T28" fmla="*/ 2147483646 w 977"/>
                <a:gd name="T29" fmla="*/ 2147483646 h 1904"/>
                <a:gd name="T30" fmla="*/ 2147483646 w 977"/>
                <a:gd name="T31" fmla="*/ 2147483646 h 1904"/>
                <a:gd name="T32" fmla="*/ 2147483646 w 977"/>
                <a:gd name="T33" fmla="*/ 2147483646 h 1904"/>
                <a:gd name="T34" fmla="*/ 2147483646 w 977"/>
                <a:gd name="T35" fmla="*/ 2147483646 h 1904"/>
                <a:gd name="T36" fmla="*/ 2147483646 w 977"/>
                <a:gd name="T37" fmla="*/ 2147483646 h 1904"/>
                <a:gd name="T38" fmla="*/ 2147483646 w 977"/>
                <a:gd name="T39" fmla="*/ 2147483646 h 1904"/>
                <a:gd name="T40" fmla="*/ 2147483646 w 977"/>
                <a:gd name="T41" fmla="*/ 2147483646 h 1904"/>
                <a:gd name="T42" fmla="*/ 2147483646 w 977"/>
                <a:gd name="T43" fmla="*/ 2147483646 h 1904"/>
                <a:gd name="T44" fmla="*/ 2147483646 w 977"/>
                <a:gd name="T45" fmla="*/ 2147483646 h 1904"/>
                <a:gd name="T46" fmla="*/ 2147483646 w 977"/>
                <a:gd name="T47" fmla="*/ 2147483646 h 1904"/>
                <a:gd name="T48" fmla="*/ 2147483646 w 977"/>
                <a:gd name="T49" fmla="*/ 2147483646 h 1904"/>
                <a:gd name="T50" fmla="*/ 2147483646 w 977"/>
                <a:gd name="T51" fmla="*/ 2147483646 h 1904"/>
                <a:gd name="T52" fmla="*/ 2147483646 w 977"/>
                <a:gd name="T53" fmla="*/ 2147483646 h 1904"/>
                <a:gd name="T54" fmla="*/ 2147483646 w 977"/>
                <a:gd name="T55" fmla="*/ 2147483646 h 1904"/>
                <a:gd name="T56" fmla="*/ 2147483646 w 977"/>
                <a:gd name="T57" fmla="*/ 2147483646 h 1904"/>
                <a:gd name="T58" fmla="*/ 2147483646 w 977"/>
                <a:gd name="T59" fmla="*/ 2147483646 h 1904"/>
                <a:gd name="T60" fmla="*/ 2147483646 w 977"/>
                <a:gd name="T61" fmla="*/ 2147483646 h 1904"/>
                <a:gd name="T62" fmla="*/ 2147483646 w 977"/>
                <a:gd name="T63" fmla="*/ 2147483646 h 1904"/>
                <a:gd name="T64" fmla="*/ 2147483646 w 977"/>
                <a:gd name="T65" fmla="*/ 2147483646 h 1904"/>
                <a:gd name="T66" fmla="*/ 2147483646 w 977"/>
                <a:gd name="T67" fmla="*/ 2147483646 h 1904"/>
                <a:gd name="T68" fmla="*/ 2147483646 w 977"/>
                <a:gd name="T69" fmla="*/ 2147483646 h 1904"/>
                <a:gd name="T70" fmla="*/ 2147483646 w 977"/>
                <a:gd name="T71" fmla="*/ 2147483646 h 1904"/>
                <a:gd name="T72" fmla="*/ 2147483646 w 977"/>
                <a:gd name="T73" fmla="*/ 2147483646 h 1904"/>
                <a:gd name="T74" fmla="*/ 2147483646 w 977"/>
                <a:gd name="T75" fmla="*/ 2147483646 h 1904"/>
                <a:gd name="T76" fmla="*/ 2147483646 w 977"/>
                <a:gd name="T77" fmla="*/ 2147483646 h 1904"/>
                <a:gd name="T78" fmla="*/ 2147483646 w 977"/>
                <a:gd name="T79" fmla="*/ 2147483646 h 1904"/>
                <a:gd name="T80" fmla="*/ 2147483646 w 977"/>
                <a:gd name="T81" fmla="*/ 2147483646 h 1904"/>
                <a:gd name="T82" fmla="*/ 2147483646 w 977"/>
                <a:gd name="T83" fmla="*/ 2147483646 h 1904"/>
                <a:gd name="T84" fmla="*/ 2147483646 w 977"/>
                <a:gd name="T85" fmla="*/ 2147483646 h 1904"/>
                <a:gd name="T86" fmla="*/ 2147483646 w 977"/>
                <a:gd name="T87" fmla="*/ 2147483646 h 1904"/>
                <a:gd name="T88" fmla="*/ 2147483646 w 977"/>
                <a:gd name="T89" fmla="*/ 2147483646 h 1904"/>
                <a:gd name="T90" fmla="*/ 2147483646 w 977"/>
                <a:gd name="T91" fmla="*/ 2147483646 h 1904"/>
                <a:gd name="T92" fmla="*/ 2147483646 w 977"/>
                <a:gd name="T93" fmla="*/ 2147483646 h 1904"/>
                <a:gd name="T94" fmla="*/ 2147483646 w 977"/>
                <a:gd name="T95" fmla="*/ 2147483646 h 1904"/>
                <a:gd name="T96" fmla="*/ 2147483646 w 977"/>
                <a:gd name="T97" fmla="*/ 2147483646 h 1904"/>
                <a:gd name="T98" fmla="*/ 2147483646 w 977"/>
                <a:gd name="T99" fmla="*/ 2147483646 h 1904"/>
                <a:gd name="T100" fmla="*/ 2147483646 w 977"/>
                <a:gd name="T101" fmla="*/ 2147483646 h 1904"/>
                <a:gd name="T102" fmla="*/ 2147483646 w 977"/>
                <a:gd name="T103" fmla="*/ 2147483646 h 1904"/>
                <a:gd name="T104" fmla="*/ 2147483646 w 977"/>
                <a:gd name="T105" fmla="*/ 2147483646 h 1904"/>
                <a:gd name="T106" fmla="*/ 2147483646 w 977"/>
                <a:gd name="T107" fmla="*/ 2147483646 h 1904"/>
                <a:gd name="T108" fmla="*/ 2147483646 w 977"/>
                <a:gd name="T109" fmla="*/ 2147483646 h 1904"/>
                <a:gd name="T110" fmla="*/ 2147483646 w 977"/>
                <a:gd name="T111" fmla="*/ 2147483646 h 1904"/>
                <a:gd name="T112" fmla="*/ 2147483646 w 977"/>
                <a:gd name="T113" fmla="*/ 2147483646 h 1904"/>
                <a:gd name="T114" fmla="*/ 2147483646 w 977"/>
                <a:gd name="T115" fmla="*/ 2147483646 h 1904"/>
                <a:gd name="T116" fmla="*/ 2147483646 w 977"/>
                <a:gd name="T117" fmla="*/ 2147483646 h 1904"/>
                <a:gd name="T118" fmla="*/ 2147483646 w 977"/>
                <a:gd name="T119" fmla="*/ 2147483646 h 1904"/>
                <a:gd name="T120" fmla="*/ 2147483646 w 977"/>
                <a:gd name="T121" fmla="*/ 2147483646 h 1904"/>
                <a:gd name="T122" fmla="*/ 2147483646 w 977"/>
                <a:gd name="T123" fmla="*/ 2147483646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4" name="Freeform 67"/>
            <p:cNvSpPr>
              <a:spLocks/>
            </p:cNvSpPr>
            <p:nvPr/>
          </p:nvSpPr>
          <p:spPr bwMode="auto">
            <a:xfrm>
              <a:off x="3581400" y="4810125"/>
              <a:ext cx="166688" cy="311150"/>
            </a:xfrm>
            <a:custGeom>
              <a:avLst/>
              <a:gdLst>
                <a:gd name="T0" fmla="*/ 2147483646 w 542"/>
                <a:gd name="T1" fmla="*/ 2147483646 h 1149"/>
                <a:gd name="T2" fmla="*/ 2147483646 w 542"/>
                <a:gd name="T3" fmla="*/ 2147483646 h 1149"/>
                <a:gd name="T4" fmla="*/ 2147483646 w 542"/>
                <a:gd name="T5" fmla="*/ 0 h 1149"/>
                <a:gd name="T6" fmla="*/ 2147483646 w 542"/>
                <a:gd name="T7" fmla="*/ 2147483646 h 1149"/>
                <a:gd name="T8" fmla="*/ 2147483646 w 542"/>
                <a:gd name="T9" fmla="*/ 2147483646 h 1149"/>
                <a:gd name="T10" fmla="*/ 2147483646 w 542"/>
                <a:gd name="T11" fmla="*/ 2147483646 h 1149"/>
                <a:gd name="T12" fmla="*/ 2147483646 w 542"/>
                <a:gd name="T13" fmla="*/ 2147483646 h 1149"/>
                <a:gd name="T14" fmla="*/ 2147483646 w 542"/>
                <a:gd name="T15" fmla="*/ 2147483646 h 1149"/>
                <a:gd name="T16" fmla="*/ 2147483646 w 542"/>
                <a:gd name="T17" fmla="*/ 2147483646 h 1149"/>
                <a:gd name="T18" fmla="*/ 2147483646 w 542"/>
                <a:gd name="T19" fmla="*/ 2147483646 h 1149"/>
                <a:gd name="T20" fmla="*/ 2147483646 w 542"/>
                <a:gd name="T21" fmla="*/ 2147483646 h 1149"/>
                <a:gd name="T22" fmla="*/ 2147483646 w 542"/>
                <a:gd name="T23" fmla="*/ 2147483646 h 1149"/>
                <a:gd name="T24" fmla="*/ 2147483646 w 542"/>
                <a:gd name="T25" fmla="*/ 2147483646 h 1149"/>
                <a:gd name="T26" fmla="*/ 2147483646 w 542"/>
                <a:gd name="T27" fmla="*/ 2147483646 h 1149"/>
                <a:gd name="T28" fmla="*/ 2147483646 w 542"/>
                <a:gd name="T29" fmla="*/ 2147483646 h 1149"/>
                <a:gd name="T30" fmla="*/ 2147483646 w 542"/>
                <a:gd name="T31" fmla="*/ 2147483646 h 1149"/>
                <a:gd name="T32" fmla="*/ 2147483646 w 542"/>
                <a:gd name="T33" fmla="*/ 2147483646 h 1149"/>
                <a:gd name="T34" fmla="*/ 2147483646 w 542"/>
                <a:gd name="T35" fmla="*/ 2147483646 h 1149"/>
                <a:gd name="T36" fmla="*/ 2147483646 w 542"/>
                <a:gd name="T37" fmla="*/ 2147483646 h 1149"/>
                <a:gd name="T38" fmla="*/ 2147483646 w 542"/>
                <a:gd name="T39" fmla="*/ 2147483646 h 1149"/>
                <a:gd name="T40" fmla="*/ 2147483646 w 542"/>
                <a:gd name="T41" fmla="*/ 2147483646 h 1149"/>
                <a:gd name="T42" fmla="*/ 2147483646 w 542"/>
                <a:gd name="T43" fmla="*/ 2147483646 h 1149"/>
                <a:gd name="T44" fmla="*/ 2147483646 w 542"/>
                <a:gd name="T45" fmla="*/ 2147483646 h 1149"/>
                <a:gd name="T46" fmla="*/ 2147483646 w 542"/>
                <a:gd name="T47" fmla="*/ 2147483646 h 1149"/>
                <a:gd name="T48" fmla="*/ 2147483646 w 542"/>
                <a:gd name="T49" fmla="*/ 2147483646 h 1149"/>
                <a:gd name="T50" fmla="*/ 2147483646 w 542"/>
                <a:gd name="T51" fmla="*/ 2147483646 h 1149"/>
                <a:gd name="T52" fmla="*/ 2147483646 w 542"/>
                <a:gd name="T53" fmla="*/ 2147483646 h 1149"/>
                <a:gd name="T54" fmla="*/ 2147483646 w 542"/>
                <a:gd name="T55" fmla="*/ 2147483646 h 1149"/>
                <a:gd name="T56" fmla="*/ 2147483646 w 542"/>
                <a:gd name="T57" fmla="*/ 2147483646 h 1149"/>
                <a:gd name="T58" fmla="*/ 2147483646 w 542"/>
                <a:gd name="T59" fmla="*/ 2147483646 h 1149"/>
                <a:gd name="T60" fmla="*/ 2147483646 w 542"/>
                <a:gd name="T61" fmla="*/ 2147483646 h 1149"/>
                <a:gd name="T62" fmla="*/ 2147483646 w 542"/>
                <a:gd name="T63" fmla="*/ 2147483646 h 1149"/>
                <a:gd name="T64" fmla="*/ 2147483646 w 542"/>
                <a:gd name="T65" fmla="*/ 2147483646 h 1149"/>
                <a:gd name="T66" fmla="*/ 2147483646 w 542"/>
                <a:gd name="T67" fmla="*/ 2147483646 h 1149"/>
                <a:gd name="T68" fmla="*/ 2147483646 w 542"/>
                <a:gd name="T69" fmla="*/ 2147483646 h 1149"/>
                <a:gd name="T70" fmla="*/ 2147483646 w 542"/>
                <a:gd name="T71" fmla="*/ 2147483646 h 1149"/>
                <a:gd name="T72" fmla="*/ 2147483646 w 542"/>
                <a:gd name="T73" fmla="*/ 2147483646 h 1149"/>
                <a:gd name="T74" fmla="*/ 2147483646 w 542"/>
                <a:gd name="T75" fmla="*/ 2147483646 h 1149"/>
                <a:gd name="T76" fmla="*/ 2147483646 w 542"/>
                <a:gd name="T77" fmla="*/ 2147483646 h 1149"/>
                <a:gd name="T78" fmla="*/ 2147483646 w 542"/>
                <a:gd name="T79" fmla="*/ 2147483646 h 1149"/>
                <a:gd name="T80" fmla="*/ 2147483646 w 542"/>
                <a:gd name="T81" fmla="*/ 2147483646 h 1149"/>
                <a:gd name="T82" fmla="*/ 2147483646 w 542"/>
                <a:gd name="T83" fmla="*/ 2147483646 h 1149"/>
                <a:gd name="T84" fmla="*/ 2147483646 w 542"/>
                <a:gd name="T85" fmla="*/ 2147483646 h 1149"/>
                <a:gd name="T86" fmla="*/ 2147483646 w 542"/>
                <a:gd name="T87" fmla="*/ 2147483646 h 1149"/>
                <a:gd name="T88" fmla="*/ 2147483646 w 542"/>
                <a:gd name="T89" fmla="*/ 2147483646 h 1149"/>
                <a:gd name="T90" fmla="*/ 2147483646 w 542"/>
                <a:gd name="T91" fmla="*/ 2147483646 h 1149"/>
                <a:gd name="T92" fmla="*/ 2147483646 w 542"/>
                <a:gd name="T93" fmla="*/ 2147483646 h 1149"/>
                <a:gd name="T94" fmla="*/ 2147483646 w 542"/>
                <a:gd name="T95" fmla="*/ 2147483646 h 1149"/>
                <a:gd name="T96" fmla="*/ 2147483646 w 542"/>
                <a:gd name="T97" fmla="*/ 2147483646 h 1149"/>
                <a:gd name="T98" fmla="*/ 2147483646 w 542"/>
                <a:gd name="T99" fmla="*/ 2147483646 h 1149"/>
                <a:gd name="T100" fmla="*/ 0 w 542"/>
                <a:gd name="T101" fmla="*/ 2147483646 h 1149"/>
                <a:gd name="T102" fmla="*/ 2147483646 w 542"/>
                <a:gd name="T103" fmla="*/ 2147483646 h 1149"/>
                <a:gd name="T104" fmla="*/ 2147483646 w 542"/>
                <a:gd name="T105" fmla="*/ 2147483646 h 1149"/>
                <a:gd name="T106" fmla="*/ 2147483646 w 542"/>
                <a:gd name="T107" fmla="*/ 2147483646 h 1149"/>
                <a:gd name="T108" fmla="*/ 2147483646 w 542"/>
                <a:gd name="T109" fmla="*/ 2147483646 h 1149"/>
                <a:gd name="T110" fmla="*/ 2147483646 w 542"/>
                <a:gd name="T111" fmla="*/ 2147483646 h 1149"/>
                <a:gd name="T112" fmla="*/ 2147483646 w 542"/>
                <a:gd name="T113" fmla="*/ 2147483646 h 1149"/>
                <a:gd name="T114" fmla="*/ 2147483646 w 542"/>
                <a:gd name="T115" fmla="*/ 2147483646 h 1149"/>
                <a:gd name="T116" fmla="*/ 2147483646 w 542"/>
                <a:gd name="T117" fmla="*/ 2147483646 h 1149"/>
                <a:gd name="T118" fmla="*/ 2147483646 w 542"/>
                <a:gd name="T119" fmla="*/ 2147483646 h 1149"/>
                <a:gd name="T120" fmla="*/ 2147483646 w 542"/>
                <a:gd name="T121" fmla="*/ 2147483646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5" name="Freeform 68"/>
            <p:cNvSpPr>
              <a:spLocks/>
            </p:cNvSpPr>
            <p:nvPr/>
          </p:nvSpPr>
          <p:spPr bwMode="auto">
            <a:xfrm>
              <a:off x="3529013" y="5141913"/>
              <a:ext cx="71437" cy="120650"/>
            </a:xfrm>
            <a:custGeom>
              <a:avLst/>
              <a:gdLst>
                <a:gd name="T0" fmla="*/ 2147483646 w 230"/>
                <a:gd name="T1" fmla="*/ 0 h 449"/>
                <a:gd name="T2" fmla="*/ 2147483646 w 230"/>
                <a:gd name="T3" fmla="*/ 2147483646 h 449"/>
                <a:gd name="T4" fmla="*/ 2147483646 w 230"/>
                <a:gd name="T5" fmla="*/ 2147483646 h 449"/>
                <a:gd name="T6" fmla="*/ 2147483646 w 230"/>
                <a:gd name="T7" fmla="*/ 2147483646 h 449"/>
                <a:gd name="T8" fmla="*/ 2147483646 w 230"/>
                <a:gd name="T9" fmla="*/ 2147483646 h 449"/>
                <a:gd name="T10" fmla="*/ 2147483646 w 230"/>
                <a:gd name="T11" fmla="*/ 2147483646 h 449"/>
                <a:gd name="T12" fmla="*/ 2147483646 w 230"/>
                <a:gd name="T13" fmla="*/ 2147483646 h 449"/>
                <a:gd name="T14" fmla="*/ 2147483646 w 230"/>
                <a:gd name="T15" fmla="*/ 2147483646 h 449"/>
                <a:gd name="T16" fmla="*/ 2147483646 w 230"/>
                <a:gd name="T17" fmla="*/ 2147483646 h 449"/>
                <a:gd name="T18" fmla="*/ 2147483646 w 230"/>
                <a:gd name="T19" fmla="*/ 2147483646 h 449"/>
                <a:gd name="T20" fmla="*/ 2147483646 w 230"/>
                <a:gd name="T21" fmla="*/ 2147483646 h 449"/>
                <a:gd name="T22" fmla="*/ 2147483646 w 230"/>
                <a:gd name="T23" fmla="*/ 2147483646 h 449"/>
                <a:gd name="T24" fmla="*/ 2147483646 w 230"/>
                <a:gd name="T25" fmla="*/ 2147483646 h 449"/>
                <a:gd name="T26" fmla="*/ 2147483646 w 230"/>
                <a:gd name="T27" fmla="*/ 2147483646 h 449"/>
                <a:gd name="T28" fmla="*/ 2147483646 w 230"/>
                <a:gd name="T29" fmla="*/ 2147483646 h 449"/>
                <a:gd name="T30" fmla="*/ 2147483646 w 230"/>
                <a:gd name="T31" fmla="*/ 2147483646 h 449"/>
                <a:gd name="T32" fmla="*/ 2147483646 w 230"/>
                <a:gd name="T33" fmla="*/ 2147483646 h 449"/>
                <a:gd name="T34" fmla="*/ 2147483646 w 230"/>
                <a:gd name="T35" fmla="*/ 2147483646 h 449"/>
                <a:gd name="T36" fmla="*/ 2147483646 w 230"/>
                <a:gd name="T37" fmla="*/ 2147483646 h 449"/>
                <a:gd name="T38" fmla="*/ 2147483646 w 230"/>
                <a:gd name="T39" fmla="*/ 2147483646 h 449"/>
                <a:gd name="T40" fmla="*/ 2147483646 w 230"/>
                <a:gd name="T41" fmla="*/ 2147483646 h 449"/>
                <a:gd name="T42" fmla="*/ 2147483646 w 230"/>
                <a:gd name="T43" fmla="*/ 2147483646 h 449"/>
                <a:gd name="T44" fmla="*/ 2147483646 w 230"/>
                <a:gd name="T45" fmla="*/ 2147483646 h 449"/>
                <a:gd name="T46" fmla="*/ 2147483646 w 230"/>
                <a:gd name="T47" fmla="*/ 2147483646 h 449"/>
                <a:gd name="T48" fmla="*/ 2147483646 w 230"/>
                <a:gd name="T49" fmla="*/ 2147483646 h 449"/>
                <a:gd name="T50" fmla="*/ 2147483646 w 230"/>
                <a:gd name="T51" fmla="*/ 2147483646 h 449"/>
                <a:gd name="T52" fmla="*/ 2147483646 w 230"/>
                <a:gd name="T53" fmla="*/ 2147483646 h 449"/>
                <a:gd name="T54" fmla="*/ 2147483646 w 230"/>
                <a:gd name="T55" fmla="*/ 2147483646 h 449"/>
                <a:gd name="T56" fmla="*/ 2147483646 w 230"/>
                <a:gd name="T57" fmla="*/ 2147483646 h 449"/>
                <a:gd name="T58" fmla="*/ 2147483646 w 230"/>
                <a:gd name="T59" fmla="*/ 2147483646 h 449"/>
                <a:gd name="T60" fmla="*/ 2147483646 w 230"/>
                <a:gd name="T61" fmla="*/ 2147483646 h 449"/>
                <a:gd name="T62" fmla="*/ 2147483646 w 230"/>
                <a:gd name="T63" fmla="*/ 2147483646 h 449"/>
                <a:gd name="T64" fmla="*/ 2147483646 w 230"/>
                <a:gd name="T65" fmla="*/ 2147483646 h 449"/>
                <a:gd name="T66" fmla="*/ 2147483646 w 230"/>
                <a:gd name="T67" fmla="*/ 2147483646 h 449"/>
                <a:gd name="T68" fmla="*/ 2147483646 w 230"/>
                <a:gd name="T69" fmla="*/ 2147483646 h 449"/>
                <a:gd name="T70" fmla="*/ 2147483646 w 230"/>
                <a:gd name="T71" fmla="*/ 2147483646 h 449"/>
                <a:gd name="T72" fmla="*/ 2147483646 w 230"/>
                <a:gd name="T73" fmla="*/ 2147483646 h 449"/>
                <a:gd name="T74" fmla="*/ 2147483646 w 230"/>
                <a:gd name="T75" fmla="*/ 2147483646 h 449"/>
                <a:gd name="T76" fmla="*/ 2147483646 w 230"/>
                <a:gd name="T77" fmla="*/ 2147483646 h 449"/>
                <a:gd name="T78" fmla="*/ 2147483646 w 230"/>
                <a:gd name="T79" fmla="*/ 2147483646 h 449"/>
                <a:gd name="T80" fmla="*/ 2147483646 w 230"/>
                <a:gd name="T81" fmla="*/ 2147483646 h 449"/>
                <a:gd name="T82" fmla="*/ 2147483646 w 230"/>
                <a:gd name="T83" fmla="*/ 2147483646 h 449"/>
                <a:gd name="T84" fmla="*/ 2147483646 w 230"/>
                <a:gd name="T85" fmla="*/ 2147483646 h 449"/>
                <a:gd name="T86" fmla="*/ 2147483646 w 230"/>
                <a:gd name="T87" fmla="*/ 2147483646 h 449"/>
                <a:gd name="T88" fmla="*/ 2147483646 w 230"/>
                <a:gd name="T89" fmla="*/ 2147483646 h 449"/>
                <a:gd name="T90" fmla="*/ 2147483646 w 230"/>
                <a:gd name="T91" fmla="*/ 2147483646 h 449"/>
                <a:gd name="T92" fmla="*/ 2147483646 w 230"/>
                <a:gd name="T93" fmla="*/ 2147483646 h 449"/>
                <a:gd name="T94" fmla="*/ 2147483646 w 230"/>
                <a:gd name="T95" fmla="*/ 2147483646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6" name="Line 69"/>
            <p:cNvSpPr>
              <a:spLocks noChangeShapeType="1"/>
            </p:cNvSpPr>
            <p:nvPr/>
          </p:nvSpPr>
          <p:spPr bwMode="auto">
            <a:xfrm flipH="1">
              <a:off x="1447800" y="2214563"/>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7" name="Oval 70">
              <a:extLst>
                <a:ext uri="{FF2B5EF4-FFF2-40B4-BE49-F238E27FC236}">
                  <a16:creationId xmlns:a16="http://schemas.microsoft.com/office/drawing/2014/main" id="{A0A010B2-7107-4624-AE42-9E732C255759}"/>
                </a:ext>
              </a:extLst>
            </p:cNvPr>
            <p:cNvSpPr>
              <a:spLocks noChangeArrowheads="1"/>
            </p:cNvSpPr>
            <p:nvPr/>
          </p:nvSpPr>
          <p:spPr bwMode="auto">
            <a:xfrm>
              <a:off x="2133600" y="20621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8" name="Oval 71">
              <a:extLst>
                <a:ext uri="{FF2B5EF4-FFF2-40B4-BE49-F238E27FC236}">
                  <a16:creationId xmlns:a16="http://schemas.microsoft.com/office/drawing/2014/main" id="{C443CE22-3808-4AC2-A95C-D96B93165EFC}"/>
                </a:ext>
              </a:extLst>
            </p:cNvPr>
            <p:cNvSpPr>
              <a:spLocks noChangeArrowheads="1"/>
            </p:cNvSpPr>
            <p:nvPr/>
          </p:nvSpPr>
          <p:spPr bwMode="auto">
            <a:xfrm>
              <a:off x="1295400" y="32813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9" name="Line 72"/>
            <p:cNvSpPr>
              <a:spLocks noChangeShapeType="1"/>
            </p:cNvSpPr>
            <p:nvPr/>
          </p:nvSpPr>
          <p:spPr bwMode="auto">
            <a:xfrm flipH="1">
              <a:off x="2590800" y="3509963"/>
              <a:ext cx="533400" cy="990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0" name="Oval 73">
              <a:extLst>
                <a:ext uri="{FF2B5EF4-FFF2-40B4-BE49-F238E27FC236}">
                  <a16:creationId xmlns:a16="http://schemas.microsoft.com/office/drawing/2014/main" id="{AC264CAE-B860-472B-ACE4-6CEDDC57DB58}"/>
                </a:ext>
              </a:extLst>
            </p:cNvPr>
            <p:cNvSpPr>
              <a:spLocks noChangeArrowheads="1"/>
            </p:cNvSpPr>
            <p:nvPr/>
          </p:nvSpPr>
          <p:spPr bwMode="auto">
            <a:xfrm>
              <a:off x="2971800" y="32813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21" name="Text Box 74">
              <a:extLst>
                <a:ext uri="{FF2B5EF4-FFF2-40B4-BE49-F238E27FC236}">
                  <a16:creationId xmlns:a16="http://schemas.microsoft.com/office/drawing/2014/main" id="{95DD1A19-63A2-43EE-BC5D-53E0CAC7F1BD}"/>
                </a:ext>
              </a:extLst>
            </p:cNvPr>
            <p:cNvSpPr txBox="1">
              <a:spLocks noChangeArrowheads="1"/>
            </p:cNvSpPr>
            <p:nvPr/>
          </p:nvSpPr>
          <p:spPr bwMode="auto">
            <a:xfrm>
              <a:off x="2667000" y="4616450"/>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70%</a:t>
              </a:r>
            </a:p>
          </p:txBody>
        </p:sp>
        <p:grpSp>
          <p:nvGrpSpPr>
            <p:cNvPr id="122" name="Group 75">
              <a:extLst>
                <a:ext uri="{FF2B5EF4-FFF2-40B4-BE49-F238E27FC236}">
                  <a16:creationId xmlns:a16="http://schemas.microsoft.com/office/drawing/2014/main" id="{357FAD4E-F80F-4BCE-973A-C4FFB2F3058E}"/>
                </a:ext>
              </a:extLst>
            </p:cNvPr>
            <p:cNvGrpSpPr>
              <a:grpSpLocks/>
            </p:cNvGrpSpPr>
            <p:nvPr/>
          </p:nvGrpSpPr>
          <p:grpSpPr bwMode="auto">
            <a:xfrm flipH="1">
              <a:off x="2286000" y="4195763"/>
              <a:ext cx="533400" cy="649287"/>
              <a:chOff x="576" y="2496"/>
              <a:chExt cx="864" cy="1127"/>
            </a:xfrm>
            <a:effectLst>
              <a:outerShdw blurRad="50800" dist="38100" dir="2700000" algn="tl" rotWithShape="0">
                <a:prstClr val="black">
                  <a:alpha val="40000"/>
                </a:prstClr>
              </a:outerShdw>
            </a:effectLst>
          </p:grpSpPr>
          <p:sp>
            <p:nvSpPr>
              <p:cNvPr id="132" name="Freeform 76">
                <a:extLst>
                  <a:ext uri="{FF2B5EF4-FFF2-40B4-BE49-F238E27FC236}">
                    <a16:creationId xmlns:a16="http://schemas.microsoft.com/office/drawing/2014/main" id="{B571E43D-0054-4A0E-A0FB-5954498EE925}"/>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3" name="Freeform 77">
                <a:extLst>
                  <a:ext uri="{FF2B5EF4-FFF2-40B4-BE49-F238E27FC236}">
                    <a16:creationId xmlns:a16="http://schemas.microsoft.com/office/drawing/2014/main" id="{BD7C840D-015F-4D95-B44B-92100EC8F87C}"/>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4" name="Freeform 78">
                <a:extLst>
                  <a:ext uri="{FF2B5EF4-FFF2-40B4-BE49-F238E27FC236}">
                    <a16:creationId xmlns:a16="http://schemas.microsoft.com/office/drawing/2014/main" id="{5A433C44-0AA1-4773-8CBC-09229B8196CB}"/>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5" name="Freeform 79">
                <a:extLst>
                  <a:ext uri="{FF2B5EF4-FFF2-40B4-BE49-F238E27FC236}">
                    <a16:creationId xmlns:a16="http://schemas.microsoft.com/office/drawing/2014/main" id="{5E5521AE-23AD-40F2-A02D-2FF01840A58A}"/>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6" name="Freeform 80">
                <a:extLst>
                  <a:ext uri="{FF2B5EF4-FFF2-40B4-BE49-F238E27FC236}">
                    <a16:creationId xmlns:a16="http://schemas.microsoft.com/office/drawing/2014/main" id="{ED606A03-AE69-4DC4-B704-8F4E9FCEED30}"/>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7" name="Freeform 81">
                <a:extLst>
                  <a:ext uri="{FF2B5EF4-FFF2-40B4-BE49-F238E27FC236}">
                    <a16:creationId xmlns:a16="http://schemas.microsoft.com/office/drawing/2014/main" id="{6BC14A4E-E127-4E15-8D1E-CE5B59348A35}"/>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8" name="Freeform 82">
                <a:extLst>
                  <a:ext uri="{FF2B5EF4-FFF2-40B4-BE49-F238E27FC236}">
                    <a16:creationId xmlns:a16="http://schemas.microsoft.com/office/drawing/2014/main" id="{DD578A4F-747F-45E5-B22D-44580B98880B}"/>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9" name="Freeform 83">
                <a:extLst>
                  <a:ext uri="{FF2B5EF4-FFF2-40B4-BE49-F238E27FC236}">
                    <a16:creationId xmlns:a16="http://schemas.microsoft.com/office/drawing/2014/main" id="{93D36363-3C22-436B-A716-6D63CD1074BA}"/>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0" name="Freeform 84">
                <a:extLst>
                  <a:ext uri="{FF2B5EF4-FFF2-40B4-BE49-F238E27FC236}">
                    <a16:creationId xmlns:a16="http://schemas.microsoft.com/office/drawing/2014/main" id="{3DEFA929-BEEA-47A1-BFCE-990AB309C9ED}"/>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123" name="Text Box 85"/>
            <p:cNvSpPr txBox="1">
              <a:spLocks noChangeArrowheads="1"/>
            </p:cNvSpPr>
            <p:nvPr/>
          </p:nvSpPr>
          <p:spPr bwMode="auto">
            <a:xfrm>
              <a:off x="1319213" y="32305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24" name="Text Box 86"/>
            <p:cNvSpPr txBox="1">
              <a:spLocks noChangeArrowheads="1"/>
            </p:cNvSpPr>
            <p:nvPr/>
          </p:nvSpPr>
          <p:spPr bwMode="auto">
            <a:xfrm>
              <a:off x="711200" y="350996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&lt;0.52</a:t>
              </a:r>
            </a:p>
          </p:txBody>
        </p:sp>
        <p:sp>
          <p:nvSpPr>
            <p:cNvPr id="125" name="Text Box 87"/>
            <p:cNvSpPr txBox="1">
              <a:spLocks noChangeArrowheads="1"/>
            </p:cNvSpPr>
            <p:nvPr/>
          </p:nvSpPr>
          <p:spPr bwMode="auto">
            <a:xfrm>
              <a:off x="15240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≥0.52</a:t>
              </a:r>
            </a:p>
          </p:txBody>
        </p:sp>
        <p:sp>
          <p:nvSpPr>
            <p:cNvPr id="126" name="Text Box 88"/>
            <p:cNvSpPr txBox="1">
              <a:spLocks noChangeArrowheads="1"/>
            </p:cNvSpPr>
            <p:nvPr/>
          </p:nvSpPr>
          <p:spPr bwMode="auto">
            <a:xfrm>
              <a:off x="2387600" y="350996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&lt;0.51</a:t>
              </a:r>
            </a:p>
          </p:txBody>
        </p:sp>
        <p:sp>
          <p:nvSpPr>
            <p:cNvPr id="127" name="Text Box 89"/>
            <p:cNvSpPr txBox="1">
              <a:spLocks noChangeArrowheads="1"/>
            </p:cNvSpPr>
            <p:nvPr/>
          </p:nvSpPr>
          <p:spPr bwMode="auto">
            <a:xfrm>
              <a:off x="32766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≥0.51</a:t>
              </a:r>
            </a:p>
          </p:txBody>
        </p:sp>
        <p:sp>
          <p:nvSpPr>
            <p:cNvPr id="128" name="Text Box 90"/>
            <p:cNvSpPr txBox="1">
              <a:spLocks noChangeArrowheads="1"/>
            </p:cNvSpPr>
            <p:nvPr/>
          </p:nvSpPr>
          <p:spPr bwMode="auto">
            <a:xfrm>
              <a:off x="2995613" y="32305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29" name="Text Box 91"/>
            <p:cNvSpPr txBox="1">
              <a:spLocks noChangeArrowheads="1"/>
            </p:cNvSpPr>
            <p:nvPr/>
          </p:nvSpPr>
          <p:spPr bwMode="auto">
            <a:xfrm>
              <a:off x="2144713" y="19986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2</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30" name="Text Box 92"/>
            <p:cNvSpPr txBox="1">
              <a:spLocks noChangeArrowheads="1"/>
            </p:cNvSpPr>
            <p:nvPr/>
          </p:nvSpPr>
          <p:spPr bwMode="auto">
            <a:xfrm>
              <a:off x="1524000" y="2305050"/>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&lt;0.63</a:t>
              </a:r>
            </a:p>
          </p:txBody>
        </p:sp>
        <p:sp>
          <p:nvSpPr>
            <p:cNvPr id="131" name="Text Box 93"/>
            <p:cNvSpPr txBox="1">
              <a:spLocks noChangeArrowheads="1"/>
            </p:cNvSpPr>
            <p:nvPr/>
          </p:nvSpPr>
          <p:spPr bwMode="auto">
            <a:xfrm>
              <a:off x="2524125" y="2305050"/>
              <a:ext cx="676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≥0.63</a:t>
              </a:r>
            </a:p>
          </p:txBody>
        </p:sp>
      </p:grpSp>
    </p:spTree>
    <p:extLst>
      <p:ext uri="{BB962C8B-B14F-4D97-AF65-F5344CB8AC3E}">
        <p14:creationId xmlns:p14="http://schemas.microsoft.com/office/powerpoint/2010/main" val="4084555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Simple Prediction Example</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6</a:t>
            </a:fld>
            <a:endParaRPr lang="en-US" altLang="en-US" sz="1400" dirty="0"/>
          </a:p>
        </p:txBody>
      </p:sp>
      <p:sp>
        <p:nvSpPr>
          <p:cNvPr id="32" name="Text Box 8"/>
          <p:cNvSpPr txBox="1">
            <a:spLocks noChangeArrowheads="1"/>
          </p:cNvSpPr>
          <p:nvPr/>
        </p:nvSpPr>
        <p:spPr bwMode="auto">
          <a:xfrm>
            <a:off x="726519" y="1787525"/>
            <a:ext cx="270248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squar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800" dirty="0">
                <a:latin typeface="+mj-lt"/>
              </a:rPr>
              <a:t>Predict dot color located here:</a:t>
            </a:r>
          </a:p>
        </p:txBody>
      </p:sp>
      <p:grpSp>
        <p:nvGrpSpPr>
          <p:cNvPr id="98" name="Group 94" descr="Simple small decision tree splitting on X1 and X2 to identify the probability of dot color." title="Decision Tree"/>
          <p:cNvGrpSpPr>
            <a:grpSpLocks/>
          </p:cNvGrpSpPr>
          <p:nvPr/>
        </p:nvGrpSpPr>
        <p:grpSpPr bwMode="auto">
          <a:xfrm>
            <a:off x="609600" y="2895600"/>
            <a:ext cx="3657600" cy="3640137"/>
            <a:chOff x="609600" y="1998663"/>
            <a:chExt cx="3657600" cy="3640137"/>
          </a:xfrm>
        </p:grpSpPr>
        <p:sp>
          <p:nvSpPr>
            <p:cNvPr id="99" name="Line 2"/>
            <p:cNvSpPr>
              <a:spLocks noChangeShapeType="1"/>
            </p:cNvSpPr>
            <p:nvPr/>
          </p:nvSpPr>
          <p:spPr bwMode="auto">
            <a:xfrm>
              <a:off x="3200400" y="3509963"/>
              <a:ext cx="457200" cy="1371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0" name="Line 3"/>
            <p:cNvSpPr>
              <a:spLocks noChangeShapeType="1"/>
            </p:cNvSpPr>
            <p:nvPr/>
          </p:nvSpPr>
          <p:spPr bwMode="auto">
            <a:xfrm>
              <a:off x="1524000" y="3509963"/>
              <a:ext cx="304800" cy="1676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1" name="Line 4"/>
            <p:cNvSpPr>
              <a:spLocks noChangeShapeType="1"/>
            </p:cNvSpPr>
            <p:nvPr/>
          </p:nvSpPr>
          <p:spPr bwMode="auto">
            <a:xfrm>
              <a:off x="2286000" y="2214563"/>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2" name="Line 5"/>
            <p:cNvSpPr>
              <a:spLocks noChangeShapeType="1"/>
            </p:cNvSpPr>
            <p:nvPr/>
          </p:nvSpPr>
          <p:spPr bwMode="auto">
            <a:xfrm flipH="1">
              <a:off x="838200" y="3509963"/>
              <a:ext cx="609600" cy="12192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03" name="Group 34">
              <a:extLst>
                <a:ext uri="{FF2B5EF4-FFF2-40B4-BE49-F238E27FC236}">
                  <a16:creationId xmlns:a16="http://schemas.microsoft.com/office/drawing/2014/main" id="{AA6B2917-57A4-45F2-A01C-C8CEBA52EF80}"/>
                </a:ext>
              </a:extLst>
            </p:cNvPr>
            <p:cNvGrpSpPr>
              <a:grpSpLocks/>
            </p:cNvGrpSpPr>
            <p:nvPr/>
          </p:nvGrpSpPr>
          <p:grpSpPr bwMode="auto">
            <a:xfrm>
              <a:off x="609600" y="4384675"/>
              <a:ext cx="820738" cy="757238"/>
              <a:chOff x="288" y="3047"/>
              <a:chExt cx="517" cy="477"/>
            </a:xfrm>
            <a:effectLst>
              <a:outerShdw blurRad="50800" dist="38100" dir="2700000" algn="tl" rotWithShape="0">
                <a:prstClr val="black">
                  <a:alpha val="40000"/>
                </a:prstClr>
              </a:outerShdw>
            </a:effectLst>
          </p:grpSpPr>
          <p:sp>
            <p:nvSpPr>
              <p:cNvPr id="150" name="Text Box 35">
                <a:extLst>
                  <a:ext uri="{FF2B5EF4-FFF2-40B4-BE49-F238E27FC236}">
                    <a16:creationId xmlns:a16="http://schemas.microsoft.com/office/drawing/2014/main" id="{EB7D7B79-AD73-42EE-9212-FD8BA511C81E}"/>
                  </a:ext>
                </a:extLst>
              </p:cNvPr>
              <p:cNvSpPr txBox="1">
                <a:spLocks noChangeArrowheads="1"/>
              </p:cNvSpPr>
              <p:nvPr/>
            </p:nvSpPr>
            <p:spPr bwMode="auto">
              <a:xfrm>
                <a:off x="480" y="3312"/>
                <a:ext cx="325" cy="212"/>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40%</a:t>
                </a:r>
              </a:p>
            </p:txBody>
          </p:sp>
          <p:grpSp>
            <p:nvGrpSpPr>
              <p:cNvPr id="151" name="Group 36">
                <a:extLst>
                  <a:ext uri="{FF2B5EF4-FFF2-40B4-BE49-F238E27FC236}">
                    <a16:creationId xmlns:a16="http://schemas.microsoft.com/office/drawing/2014/main" id="{711B08A9-731B-4CB4-A946-F4BE7D5B47E7}"/>
                  </a:ext>
                </a:extLst>
              </p:cNvPr>
              <p:cNvGrpSpPr>
                <a:grpSpLocks/>
              </p:cNvGrpSpPr>
              <p:nvPr/>
            </p:nvGrpSpPr>
            <p:grpSpPr bwMode="auto">
              <a:xfrm>
                <a:off x="288" y="3047"/>
                <a:ext cx="336" cy="409"/>
                <a:chOff x="576" y="2496"/>
                <a:chExt cx="864" cy="1127"/>
              </a:xfrm>
            </p:grpSpPr>
            <p:sp>
              <p:nvSpPr>
                <p:cNvPr id="152" name="Freeform 37">
                  <a:extLst>
                    <a:ext uri="{FF2B5EF4-FFF2-40B4-BE49-F238E27FC236}">
                      <a16:creationId xmlns:a16="http://schemas.microsoft.com/office/drawing/2014/main" id="{E29038E4-AB19-476E-839D-06F09C48FDE0}"/>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00FFFF"/>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3" name="Freeform 38">
                  <a:extLst>
                    <a:ext uri="{FF2B5EF4-FFF2-40B4-BE49-F238E27FC236}">
                      <a16:creationId xmlns:a16="http://schemas.microsoft.com/office/drawing/2014/main" id="{BD7C0C5D-5BD9-4070-BE49-2424CE9F6546}"/>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4" name="Freeform 39">
                  <a:extLst>
                    <a:ext uri="{FF2B5EF4-FFF2-40B4-BE49-F238E27FC236}">
                      <a16:creationId xmlns:a16="http://schemas.microsoft.com/office/drawing/2014/main" id="{054BE1CA-6C19-416A-B8A2-2AF405B8741A}"/>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5" name="Freeform 40">
                  <a:extLst>
                    <a:ext uri="{FF2B5EF4-FFF2-40B4-BE49-F238E27FC236}">
                      <a16:creationId xmlns:a16="http://schemas.microsoft.com/office/drawing/2014/main" id="{4C3FF874-4BDD-4C8C-90B4-BD8FF242BB07}"/>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6" name="Freeform 41">
                  <a:extLst>
                    <a:ext uri="{FF2B5EF4-FFF2-40B4-BE49-F238E27FC236}">
                      <a16:creationId xmlns:a16="http://schemas.microsoft.com/office/drawing/2014/main" id="{A9260585-6AF1-41A9-A123-477C44A1F61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7" name="Freeform 42">
                  <a:extLst>
                    <a:ext uri="{FF2B5EF4-FFF2-40B4-BE49-F238E27FC236}">
                      <a16:creationId xmlns:a16="http://schemas.microsoft.com/office/drawing/2014/main" id="{8ACE1123-BEF1-4F85-9F21-5137760D5343}"/>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8" name="Freeform 43">
                  <a:extLst>
                    <a:ext uri="{FF2B5EF4-FFF2-40B4-BE49-F238E27FC236}">
                      <a16:creationId xmlns:a16="http://schemas.microsoft.com/office/drawing/2014/main" id="{8B90467D-DC80-4B46-B4FA-C070910E57C0}"/>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59" name="Freeform 44">
                  <a:extLst>
                    <a:ext uri="{FF2B5EF4-FFF2-40B4-BE49-F238E27FC236}">
                      <a16:creationId xmlns:a16="http://schemas.microsoft.com/office/drawing/2014/main" id="{8DA45E2C-784D-4E63-928B-A36B02FB6101}"/>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60" name="Freeform 45">
                  <a:extLst>
                    <a:ext uri="{FF2B5EF4-FFF2-40B4-BE49-F238E27FC236}">
                      <a16:creationId xmlns:a16="http://schemas.microsoft.com/office/drawing/2014/main" id="{AD6C3D96-CFA1-4440-A926-CB0BBD5E6438}"/>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sp>
          <p:nvSpPr>
            <p:cNvPr id="104" name="Text Box 46">
              <a:extLst>
                <a:ext uri="{FF2B5EF4-FFF2-40B4-BE49-F238E27FC236}">
                  <a16:creationId xmlns:a16="http://schemas.microsoft.com/office/drawing/2014/main" id="{5523ED11-340D-49E8-976C-1B5D343E4C4A}"/>
                </a:ext>
              </a:extLst>
            </p:cNvPr>
            <p:cNvSpPr txBox="1">
              <a:spLocks noChangeArrowheads="1"/>
            </p:cNvSpPr>
            <p:nvPr/>
          </p:nvSpPr>
          <p:spPr bwMode="auto">
            <a:xfrm>
              <a:off x="1981200" y="5302250"/>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60%</a:t>
              </a:r>
            </a:p>
          </p:txBody>
        </p:sp>
        <p:grpSp>
          <p:nvGrpSpPr>
            <p:cNvPr id="105" name="Group 47">
              <a:extLst>
                <a:ext uri="{FF2B5EF4-FFF2-40B4-BE49-F238E27FC236}">
                  <a16:creationId xmlns:a16="http://schemas.microsoft.com/office/drawing/2014/main" id="{A0EC89FF-0FDD-4706-BFB0-626D20D7DE39}"/>
                </a:ext>
              </a:extLst>
            </p:cNvPr>
            <p:cNvGrpSpPr>
              <a:grpSpLocks/>
            </p:cNvGrpSpPr>
            <p:nvPr/>
          </p:nvGrpSpPr>
          <p:grpSpPr bwMode="auto">
            <a:xfrm flipH="1">
              <a:off x="1600200" y="4881563"/>
              <a:ext cx="533400" cy="649287"/>
              <a:chOff x="576" y="2496"/>
              <a:chExt cx="864" cy="1127"/>
            </a:xfrm>
            <a:effectLst>
              <a:outerShdw blurRad="50800" dist="38100" dir="2700000" algn="tl" rotWithShape="0">
                <a:prstClr val="black">
                  <a:alpha val="40000"/>
                </a:prstClr>
              </a:outerShdw>
            </a:effectLst>
          </p:grpSpPr>
          <p:sp>
            <p:nvSpPr>
              <p:cNvPr id="141" name="Freeform 48">
                <a:extLst>
                  <a:ext uri="{FF2B5EF4-FFF2-40B4-BE49-F238E27FC236}">
                    <a16:creationId xmlns:a16="http://schemas.microsoft.com/office/drawing/2014/main" id="{6E893ABD-B2CD-4FD1-8D4F-2B19B9879F81}"/>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2" name="Freeform 49">
                <a:extLst>
                  <a:ext uri="{FF2B5EF4-FFF2-40B4-BE49-F238E27FC236}">
                    <a16:creationId xmlns:a16="http://schemas.microsoft.com/office/drawing/2014/main" id="{906D3F09-8EF1-49DE-97EF-2A62DA2CF521}"/>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3" name="Freeform 50">
                <a:extLst>
                  <a:ext uri="{FF2B5EF4-FFF2-40B4-BE49-F238E27FC236}">
                    <a16:creationId xmlns:a16="http://schemas.microsoft.com/office/drawing/2014/main" id="{00D11C59-2A35-40F2-8C7A-713C589ABFFF}"/>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4" name="Freeform 51">
                <a:extLst>
                  <a:ext uri="{FF2B5EF4-FFF2-40B4-BE49-F238E27FC236}">
                    <a16:creationId xmlns:a16="http://schemas.microsoft.com/office/drawing/2014/main" id="{FB61811E-D505-4ED5-BBAD-AC489A401C27}"/>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5" name="Freeform 52">
                <a:extLst>
                  <a:ext uri="{FF2B5EF4-FFF2-40B4-BE49-F238E27FC236}">
                    <a16:creationId xmlns:a16="http://schemas.microsoft.com/office/drawing/2014/main" id="{D24C32CE-9A42-4B4F-ACF5-6208502FB79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6" name="Freeform 53">
                <a:extLst>
                  <a:ext uri="{FF2B5EF4-FFF2-40B4-BE49-F238E27FC236}">
                    <a16:creationId xmlns:a16="http://schemas.microsoft.com/office/drawing/2014/main" id="{3FC34D86-C1EA-4F83-BA61-99A48FC42913}"/>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7" name="Freeform 54">
                <a:extLst>
                  <a:ext uri="{FF2B5EF4-FFF2-40B4-BE49-F238E27FC236}">
                    <a16:creationId xmlns:a16="http://schemas.microsoft.com/office/drawing/2014/main" id="{833FE0FE-B5A2-46E1-A6C4-4E575F583480}"/>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8" name="Freeform 55">
                <a:extLst>
                  <a:ext uri="{FF2B5EF4-FFF2-40B4-BE49-F238E27FC236}">
                    <a16:creationId xmlns:a16="http://schemas.microsoft.com/office/drawing/2014/main" id="{4E29935D-945D-4788-A143-A93BE3030DCD}"/>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9" name="Freeform 56">
                <a:extLst>
                  <a:ext uri="{FF2B5EF4-FFF2-40B4-BE49-F238E27FC236}">
                    <a16:creationId xmlns:a16="http://schemas.microsoft.com/office/drawing/2014/main" id="{A09C77A3-2A75-4889-9E05-B67571C054D4}"/>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106" name="Text Box 58">
              <a:extLst>
                <a:ext uri="{FF2B5EF4-FFF2-40B4-BE49-F238E27FC236}">
                  <a16:creationId xmlns:a16="http://schemas.microsoft.com/office/drawing/2014/main" id="{A5CB1B22-3057-4FFB-8E27-78CD32024635}"/>
                </a:ext>
              </a:extLst>
            </p:cNvPr>
            <p:cNvSpPr txBox="1">
              <a:spLocks noChangeArrowheads="1"/>
            </p:cNvSpPr>
            <p:nvPr/>
          </p:nvSpPr>
          <p:spPr bwMode="auto">
            <a:xfrm>
              <a:off x="3751263" y="5033963"/>
              <a:ext cx="515937"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55%</a:t>
              </a:r>
            </a:p>
          </p:txBody>
        </p:sp>
        <p:sp>
          <p:nvSpPr>
            <p:cNvPr id="107" name="Freeform 60"/>
            <p:cNvSpPr>
              <a:spLocks/>
            </p:cNvSpPr>
            <p:nvPr/>
          </p:nvSpPr>
          <p:spPr bwMode="auto">
            <a:xfrm>
              <a:off x="3367088" y="4656138"/>
              <a:ext cx="461962" cy="600075"/>
            </a:xfrm>
            <a:custGeom>
              <a:avLst/>
              <a:gdLst>
                <a:gd name="T0" fmla="*/ 2147483646 w 1496"/>
                <a:gd name="T1" fmla="*/ 0 h 2218"/>
                <a:gd name="T2" fmla="*/ 2147483646 w 1496"/>
                <a:gd name="T3" fmla="*/ 2147483646 h 2218"/>
                <a:gd name="T4" fmla="*/ 2147483646 w 1496"/>
                <a:gd name="T5" fmla="*/ 2147483646 h 2218"/>
                <a:gd name="T6" fmla="*/ 2147483646 w 1496"/>
                <a:gd name="T7" fmla="*/ 2147483646 h 2218"/>
                <a:gd name="T8" fmla="*/ 2147483646 w 1496"/>
                <a:gd name="T9" fmla="*/ 2147483646 h 2218"/>
                <a:gd name="T10" fmla="*/ 2147483646 w 1496"/>
                <a:gd name="T11" fmla="*/ 2147483646 h 2218"/>
                <a:gd name="T12" fmla="*/ 2147483646 w 1496"/>
                <a:gd name="T13" fmla="*/ 2147483646 h 2218"/>
                <a:gd name="T14" fmla="*/ 2147483646 w 1496"/>
                <a:gd name="T15" fmla="*/ 2147483646 h 2218"/>
                <a:gd name="T16" fmla="*/ 2147483646 w 1496"/>
                <a:gd name="T17" fmla="*/ 2147483646 h 2218"/>
                <a:gd name="T18" fmla="*/ 2147483646 w 1496"/>
                <a:gd name="T19" fmla="*/ 2147483646 h 2218"/>
                <a:gd name="T20" fmla="*/ 2147483646 w 1496"/>
                <a:gd name="T21" fmla="*/ 2147483646 h 2218"/>
                <a:gd name="T22" fmla="*/ 2147483646 w 1496"/>
                <a:gd name="T23" fmla="*/ 2147483646 h 2218"/>
                <a:gd name="T24" fmla="*/ 2147483646 w 1496"/>
                <a:gd name="T25" fmla="*/ 2147483646 h 2218"/>
                <a:gd name="T26" fmla="*/ 2147483646 w 1496"/>
                <a:gd name="T27" fmla="*/ 2147483646 h 2218"/>
                <a:gd name="T28" fmla="*/ 2147483646 w 1496"/>
                <a:gd name="T29" fmla="*/ 2147483646 h 2218"/>
                <a:gd name="T30" fmla="*/ 2147483646 w 1496"/>
                <a:gd name="T31" fmla="*/ 2147483646 h 2218"/>
                <a:gd name="T32" fmla="*/ 0 w 1496"/>
                <a:gd name="T33" fmla="*/ 2147483646 h 2218"/>
                <a:gd name="T34" fmla="*/ 2147483646 w 1496"/>
                <a:gd name="T35" fmla="*/ 2147483646 h 2218"/>
                <a:gd name="T36" fmla="*/ 2147483646 w 1496"/>
                <a:gd name="T37" fmla="*/ 2147483646 h 2218"/>
                <a:gd name="T38" fmla="*/ 2147483646 w 1496"/>
                <a:gd name="T39" fmla="*/ 2147483646 h 2218"/>
                <a:gd name="T40" fmla="*/ 2147483646 w 1496"/>
                <a:gd name="T41" fmla="*/ 2147483646 h 2218"/>
                <a:gd name="T42" fmla="*/ 2147483646 w 1496"/>
                <a:gd name="T43" fmla="*/ 2147483646 h 2218"/>
                <a:gd name="T44" fmla="*/ 2147483646 w 1496"/>
                <a:gd name="T45" fmla="*/ 2147483646 h 2218"/>
                <a:gd name="T46" fmla="*/ 2147483646 w 1496"/>
                <a:gd name="T47" fmla="*/ 2147483646 h 2218"/>
                <a:gd name="T48" fmla="*/ 2147483646 w 1496"/>
                <a:gd name="T49" fmla="*/ 2147483646 h 2218"/>
                <a:gd name="T50" fmla="*/ 2147483646 w 1496"/>
                <a:gd name="T51" fmla="*/ 0 h 2218"/>
                <a:gd name="T52" fmla="*/ 2147483646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8" name="Freeform 61"/>
            <p:cNvSpPr>
              <a:spLocks/>
            </p:cNvSpPr>
            <p:nvPr/>
          </p:nvSpPr>
          <p:spPr bwMode="auto">
            <a:xfrm>
              <a:off x="3659188" y="4733925"/>
              <a:ext cx="68262" cy="93663"/>
            </a:xfrm>
            <a:custGeom>
              <a:avLst/>
              <a:gdLst>
                <a:gd name="T0" fmla="*/ 2147483646 w 221"/>
                <a:gd name="T1" fmla="*/ 2147483646 h 348"/>
                <a:gd name="T2" fmla="*/ 2147483646 w 221"/>
                <a:gd name="T3" fmla="*/ 2147483646 h 348"/>
                <a:gd name="T4" fmla="*/ 2147483646 w 221"/>
                <a:gd name="T5" fmla="*/ 2147483646 h 348"/>
                <a:gd name="T6" fmla="*/ 2147483646 w 221"/>
                <a:gd name="T7" fmla="*/ 2147483646 h 348"/>
                <a:gd name="T8" fmla="*/ 2147483646 w 221"/>
                <a:gd name="T9" fmla="*/ 2147483646 h 348"/>
                <a:gd name="T10" fmla="*/ 2147483646 w 221"/>
                <a:gd name="T11" fmla="*/ 2147483646 h 348"/>
                <a:gd name="T12" fmla="*/ 2147483646 w 221"/>
                <a:gd name="T13" fmla="*/ 2147483646 h 348"/>
                <a:gd name="T14" fmla="*/ 2147483646 w 221"/>
                <a:gd name="T15" fmla="*/ 2147483646 h 348"/>
                <a:gd name="T16" fmla="*/ 2147483646 w 221"/>
                <a:gd name="T17" fmla="*/ 2147483646 h 348"/>
                <a:gd name="T18" fmla="*/ 2147483646 w 221"/>
                <a:gd name="T19" fmla="*/ 2147483646 h 348"/>
                <a:gd name="T20" fmla="*/ 2147483646 w 221"/>
                <a:gd name="T21" fmla="*/ 2147483646 h 348"/>
                <a:gd name="T22" fmla="*/ 2147483646 w 221"/>
                <a:gd name="T23" fmla="*/ 2147483646 h 348"/>
                <a:gd name="T24" fmla="*/ 2147483646 w 221"/>
                <a:gd name="T25" fmla="*/ 2147483646 h 348"/>
                <a:gd name="T26" fmla="*/ 2147483646 w 221"/>
                <a:gd name="T27" fmla="*/ 2147483646 h 348"/>
                <a:gd name="T28" fmla="*/ 2147483646 w 221"/>
                <a:gd name="T29" fmla="*/ 2147483646 h 348"/>
                <a:gd name="T30" fmla="*/ 2147483646 w 221"/>
                <a:gd name="T31" fmla="*/ 2147483646 h 348"/>
                <a:gd name="T32" fmla="*/ 2147483646 w 221"/>
                <a:gd name="T33" fmla="*/ 2147483646 h 348"/>
                <a:gd name="T34" fmla="*/ 2147483646 w 221"/>
                <a:gd name="T35" fmla="*/ 2147483646 h 348"/>
                <a:gd name="T36" fmla="*/ 2147483646 w 221"/>
                <a:gd name="T37" fmla="*/ 2147483646 h 348"/>
                <a:gd name="T38" fmla="*/ 2147483646 w 221"/>
                <a:gd name="T39" fmla="*/ 2147483646 h 348"/>
                <a:gd name="T40" fmla="*/ 2147483646 w 221"/>
                <a:gd name="T41" fmla="*/ 2147483646 h 348"/>
                <a:gd name="T42" fmla="*/ 2147483646 w 221"/>
                <a:gd name="T43" fmla="*/ 2147483646 h 348"/>
                <a:gd name="T44" fmla="*/ 2147483646 w 221"/>
                <a:gd name="T45" fmla="*/ 2147483646 h 348"/>
                <a:gd name="T46" fmla="*/ 2147483646 w 221"/>
                <a:gd name="T47" fmla="*/ 2147483646 h 348"/>
                <a:gd name="T48" fmla="*/ 0 w 221"/>
                <a:gd name="T49" fmla="*/ 2147483646 h 348"/>
                <a:gd name="T50" fmla="*/ 0 w 221"/>
                <a:gd name="T51" fmla="*/ 2147483646 h 348"/>
                <a:gd name="T52" fmla="*/ 0 w 221"/>
                <a:gd name="T53" fmla="*/ 2147483646 h 348"/>
                <a:gd name="T54" fmla="*/ 0 w 221"/>
                <a:gd name="T55" fmla="*/ 2147483646 h 348"/>
                <a:gd name="T56" fmla="*/ 0 w 221"/>
                <a:gd name="T57" fmla="*/ 2147483646 h 348"/>
                <a:gd name="T58" fmla="*/ 0 w 221"/>
                <a:gd name="T59" fmla="*/ 2147483646 h 348"/>
                <a:gd name="T60" fmla="*/ 0 w 221"/>
                <a:gd name="T61" fmla="*/ 2147483646 h 348"/>
                <a:gd name="T62" fmla="*/ 0 w 221"/>
                <a:gd name="T63" fmla="*/ 2147483646 h 348"/>
                <a:gd name="T64" fmla="*/ 0 w 221"/>
                <a:gd name="T65" fmla="*/ 2147483646 h 348"/>
                <a:gd name="T66" fmla="*/ 0 w 221"/>
                <a:gd name="T67" fmla="*/ 2147483646 h 348"/>
                <a:gd name="T68" fmla="*/ 2147483646 w 221"/>
                <a:gd name="T69" fmla="*/ 2147483646 h 348"/>
                <a:gd name="T70" fmla="*/ 2147483646 w 221"/>
                <a:gd name="T71" fmla="*/ 2147483646 h 348"/>
                <a:gd name="T72" fmla="*/ 2147483646 w 221"/>
                <a:gd name="T73" fmla="*/ 2147483646 h 348"/>
                <a:gd name="T74" fmla="*/ 2147483646 w 221"/>
                <a:gd name="T75" fmla="*/ 2147483646 h 348"/>
                <a:gd name="T76" fmla="*/ 2147483646 w 221"/>
                <a:gd name="T77" fmla="*/ 2147483646 h 348"/>
                <a:gd name="T78" fmla="*/ 2147483646 w 221"/>
                <a:gd name="T79" fmla="*/ 2147483646 h 348"/>
                <a:gd name="T80" fmla="*/ 2147483646 w 221"/>
                <a:gd name="T81" fmla="*/ 2147483646 h 348"/>
                <a:gd name="T82" fmla="*/ 2147483646 w 221"/>
                <a:gd name="T83" fmla="*/ 2147483646 h 348"/>
                <a:gd name="T84" fmla="*/ 2147483646 w 221"/>
                <a:gd name="T85" fmla="*/ 2147483646 h 348"/>
                <a:gd name="T86" fmla="*/ 2147483646 w 221"/>
                <a:gd name="T87" fmla="*/ 2147483646 h 348"/>
                <a:gd name="T88" fmla="*/ 2147483646 w 221"/>
                <a:gd name="T89" fmla="*/ 2147483646 h 348"/>
                <a:gd name="T90" fmla="*/ 2147483646 w 221"/>
                <a:gd name="T91" fmla="*/ 2147483646 h 348"/>
                <a:gd name="T92" fmla="*/ 2147483646 w 221"/>
                <a:gd name="T93" fmla="*/ 2147483646 h 348"/>
                <a:gd name="T94" fmla="*/ 2147483646 w 221"/>
                <a:gd name="T95" fmla="*/ 2147483646 h 348"/>
                <a:gd name="T96" fmla="*/ 2147483646 w 221"/>
                <a:gd name="T97" fmla="*/ 2147483646 h 348"/>
                <a:gd name="T98" fmla="*/ 2147483646 w 221"/>
                <a:gd name="T99" fmla="*/ 2147483646 h 348"/>
                <a:gd name="T100" fmla="*/ 2147483646 w 221"/>
                <a:gd name="T101" fmla="*/ 2147483646 h 348"/>
                <a:gd name="T102" fmla="*/ 2147483646 w 221"/>
                <a:gd name="T103" fmla="*/ 2147483646 h 348"/>
                <a:gd name="T104" fmla="*/ 2147483646 w 221"/>
                <a:gd name="T105" fmla="*/ 2147483646 h 348"/>
                <a:gd name="T106" fmla="*/ 2147483646 w 221"/>
                <a:gd name="T107" fmla="*/ 2147483646 h 348"/>
                <a:gd name="T108" fmla="*/ 2147483646 w 221"/>
                <a:gd name="T109" fmla="*/ 2147483646 h 348"/>
                <a:gd name="T110" fmla="*/ 2147483646 w 221"/>
                <a:gd name="T111" fmla="*/ 2147483646 h 348"/>
                <a:gd name="T112" fmla="*/ 2147483646 w 221"/>
                <a:gd name="T113" fmla="*/ 2147483646 h 348"/>
                <a:gd name="T114" fmla="*/ 2147483646 w 221"/>
                <a:gd name="T115" fmla="*/ 2147483646 h 348"/>
                <a:gd name="T116" fmla="*/ 2147483646 w 221"/>
                <a:gd name="T117" fmla="*/ 2147483646 h 348"/>
                <a:gd name="T118" fmla="*/ 2147483646 w 221"/>
                <a:gd name="T119" fmla="*/ 0 h 348"/>
                <a:gd name="T120" fmla="*/ 2147483646 w 221"/>
                <a:gd name="T121" fmla="*/ 2147483646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9" name="Freeform 62"/>
            <p:cNvSpPr>
              <a:spLocks/>
            </p:cNvSpPr>
            <p:nvPr/>
          </p:nvSpPr>
          <p:spPr bwMode="auto">
            <a:xfrm>
              <a:off x="3584575" y="4765675"/>
              <a:ext cx="79375" cy="165100"/>
            </a:xfrm>
            <a:custGeom>
              <a:avLst/>
              <a:gdLst>
                <a:gd name="T0" fmla="*/ 2147483646 w 258"/>
                <a:gd name="T1" fmla="*/ 2147483646 h 614"/>
                <a:gd name="T2" fmla="*/ 2147483646 w 258"/>
                <a:gd name="T3" fmla="*/ 2147483646 h 614"/>
                <a:gd name="T4" fmla="*/ 2147483646 w 258"/>
                <a:gd name="T5" fmla="*/ 2147483646 h 614"/>
                <a:gd name="T6" fmla="*/ 2147483646 w 258"/>
                <a:gd name="T7" fmla="*/ 2147483646 h 614"/>
                <a:gd name="T8" fmla="*/ 2147483646 w 258"/>
                <a:gd name="T9" fmla="*/ 2147483646 h 614"/>
                <a:gd name="T10" fmla="*/ 2147483646 w 258"/>
                <a:gd name="T11" fmla="*/ 2147483646 h 614"/>
                <a:gd name="T12" fmla="*/ 2147483646 w 258"/>
                <a:gd name="T13" fmla="*/ 2147483646 h 614"/>
                <a:gd name="T14" fmla="*/ 2147483646 w 258"/>
                <a:gd name="T15" fmla="*/ 2147483646 h 614"/>
                <a:gd name="T16" fmla="*/ 2147483646 w 258"/>
                <a:gd name="T17" fmla="*/ 2147483646 h 614"/>
                <a:gd name="T18" fmla="*/ 2147483646 w 258"/>
                <a:gd name="T19" fmla="*/ 2147483646 h 614"/>
                <a:gd name="T20" fmla="*/ 2147483646 w 258"/>
                <a:gd name="T21" fmla="*/ 2147483646 h 614"/>
                <a:gd name="T22" fmla="*/ 2147483646 w 258"/>
                <a:gd name="T23" fmla="*/ 2147483646 h 614"/>
                <a:gd name="T24" fmla="*/ 2147483646 w 258"/>
                <a:gd name="T25" fmla="*/ 2147483646 h 614"/>
                <a:gd name="T26" fmla="*/ 2147483646 w 258"/>
                <a:gd name="T27" fmla="*/ 2147483646 h 614"/>
                <a:gd name="T28" fmla="*/ 2147483646 w 258"/>
                <a:gd name="T29" fmla="*/ 2147483646 h 614"/>
                <a:gd name="T30" fmla="*/ 0 w 258"/>
                <a:gd name="T31" fmla="*/ 2147483646 h 614"/>
                <a:gd name="T32" fmla="*/ 0 w 258"/>
                <a:gd name="T33" fmla="*/ 2147483646 h 614"/>
                <a:gd name="T34" fmla="*/ 0 w 258"/>
                <a:gd name="T35" fmla="*/ 2147483646 h 614"/>
                <a:gd name="T36" fmla="*/ 0 w 258"/>
                <a:gd name="T37" fmla="*/ 2147483646 h 614"/>
                <a:gd name="T38" fmla="*/ 2147483646 w 258"/>
                <a:gd name="T39" fmla="*/ 2147483646 h 614"/>
                <a:gd name="T40" fmla="*/ 2147483646 w 258"/>
                <a:gd name="T41" fmla="*/ 2147483646 h 614"/>
                <a:gd name="T42" fmla="*/ 2147483646 w 258"/>
                <a:gd name="T43" fmla="*/ 2147483646 h 614"/>
                <a:gd name="T44" fmla="*/ 2147483646 w 258"/>
                <a:gd name="T45" fmla="*/ 2147483646 h 614"/>
                <a:gd name="T46" fmla="*/ 2147483646 w 258"/>
                <a:gd name="T47" fmla="*/ 2147483646 h 614"/>
                <a:gd name="T48" fmla="*/ 2147483646 w 258"/>
                <a:gd name="T49" fmla="*/ 2147483646 h 614"/>
                <a:gd name="T50" fmla="*/ 2147483646 w 258"/>
                <a:gd name="T51" fmla="*/ 2147483646 h 614"/>
                <a:gd name="T52" fmla="*/ 2147483646 w 258"/>
                <a:gd name="T53" fmla="*/ 2147483646 h 614"/>
                <a:gd name="T54" fmla="*/ 2147483646 w 258"/>
                <a:gd name="T55" fmla="*/ 2147483646 h 614"/>
                <a:gd name="T56" fmla="*/ 2147483646 w 258"/>
                <a:gd name="T57" fmla="*/ 2147483646 h 614"/>
                <a:gd name="T58" fmla="*/ 2147483646 w 258"/>
                <a:gd name="T59" fmla="*/ 2147483646 h 614"/>
                <a:gd name="T60" fmla="*/ 2147483646 w 258"/>
                <a:gd name="T61" fmla="*/ 2147483646 h 614"/>
                <a:gd name="T62" fmla="*/ 2147483646 w 258"/>
                <a:gd name="T63" fmla="*/ 2147483646 h 614"/>
                <a:gd name="T64" fmla="*/ 2147483646 w 258"/>
                <a:gd name="T65" fmla="*/ 2147483646 h 614"/>
                <a:gd name="T66" fmla="*/ 2147483646 w 258"/>
                <a:gd name="T67" fmla="*/ 2147483646 h 614"/>
                <a:gd name="T68" fmla="*/ 2147483646 w 258"/>
                <a:gd name="T69" fmla="*/ 2147483646 h 614"/>
                <a:gd name="T70" fmla="*/ 2147483646 w 258"/>
                <a:gd name="T71" fmla="*/ 2147483646 h 614"/>
                <a:gd name="T72" fmla="*/ 2147483646 w 258"/>
                <a:gd name="T73" fmla="*/ 2147483646 h 614"/>
                <a:gd name="T74" fmla="*/ 2147483646 w 258"/>
                <a:gd name="T75" fmla="*/ 2147483646 h 614"/>
                <a:gd name="T76" fmla="*/ 2147483646 w 258"/>
                <a:gd name="T77" fmla="*/ 2147483646 h 614"/>
                <a:gd name="T78" fmla="*/ 2147483646 w 258"/>
                <a:gd name="T79" fmla="*/ 2147483646 h 614"/>
                <a:gd name="T80" fmla="*/ 2147483646 w 258"/>
                <a:gd name="T81" fmla="*/ 2147483646 h 614"/>
                <a:gd name="T82" fmla="*/ 2147483646 w 258"/>
                <a:gd name="T83" fmla="*/ 2147483646 h 614"/>
                <a:gd name="T84" fmla="*/ 2147483646 w 258"/>
                <a:gd name="T85" fmla="*/ 2147483646 h 614"/>
                <a:gd name="T86" fmla="*/ 2147483646 w 258"/>
                <a:gd name="T87" fmla="*/ 2147483646 h 614"/>
                <a:gd name="T88" fmla="*/ 2147483646 w 258"/>
                <a:gd name="T89" fmla="*/ 2147483646 h 614"/>
                <a:gd name="T90" fmla="*/ 2147483646 w 258"/>
                <a:gd name="T91" fmla="*/ 2147483646 h 614"/>
                <a:gd name="T92" fmla="*/ 2147483646 w 258"/>
                <a:gd name="T93" fmla="*/ 2147483646 h 614"/>
                <a:gd name="T94" fmla="*/ 2147483646 w 258"/>
                <a:gd name="T95" fmla="*/ 2147483646 h 614"/>
                <a:gd name="T96" fmla="*/ 2147483646 w 258"/>
                <a:gd name="T97" fmla="*/ 2147483646 h 614"/>
                <a:gd name="T98" fmla="*/ 2147483646 w 258"/>
                <a:gd name="T99" fmla="*/ 2147483646 h 614"/>
                <a:gd name="T100" fmla="*/ 2147483646 w 258"/>
                <a:gd name="T101" fmla="*/ 2147483646 h 614"/>
                <a:gd name="T102" fmla="*/ 2147483646 w 258"/>
                <a:gd name="T103" fmla="*/ 2147483646 h 614"/>
                <a:gd name="T104" fmla="*/ 2147483646 w 258"/>
                <a:gd name="T105" fmla="*/ 2147483646 h 614"/>
                <a:gd name="T106" fmla="*/ 2147483646 w 258"/>
                <a:gd name="T107" fmla="*/ 2147483646 h 614"/>
                <a:gd name="T108" fmla="*/ 2147483646 w 258"/>
                <a:gd name="T109" fmla="*/ 2147483646 h 614"/>
                <a:gd name="T110" fmla="*/ 2147483646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0" name="Freeform 63"/>
            <p:cNvSpPr>
              <a:spLocks/>
            </p:cNvSpPr>
            <p:nvPr/>
          </p:nvSpPr>
          <p:spPr bwMode="auto">
            <a:xfrm>
              <a:off x="3490913" y="4810125"/>
              <a:ext cx="92075" cy="195263"/>
            </a:xfrm>
            <a:custGeom>
              <a:avLst/>
              <a:gdLst>
                <a:gd name="T0" fmla="*/ 2147483646 w 294"/>
                <a:gd name="T1" fmla="*/ 0 h 719"/>
                <a:gd name="T2" fmla="*/ 2147483646 w 294"/>
                <a:gd name="T3" fmla="*/ 0 h 719"/>
                <a:gd name="T4" fmla="*/ 2147483646 w 294"/>
                <a:gd name="T5" fmla="*/ 0 h 719"/>
                <a:gd name="T6" fmla="*/ 2147483646 w 294"/>
                <a:gd name="T7" fmla="*/ 0 h 719"/>
                <a:gd name="T8" fmla="*/ 2147483646 w 294"/>
                <a:gd name="T9" fmla="*/ 2147483646 h 719"/>
                <a:gd name="T10" fmla="*/ 2147483646 w 294"/>
                <a:gd name="T11" fmla="*/ 2147483646 h 719"/>
                <a:gd name="T12" fmla="*/ 2147483646 w 294"/>
                <a:gd name="T13" fmla="*/ 2147483646 h 719"/>
                <a:gd name="T14" fmla="*/ 2147483646 w 294"/>
                <a:gd name="T15" fmla="*/ 2147483646 h 719"/>
                <a:gd name="T16" fmla="*/ 2147483646 w 294"/>
                <a:gd name="T17" fmla="*/ 2147483646 h 719"/>
                <a:gd name="T18" fmla="*/ 2147483646 w 294"/>
                <a:gd name="T19" fmla="*/ 2147483646 h 719"/>
                <a:gd name="T20" fmla="*/ 2147483646 w 294"/>
                <a:gd name="T21" fmla="*/ 2147483646 h 719"/>
                <a:gd name="T22" fmla="*/ 2147483646 w 294"/>
                <a:gd name="T23" fmla="*/ 2147483646 h 719"/>
                <a:gd name="T24" fmla="*/ 2147483646 w 294"/>
                <a:gd name="T25" fmla="*/ 2147483646 h 719"/>
                <a:gd name="T26" fmla="*/ 2147483646 w 294"/>
                <a:gd name="T27" fmla="*/ 2147483646 h 719"/>
                <a:gd name="T28" fmla="*/ 2147483646 w 294"/>
                <a:gd name="T29" fmla="*/ 2147483646 h 719"/>
                <a:gd name="T30" fmla="*/ 2147483646 w 294"/>
                <a:gd name="T31" fmla="*/ 2147483646 h 719"/>
                <a:gd name="T32" fmla="*/ 2147483646 w 294"/>
                <a:gd name="T33" fmla="*/ 2147483646 h 719"/>
                <a:gd name="T34" fmla="*/ 2147483646 w 294"/>
                <a:gd name="T35" fmla="*/ 2147483646 h 719"/>
                <a:gd name="T36" fmla="*/ 0 w 294"/>
                <a:gd name="T37" fmla="*/ 2147483646 h 719"/>
                <a:gd name="T38" fmla="*/ 0 w 294"/>
                <a:gd name="T39" fmla="*/ 2147483646 h 719"/>
                <a:gd name="T40" fmla="*/ 0 w 294"/>
                <a:gd name="T41" fmla="*/ 2147483646 h 719"/>
                <a:gd name="T42" fmla="*/ 0 w 294"/>
                <a:gd name="T43" fmla="*/ 2147483646 h 719"/>
                <a:gd name="T44" fmla="*/ 2147483646 w 294"/>
                <a:gd name="T45" fmla="*/ 2147483646 h 719"/>
                <a:gd name="T46" fmla="*/ 2147483646 w 294"/>
                <a:gd name="T47" fmla="*/ 2147483646 h 719"/>
                <a:gd name="T48" fmla="*/ 2147483646 w 294"/>
                <a:gd name="T49" fmla="*/ 2147483646 h 719"/>
                <a:gd name="T50" fmla="*/ 2147483646 w 294"/>
                <a:gd name="T51" fmla="*/ 2147483646 h 719"/>
                <a:gd name="T52" fmla="*/ 2147483646 w 294"/>
                <a:gd name="T53" fmla="*/ 2147483646 h 719"/>
                <a:gd name="T54" fmla="*/ 2147483646 w 294"/>
                <a:gd name="T55" fmla="*/ 2147483646 h 719"/>
                <a:gd name="T56" fmla="*/ 2147483646 w 294"/>
                <a:gd name="T57" fmla="*/ 2147483646 h 719"/>
                <a:gd name="T58" fmla="*/ 2147483646 w 294"/>
                <a:gd name="T59" fmla="*/ 2147483646 h 719"/>
                <a:gd name="T60" fmla="*/ 2147483646 w 294"/>
                <a:gd name="T61" fmla="*/ 2147483646 h 719"/>
                <a:gd name="T62" fmla="*/ 2147483646 w 294"/>
                <a:gd name="T63" fmla="*/ 2147483646 h 719"/>
                <a:gd name="T64" fmla="*/ 2147483646 w 294"/>
                <a:gd name="T65" fmla="*/ 2147483646 h 719"/>
                <a:gd name="T66" fmla="*/ 2147483646 w 294"/>
                <a:gd name="T67" fmla="*/ 2147483646 h 719"/>
                <a:gd name="T68" fmla="*/ 2147483646 w 294"/>
                <a:gd name="T69" fmla="*/ 2147483646 h 719"/>
                <a:gd name="T70" fmla="*/ 2147483646 w 294"/>
                <a:gd name="T71" fmla="*/ 2147483646 h 719"/>
                <a:gd name="T72" fmla="*/ 2147483646 w 294"/>
                <a:gd name="T73" fmla="*/ 2147483646 h 719"/>
                <a:gd name="T74" fmla="*/ 2147483646 w 294"/>
                <a:gd name="T75" fmla="*/ 2147483646 h 719"/>
                <a:gd name="T76" fmla="*/ 2147483646 w 294"/>
                <a:gd name="T77" fmla="*/ 2147483646 h 719"/>
                <a:gd name="T78" fmla="*/ 2147483646 w 294"/>
                <a:gd name="T79" fmla="*/ 2147483646 h 719"/>
                <a:gd name="T80" fmla="*/ 2147483646 w 294"/>
                <a:gd name="T81" fmla="*/ 2147483646 h 719"/>
                <a:gd name="T82" fmla="*/ 2147483646 w 294"/>
                <a:gd name="T83" fmla="*/ 2147483646 h 719"/>
                <a:gd name="T84" fmla="*/ 2147483646 w 294"/>
                <a:gd name="T85" fmla="*/ 2147483646 h 719"/>
                <a:gd name="T86" fmla="*/ 2147483646 w 294"/>
                <a:gd name="T87" fmla="*/ 2147483646 h 719"/>
                <a:gd name="T88" fmla="*/ 2147483646 w 294"/>
                <a:gd name="T89" fmla="*/ 2147483646 h 719"/>
                <a:gd name="T90" fmla="*/ 2147483646 w 294"/>
                <a:gd name="T91" fmla="*/ 2147483646 h 719"/>
                <a:gd name="T92" fmla="*/ 2147483646 w 294"/>
                <a:gd name="T93" fmla="*/ 2147483646 h 719"/>
                <a:gd name="T94" fmla="*/ 2147483646 w 294"/>
                <a:gd name="T95" fmla="*/ 2147483646 h 719"/>
                <a:gd name="T96" fmla="*/ 2147483646 w 294"/>
                <a:gd name="T97" fmla="*/ 2147483646 h 719"/>
                <a:gd name="T98" fmla="*/ 2147483646 w 294"/>
                <a:gd name="T99" fmla="*/ 2147483646 h 719"/>
                <a:gd name="T100" fmla="*/ 2147483646 w 294"/>
                <a:gd name="T101" fmla="*/ 2147483646 h 719"/>
                <a:gd name="T102" fmla="*/ 2147483646 w 294"/>
                <a:gd name="T103" fmla="*/ 2147483646 h 719"/>
                <a:gd name="T104" fmla="*/ 2147483646 w 294"/>
                <a:gd name="T105" fmla="*/ 2147483646 h 719"/>
                <a:gd name="T106" fmla="*/ 2147483646 w 294"/>
                <a:gd name="T107" fmla="*/ 2147483646 h 719"/>
                <a:gd name="T108" fmla="*/ 2147483646 w 294"/>
                <a:gd name="T109" fmla="*/ 2147483646 h 719"/>
                <a:gd name="T110" fmla="*/ 2147483646 w 294"/>
                <a:gd name="T111" fmla="*/ 2147483646 h 719"/>
                <a:gd name="T112" fmla="*/ 2147483646 w 294"/>
                <a:gd name="T113" fmla="*/ 2147483646 h 719"/>
                <a:gd name="T114" fmla="*/ 2147483646 w 294"/>
                <a:gd name="T115" fmla="*/ 2147483646 h 719"/>
                <a:gd name="T116" fmla="*/ 2147483646 w 294"/>
                <a:gd name="T117" fmla="*/ 2147483646 h 719"/>
                <a:gd name="T118" fmla="*/ 2147483646 w 294"/>
                <a:gd name="T119" fmla="*/ 2147483646 h 719"/>
                <a:gd name="T120" fmla="*/ 2147483646 w 294"/>
                <a:gd name="T121" fmla="*/ 2147483646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1" name="Freeform 64"/>
            <p:cNvSpPr>
              <a:spLocks/>
            </p:cNvSpPr>
            <p:nvPr/>
          </p:nvSpPr>
          <p:spPr bwMode="auto">
            <a:xfrm>
              <a:off x="3429000" y="4856163"/>
              <a:ext cx="138113" cy="260350"/>
            </a:xfrm>
            <a:custGeom>
              <a:avLst/>
              <a:gdLst>
                <a:gd name="T0" fmla="*/ 2147483646 w 451"/>
                <a:gd name="T1" fmla="*/ 2147483646 h 957"/>
                <a:gd name="T2" fmla="*/ 2147483646 w 451"/>
                <a:gd name="T3" fmla="*/ 2147483646 h 957"/>
                <a:gd name="T4" fmla="*/ 2147483646 w 451"/>
                <a:gd name="T5" fmla="*/ 2147483646 h 957"/>
                <a:gd name="T6" fmla="*/ 2147483646 w 451"/>
                <a:gd name="T7" fmla="*/ 2147483646 h 957"/>
                <a:gd name="T8" fmla="*/ 2147483646 w 451"/>
                <a:gd name="T9" fmla="*/ 2147483646 h 957"/>
                <a:gd name="T10" fmla="*/ 2147483646 w 451"/>
                <a:gd name="T11" fmla="*/ 2147483646 h 957"/>
                <a:gd name="T12" fmla="*/ 2147483646 w 451"/>
                <a:gd name="T13" fmla="*/ 2147483646 h 957"/>
                <a:gd name="T14" fmla="*/ 2147483646 w 451"/>
                <a:gd name="T15" fmla="*/ 2147483646 h 957"/>
                <a:gd name="T16" fmla="*/ 0 w 451"/>
                <a:gd name="T17" fmla="*/ 2147483646 h 957"/>
                <a:gd name="T18" fmla="*/ 0 w 451"/>
                <a:gd name="T19" fmla="*/ 2147483646 h 957"/>
                <a:gd name="T20" fmla="*/ 0 w 451"/>
                <a:gd name="T21" fmla="*/ 2147483646 h 957"/>
                <a:gd name="T22" fmla="*/ 0 w 451"/>
                <a:gd name="T23" fmla="*/ 2147483646 h 957"/>
                <a:gd name="T24" fmla="*/ 2147483646 w 451"/>
                <a:gd name="T25" fmla="*/ 2147483646 h 957"/>
                <a:gd name="T26" fmla="*/ 2147483646 w 451"/>
                <a:gd name="T27" fmla="*/ 2147483646 h 957"/>
                <a:gd name="T28" fmla="*/ 2147483646 w 451"/>
                <a:gd name="T29" fmla="*/ 2147483646 h 957"/>
                <a:gd name="T30" fmla="*/ 2147483646 w 451"/>
                <a:gd name="T31" fmla="*/ 2147483646 h 957"/>
                <a:gd name="T32" fmla="*/ 2147483646 w 451"/>
                <a:gd name="T33" fmla="*/ 2147483646 h 957"/>
                <a:gd name="T34" fmla="*/ 2147483646 w 451"/>
                <a:gd name="T35" fmla="*/ 2147483646 h 957"/>
                <a:gd name="T36" fmla="*/ 2147483646 w 451"/>
                <a:gd name="T37" fmla="*/ 2147483646 h 957"/>
                <a:gd name="T38" fmla="*/ 2147483646 w 451"/>
                <a:gd name="T39" fmla="*/ 2147483646 h 957"/>
                <a:gd name="T40" fmla="*/ 2147483646 w 451"/>
                <a:gd name="T41" fmla="*/ 2147483646 h 957"/>
                <a:gd name="T42" fmla="*/ 2147483646 w 451"/>
                <a:gd name="T43" fmla="*/ 2147483646 h 957"/>
                <a:gd name="T44" fmla="*/ 2147483646 w 451"/>
                <a:gd name="T45" fmla="*/ 2147483646 h 957"/>
                <a:gd name="T46" fmla="*/ 2147483646 w 451"/>
                <a:gd name="T47" fmla="*/ 2147483646 h 957"/>
                <a:gd name="T48" fmla="*/ 2147483646 w 451"/>
                <a:gd name="T49" fmla="*/ 2147483646 h 957"/>
                <a:gd name="T50" fmla="*/ 2147483646 w 451"/>
                <a:gd name="T51" fmla="*/ 2147483646 h 957"/>
                <a:gd name="T52" fmla="*/ 2147483646 w 451"/>
                <a:gd name="T53" fmla="*/ 2147483646 h 957"/>
                <a:gd name="T54" fmla="*/ 2147483646 w 451"/>
                <a:gd name="T55" fmla="*/ 2147483646 h 957"/>
                <a:gd name="T56" fmla="*/ 2147483646 w 451"/>
                <a:gd name="T57" fmla="*/ 2147483646 h 957"/>
                <a:gd name="T58" fmla="*/ 2147483646 w 451"/>
                <a:gd name="T59" fmla="*/ 2147483646 h 957"/>
                <a:gd name="T60" fmla="*/ 2147483646 w 451"/>
                <a:gd name="T61" fmla="*/ 2147483646 h 957"/>
                <a:gd name="T62" fmla="*/ 2147483646 w 451"/>
                <a:gd name="T63" fmla="*/ 2147483646 h 957"/>
                <a:gd name="T64" fmla="*/ 2147483646 w 451"/>
                <a:gd name="T65" fmla="*/ 2147483646 h 957"/>
                <a:gd name="T66" fmla="*/ 2147483646 w 451"/>
                <a:gd name="T67" fmla="*/ 2147483646 h 957"/>
                <a:gd name="T68" fmla="*/ 2147483646 w 451"/>
                <a:gd name="T69" fmla="*/ 2147483646 h 957"/>
                <a:gd name="T70" fmla="*/ 2147483646 w 451"/>
                <a:gd name="T71" fmla="*/ 2147483646 h 957"/>
                <a:gd name="T72" fmla="*/ 2147483646 w 451"/>
                <a:gd name="T73" fmla="*/ 2147483646 h 957"/>
                <a:gd name="T74" fmla="*/ 2147483646 w 451"/>
                <a:gd name="T75" fmla="*/ 2147483646 h 957"/>
                <a:gd name="T76" fmla="*/ 2147483646 w 451"/>
                <a:gd name="T77" fmla="*/ 2147483646 h 957"/>
                <a:gd name="T78" fmla="*/ 2147483646 w 451"/>
                <a:gd name="T79" fmla="*/ 2147483646 h 957"/>
                <a:gd name="T80" fmla="*/ 2147483646 w 451"/>
                <a:gd name="T81" fmla="*/ 2147483646 h 957"/>
                <a:gd name="T82" fmla="*/ 2147483646 w 451"/>
                <a:gd name="T83" fmla="*/ 2147483646 h 957"/>
                <a:gd name="T84" fmla="*/ 2147483646 w 451"/>
                <a:gd name="T85" fmla="*/ 2147483646 h 957"/>
                <a:gd name="T86" fmla="*/ 2147483646 w 451"/>
                <a:gd name="T87" fmla="*/ 2147483646 h 957"/>
                <a:gd name="T88" fmla="*/ 2147483646 w 451"/>
                <a:gd name="T89" fmla="*/ 2147483646 h 957"/>
                <a:gd name="T90" fmla="*/ 2147483646 w 451"/>
                <a:gd name="T91" fmla="*/ 2147483646 h 957"/>
                <a:gd name="T92" fmla="*/ 2147483646 w 451"/>
                <a:gd name="T93" fmla="*/ 2147483646 h 957"/>
                <a:gd name="T94" fmla="*/ 2147483646 w 451"/>
                <a:gd name="T95" fmla="*/ 2147483646 h 957"/>
                <a:gd name="T96" fmla="*/ 2147483646 w 451"/>
                <a:gd name="T97" fmla="*/ 2147483646 h 957"/>
                <a:gd name="T98" fmla="*/ 2147483646 w 451"/>
                <a:gd name="T99" fmla="*/ 2147483646 h 957"/>
                <a:gd name="T100" fmla="*/ 2147483646 w 451"/>
                <a:gd name="T101" fmla="*/ 2147483646 h 957"/>
                <a:gd name="T102" fmla="*/ 2147483646 w 451"/>
                <a:gd name="T103" fmla="*/ 2147483646 h 957"/>
                <a:gd name="T104" fmla="*/ 2147483646 w 451"/>
                <a:gd name="T105" fmla="*/ 2147483646 h 957"/>
                <a:gd name="T106" fmla="*/ 2147483646 w 451"/>
                <a:gd name="T107" fmla="*/ 2147483646 h 957"/>
                <a:gd name="T108" fmla="*/ 2147483646 w 451"/>
                <a:gd name="T109" fmla="*/ 2147483646 h 957"/>
                <a:gd name="T110" fmla="*/ 2147483646 w 451"/>
                <a:gd name="T111" fmla="*/ 2147483646 h 957"/>
                <a:gd name="T112" fmla="*/ 2147483646 w 451"/>
                <a:gd name="T113" fmla="*/ 2147483646 h 957"/>
                <a:gd name="T114" fmla="*/ 2147483646 w 451"/>
                <a:gd name="T115" fmla="*/ 2147483646 h 957"/>
                <a:gd name="T116" fmla="*/ 2147483646 w 451"/>
                <a:gd name="T117" fmla="*/ 2147483646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2" name="Freeform 65">
              <a:extLst>
                <a:ext uri="{FF2B5EF4-FFF2-40B4-BE49-F238E27FC236}">
                  <a16:creationId xmlns:a16="http://schemas.microsoft.com/office/drawing/2014/main" id="{F117E271-216F-48AE-923B-31959E5B395F}"/>
                </a:ext>
              </a:extLst>
            </p:cNvPr>
            <p:cNvSpPr>
              <a:spLocks/>
            </p:cNvSpPr>
            <p:nvPr/>
          </p:nvSpPr>
          <p:spPr bwMode="auto">
            <a:xfrm>
              <a:off x="3352800" y="4652963"/>
              <a:ext cx="417513" cy="504825"/>
            </a:xfrm>
            <a:custGeom>
              <a:avLst/>
              <a:gdLst>
                <a:gd name="T0" fmla="*/ 2147483647 w 1350"/>
                <a:gd name="T1" fmla="*/ 177765983 h 1868"/>
                <a:gd name="T2" fmla="*/ 2147483647 w 1350"/>
                <a:gd name="T3" fmla="*/ 375324182 h 1868"/>
                <a:gd name="T4" fmla="*/ 2147483647 w 1350"/>
                <a:gd name="T5" fmla="*/ 513578634 h 1868"/>
                <a:gd name="T6" fmla="*/ 2147483647 w 1350"/>
                <a:gd name="T7" fmla="*/ 572809482 h 1868"/>
                <a:gd name="T8" fmla="*/ 2147483647 w 1350"/>
                <a:gd name="T9" fmla="*/ 612320946 h 1868"/>
                <a:gd name="T10" fmla="*/ 2147483647 w 1350"/>
                <a:gd name="T11" fmla="*/ 829598866 h 1868"/>
                <a:gd name="T12" fmla="*/ 2147483647 w 1350"/>
                <a:gd name="T13" fmla="*/ 908621794 h 1868"/>
                <a:gd name="T14" fmla="*/ 2147483647 w 1350"/>
                <a:gd name="T15" fmla="*/ 849317844 h 1868"/>
                <a:gd name="T16" fmla="*/ 2147483647 w 1350"/>
                <a:gd name="T17" fmla="*/ 1046876246 h 1868"/>
                <a:gd name="T18" fmla="*/ 2066744889 w 1350"/>
                <a:gd name="T19" fmla="*/ 1224641892 h 1868"/>
                <a:gd name="T20" fmla="*/ 1771482277 w 1350"/>
                <a:gd name="T21" fmla="*/ 1343177365 h 1868"/>
                <a:gd name="T22" fmla="*/ 1446663466 w 1350"/>
                <a:gd name="T23" fmla="*/ 1343177365 h 1868"/>
                <a:gd name="T24" fmla="*/ 1210511085 w 1350"/>
                <a:gd name="T25" fmla="*/ 1540662259 h 1868"/>
                <a:gd name="T26" fmla="*/ 885693511 w 1350"/>
                <a:gd name="T27" fmla="*/ 1757940179 h 1868"/>
                <a:gd name="T28" fmla="*/ 649540203 w 1350"/>
                <a:gd name="T29" fmla="*/ 1975217019 h 1868"/>
                <a:gd name="T30" fmla="*/ 531416076 w 1350"/>
                <a:gd name="T31" fmla="*/ 2147483647 h 1868"/>
                <a:gd name="T32" fmla="*/ 206693679 w 1350"/>
                <a:gd name="T33" fmla="*/ 2147483647 h 1868"/>
                <a:gd name="T34" fmla="*/ 147583718 w 1350"/>
                <a:gd name="T35" fmla="*/ 2147483647 h 1868"/>
                <a:gd name="T36" fmla="*/ 88569359 w 1350"/>
                <a:gd name="T37" fmla="*/ 2147483647 h 1868"/>
                <a:gd name="T38" fmla="*/ 88569359 w 1350"/>
                <a:gd name="T39" fmla="*/ 2147483647 h 1868"/>
                <a:gd name="T40" fmla="*/ 147583718 w 1350"/>
                <a:gd name="T41" fmla="*/ 2147483647 h 1868"/>
                <a:gd name="T42" fmla="*/ 0 w 1350"/>
                <a:gd name="T43" fmla="*/ 2147483647 h 1868"/>
                <a:gd name="T44" fmla="*/ 29554971 w 1350"/>
                <a:gd name="T45" fmla="*/ 2147483647 h 1868"/>
                <a:gd name="T46" fmla="*/ 147583718 w 1350"/>
                <a:gd name="T47" fmla="*/ 2147483647 h 1868"/>
                <a:gd name="T48" fmla="*/ 324722474 w 1350"/>
                <a:gd name="T49" fmla="*/ 2147483647 h 1868"/>
                <a:gd name="T50" fmla="*/ 590525998 w 1350"/>
                <a:gd name="T51" fmla="*/ 2147483647 h 1868"/>
                <a:gd name="T52" fmla="*/ 619985396 w 1350"/>
                <a:gd name="T53" fmla="*/ 2147483647 h 1868"/>
                <a:gd name="T54" fmla="*/ 915248472 w 1350"/>
                <a:gd name="T55" fmla="*/ 2147483647 h 1868"/>
                <a:gd name="T56" fmla="*/ 1299080405 w 1350"/>
                <a:gd name="T57" fmla="*/ 2147483647 h 1868"/>
                <a:gd name="T58" fmla="*/ 1712372354 w 1350"/>
                <a:gd name="T59" fmla="*/ 2147483647 h 1868"/>
                <a:gd name="T60" fmla="*/ 2096204596 w 1350"/>
                <a:gd name="T61" fmla="*/ 2147483647 h 1868"/>
                <a:gd name="T62" fmla="*/ 2147483647 w 1350"/>
                <a:gd name="T63" fmla="*/ 2147483647 h 1868"/>
                <a:gd name="T64" fmla="*/ 2147483647 w 1350"/>
                <a:gd name="T65" fmla="*/ 2147483647 h 1868"/>
                <a:gd name="T66" fmla="*/ 2125759557 w 1350"/>
                <a:gd name="T67" fmla="*/ 2147483647 h 1868"/>
                <a:gd name="T68" fmla="*/ 1801037238 w 1350"/>
                <a:gd name="T69" fmla="*/ 2147483647 h 1868"/>
                <a:gd name="T70" fmla="*/ 1476219664 w 1350"/>
                <a:gd name="T71" fmla="*/ 2147483647 h 1868"/>
                <a:gd name="T72" fmla="*/ 1180956124 w 1350"/>
                <a:gd name="T73" fmla="*/ 2147483647 h 1868"/>
                <a:gd name="T74" fmla="*/ 974262522 w 1350"/>
                <a:gd name="T75" fmla="*/ 2147483647 h 1868"/>
                <a:gd name="T76" fmla="*/ 797123882 w 1350"/>
                <a:gd name="T77" fmla="*/ 2147483647 h 1868"/>
                <a:gd name="T78" fmla="*/ 738109832 w 1350"/>
                <a:gd name="T79" fmla="*/ 2147483647 h 1868"/>
                <a:gd name="T80" fmla="*/ 708554871 w 1350"/>
                <a:gd name="T81" fmla="*/ 2147483647 h 1868"/>
                <a:gd name="T82" fmla="*/ 708554871 w 1350"/>
                <a:gd name="T83" fmla="*/ 2147483647 h 1868"/>
                <a:gd name="T84" fmla="*/ 354277435 w 1350"/>
                <a:gd name="T85" fmla="*/ 2147483647 h 1868"/>
                <a:gd name="T86" fmla="*/ 324722474 w 1350"/>
                <a:gd name="T87" fmla="*/ 2147483647 h 1868"/>
                <a:gd name="T88" fmla="*/ 324722474 w 1350"/>
                <a:gd name="T89" fmla="*/ 2147483647 h 1868"/>
                <a:gd name="T90" fmla="*/ 324722474 w 1350"/>
                <a:gd name="T91" fmla="*/ 2147483647 h 1868"/>
                <a:gd name="T92" fmla="*/ 590525998 w 1350"/>
                <a:gd name="T93" fmla="*/ 2147483647 h 1868"/>
                <a:gd name="T94" fmla="*/ 679095164 w 1350"/>
                <a:gd name="T95" fmla="*/ 2147483647 h 1868"/>
                <a:gd name="T96" fmla="*/ 885693511 w 1350"/>
                <a:gd name="T97" fmla="*/ 2034521509 h 1868"/>
                <a:gd name="T98" fmla="*/ 1121942074 w 1350"/>
                <a:gd name="T99" fmla="*/ 1777732125 h 1868"/>
                <a:gd name="T100" fmla="*/ 1328635367 w 1350"/>
                <a:gd name="T101" fmla="*/ 1580173723 h 1868"/>
                <a:gd name="T102" fmla="*/ 1564788056 w 1350"/>
                <a:gd name="T103" fmla="*/ 1520942740 h 1868"/>
                <a:gd name="T104" fmla="*/ 1860051906 w 1350"/>
                <a:gd name="T105" fmla="*/ 1501150795 h 1868"/>
                <a:gd name="T106" fmla="*/ 2147483647 w 1350"/>
                <a:gd name="T107" fmla="*/ 1362896884 h 1868"/>
                <a:gd name="T108" fmla="*/ 2147483647 w 1350"/>
                <a:gd name="T109" fmla="*/ 1145618963 h 1868"/>
                <a:gd name="T110" fmla="*/ 2147483647 w 1350"/>
                <a:gd name="T111" fmla="*/ 1046876246 h 1868"/>
                <a:gd name="T112" fmla="*/ 2147483647 w 1350"/>
                <a:gd name="T113" fmla="*/ 928341313 h 1868"/>
                <a:gd name="T114" fmla="*/ 2147483647 w 1350"/>
                <a:gd name="T115" fmla="*/ 750575397 h 1868"/>
                <a:gd name="T116" fmla="*/ 2147483647 w 1350"/>
                <a:gd name="T117" fmla="*/ 711063933 h 1868"/>
                <a:gd name="T118" fmla="*/ 2147483647 w 1350"/>
                <a:gd name="T119" fmla="*/ 592601968 h 1868"/>
                <a:gd name="T120" fmla="*/ 2147483647 w 1350"/>
                <a:gd name="T121" fmla="*/ 454274414 h 1868"/>
                <a:gd name="T122" fmla="*/ 2147483647 w 1350"/>
                <a:gd name="T123" fmla="*/ 25678918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3" name="Freeform 66"/>
            <p:cNvSpPr>
              <a:spLocks/>
            </p:cNvSpPr>
            <p:nvPr/>
          </p:nvSpPr>
          <p:spPr bwMode="auto">
            <a:xfrm>
              <a:off x="3584575" y="4659313"/>
              <a:ext cx="301625" cy="515937"/>
            </a:xfrm>
            <a:custGeom>
              <a:avLst/>
              <a:gdLst>
                <a:gd name="T0" fmla="*/ 2147483646 w 977"/>
                <a:gd name="T1" fmla="*/ 2147483646 h 1904"/>
                <a:gd name="T2" fmla="*/ 2147483646 w 977"/>
                <a:gd name="T3" fmla="*/ 2147483646 h 1904"/>
                <a:gd name="T4" fmla="*/ 2147483646 w 977"/>
                <a:gd name="T5" fmla="*/ 2147483646 h 1904"/>
                <a:gd name="T6" fmla="*/ 2147483646 w 977"/>
                <a:gd name="T7" fmla="*/ 2147483646 h 1904"/>
                <a:gd name="T8" fmla="*/ 2147483646 w 977"/>
                <a:gd name="T9" fmla="*/ 2147483646 h 1904"/>
                <a:gd name="T10" fmla="*/ 2147483646 w 977"/>
                <a:gd name="T11" fmla="*/ 2147483646 h 1904"/>
                <a:gd name="T12" fmla="*/ 2147483646 w 977"/>
                <a:gd name="T13" fmla="*/ 2147483646 h 1904"/>
                <a:gd name="T14" fmla="*/ 2147483646 w 977"/>
                <a:gd name="T15" fmla="*/ 2147483646 h 1904"/>
                <a:gd name="T16" fmla="*/ 2147483646 w 977"/>
                <a:gd name="T17" fmla="*/ 2147483646 h 1904"/>
                <a:gd name="T18" fmla="*/ 2147483646 w 977"/>
                <a:gd name="T19" fmla="*/ 2147483646 h 1904"/>
                <a:gd name="T20" fmla="*/ 2147483646 w 977"/>
                <a:gd name="T21" fmla="*/ 2147483646 h 1904"/>
                <a:gd name="T22" fmla="*/ 2147483646 w 977"/>
                <a:gd name="T23" fmla="*/ 2147483646 h 1904"/>
                <a:gd name="T24" fmla="*/ 2147483646 w 977"/>
                <a:gd name="T25" fmla="*/ 2147483646 h 1904"/>
                <a:gd name="T26" fmla="*/ 2147483646 w 977"/>
                <a:gd name="T27" fmla="*/ 2147483646 h 1904"/>
                <a:gd name="T28" fmla="*/ 2147483646 w 977"/>
                <a:gd name="T29" fmla="*/ 2147483646 h 1904"/>
                <a:gd name="T30" fmla="*/ 2147483646 w 977"/>
                <a:gd name="T31" fmla="*/ 2147483646 h 1904"/>
                <a:gd name="T32" fmla="*/ 2147483646 w 977"/>
                <a:gd name="T33" fmla="*/ 2147483646 h 1904"/>
                <a:gd name="T34" fmla="*/ 2147483646 w 977"/>
                <a:gd name="T35" fmla="*/ 2147483646 h 1904"/>
                <a:gd name="T36" fmla="*/ 2147483646 w 977"/>
                <a:gd name="T37" fmla="*/ 2147483646 h 1904"/>
                <a:gd name="T38" fmla="*/ 2147483646 w 977"/>
                <a:gd name="T39" fmla="*/ 2147483646 h 1904"/>
                <a:gd name="T40" fmla="*/ 2147483646 w 977"/>
                <a:gd name="T41" fmla="*/ 2147483646 h 1904"/>
                <a:gd name="T42" fmla="*/ 2147483646 w 977"/>
                <a:gd name="T43" fmla="*/ 2147483646 h 1904"/>
                <a:gd name="T44" fmla="*/ 2147483646 w 977"/>
                <a:gd name="T45" fmla="*/ 2147483646 h 1904"/>
                <a:gd name="T46" fmla="*/ 2147483646 w 977"/>
                <a:gd name="T47" fmla="*/ 2147483646 h 1904"/>
                <a:gd name="T48" fmla="*/ 2147483646 w 977"/>
                <a:gd name="T49" fmla="*/ 2147483646 h 1904"/>
                <a:gd name="T50" fmla="*/ 2147483646 w 977"/>
                <a:gd name="T51" fmla="*/ 2147483646 h 1904"/>
                <a:gd name="T52" fmla="*/ 2147483646 w 977"/>
                <a:gd name="T53" fmla="*/ 2147483646 h 1904"/>
                <a:gd name="T54" fmla="*/ 2147483646 w 977"/>
                <a:gd name="T55" fmla="*/ 2147483646 h 1904"/>
                <a:gd name="T56" fmla="*/ 2147483646 w 977"/>
                <a:gd name="T57" fmla="*/ 2147483646 h 1904"/>
                <a:gd name="T58" fmla="*/ 2147483646 w 977"/>
                <a:gd name="T59" fmla="*/ 2147483646 h 1904"/>
                <a:gd name="T60" fmla="*/ 2147483646 w 977"/>
                <a:gd name="T61" fmla="*/ 2147483646 h 1904"/>
                <a:gd name="T62" fmla="*/ 2147483646 w 977"/>
                <a:gd name="T63" fmla="*/ 2147483646 h 1904"/>
                <a:gd name="T64" fmla="*/ 2147483646 w 977"/>
                <a:gd name="T65" fmla="*/ 2147483646 h 1904"/>
                <a:gd name="T66" fmla="*/ 2147483646 w 977"/>
                <a:gd name="T67" fmla="*/ 2147483646 h 1904"/>
                <a:gd name="T68" fmla="*/ 2147483646 w 977"/>
                <a:gd name="T69" fmla="*/ 2147483646 h 1904"/>
                <a:gd name="T70" fmla="*/ 2147483646 w 977"/>
                <a:gd name="T71" fmla="*/ 2147483646 h 1904"/>
                <a:gd name="T72" fmla="*/ 2147483646 w 977"/>
                <a:gd name="T73" fmla="*/ 2147483646 h 1904"/>
                <a:gd name="T74" fmla="*/ 2147483646 w 977"/>
                <a:gd name="T75" fmla="*/ 2147483646 h 1904"/>
                <a:gd name="T76" fmla="*/ 2147483646 w 977"/>
                <a:gd name="T77" fmla="*/ 2147483646 h 1904"/>
                <a:gd name="T78" fmla="*/ 2147483646 w 977"/>
                <a:gd name="T79" fmla="*/ 2147483646 h 1904"/>
                <a:gd name="T80" fmla="*/ 2147483646 w 977"/>
                <a:gd name="T81" fmla="*/ 2147483646 h 1904"/>
                <a:gd name="T82" fmla="*/ 2147483646 w 977"/>
                <a:gd name="T83" fmla="*/ 2147483646 h 1904"/>
                <a:gd name="T84" fmla="*/ 2147483646 w 977"/>
                <a:gd name="T85" fmla="*/ 2147483646 h 1904"/>
                <a:gd name="T86" fmla="*/ 2147483646 w 977"/>
                <a:gd name="T87" fmla="*/ 2147483646 h 1904"/>
                <a:gd name="T88" fmla="*/ 2147483646 w 977"/>
                <a:gd name="T89" fmla="*/ 2147483646 h 1904"/>
                <a:gd name="T90" fmla="*/ 2147483646 w 977"/>
                <a:gd name="T91" fmla="*/ 2147483646 h 1904"/>
                <a:gd name="T92" fmla="*/ 2147483646 w 977"/>
                <a:gd name="T93" fmla="*/ 2147483646 h 1904"/>
                <a:gd name="T94" fmla="*/ 2147483646 w 977"/>
                <a:gd name="T95" fmla="*/ 2147483646 h 1904"/>
                <a:gd name="T96" fmla="*/ 2147483646 w 977"/>
                <a:gd name="T97" fmla="*/ 2147483646 h 1904"/>
                <a:gd name="T98" fmla="*/ 2147483646 w 977"/>
                <a:gd name="T99" fmla="*/ 2147483646 h 1904"/>
                <a:gd name="T100" fmla="*/ 2147483646 w 977"/>
                <a:gd name="T101" fmla="*/ 2147483646 h 1904"/>
                <a:gd name="T102" fmla="*/ 2147483646 w 977"/>
                <a:gd name="T103" fmla="*/ 2147483646 h 1904"/>
                <a:gd name="T104" fmla="*/ 2147483646 w 977"/>
                <a:gd name="T105" fmla="*/ 2147483646 h 1904"/>
                <a:gd name="T106" fmla="*/ 2147483646 w 977"/>
                <a:gd name="T107" fmla="*/ 2147483646 h 1904"/>
                <a:gd name="T108" fmla="*/ 2147483646 w 977"/>
                <a:gd name="T109" fmla="*/ 2147483646 h 1904"/>
                <a:gd name="T110" fmla="*/ 2147483646 w 977"/>
                <a:gd name="T111" fmla="*/ 2147483646 h 1904"/>
                <a:gd name="T112" fmla="*/ 2147483646 w 977"/>
                <a:gd name="T113" fmla="*/ 2147483646 h 1904"/>
                <a:gd name="T114" fmla="*/ 2147483646 w 977"/>
                <a:gd name="T115" fmla="*/ 2147483646 h 1904"/>
                <a:gd name="T116" fmla="*/ 2147483646 w 977"/>
                <a:gd name="T117" fmla="*/ 2147483646 h 1904"/>
                <a:gd name="T118" fmla="*/ 2147483646 w 977"/>
                <a:gd name="T119" fmla="*/ 2147483646 h 1904"/>
                <a:gd name="T120" fmla="*/ 2147483646 w 977"/>
                <a:gd name="T121" fmla="*/ 2147483646 h 1904"/>
                <a:gd name="T122" fmla="*/ 2147483646 w 977"/>
                <a:gd name="T123" fmla="*/ 2147483646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4" name="Freeform 67"/>
            <p:cNvSpPr>
              <a:spLocks/>
            </p:cNvSpPr>
            <p:nvPr/>
          </p:nvSpPr>
          <p:spPr bwMode="auto">
            <a:xfrm>
              <a:off x="3581400" y="4810125"/>
              <a:ext cx="166688" cy="311150"/>
            </a:xfrm>
            <a:custGeom>
              <a:avLst/>
              <a:gdLst>
                <a:gd name="T0" fmla="*/ 2147483646 w 542"/>
                <a:gd name="T1" fmla="*/ 2147483646 h 1149"/>
                <a:gd name="T2" fmla="*/ 2147483646 w 542"/>
                <a:gd name="T3" fmla="*/ 2147483646 h 1149"/>
                <a:gd name="T4" fmla="*/ 2147483646 w 542"/>
                <a:gd name="T5" fmla="*/ 0 h 1149"/>
                <a:gd name="T6" fmla="*/ 2147483646 w 542"/>
                <a:gd name="T7" fmla="*/ 2147483646 h 1149"/>
                <a:gd name="T8" fmla="*/ 2147483646 w 542"/>
                <a:gd name="T9" fmla="*/ 2147483646 h 1149"/>
                <a:gd name="T10" fmla="*/ 2147483646 w 542"/>
                <a:gd name="T11" fmla="*/ 2147483646 h 1149"/>
                <a:gd name="T12" fmla="*/ 2147483646 w 542"/>
                <a:gd name="T13" fmla="*/ 2147483646 h 1149"/>
                <a:gd name="T14" fmla="*/ 2147483646 w 542"/>
                <a:gd name="T15" fmla="*/ 2147483646 h 1149"/>
                <a:gd name="T16" fmla="*/ 2147483646 w 542"/>
                <a:gd name="T17" fmla="*/ 2147483646 h 1149"/>
                <a:gd name="T18" fmla="*/ 2147483646 w 542"/>
                <a:gd name="T19" fmla="*/ 2147483646 h 1149"/>
                <a:gd name="T20" fmla="*/ 2147483646 w 542"/>
                <a:gd name="T21" fmla="*/ 2147483646 h 1149"/>
                <a:gd name="T22" fmla="*/ 2147483646 w 542"/>
                <a:gd name="T23" fmla="*/ 2147483646 h 1149"/>
                <a:gd name="T24" fmla="*/ 2147483646 w 542"/>
                <a:gd name="T25" fmla="*/ 2147483646 h 1149"/>
                <a:gd name="T26" fmla="*/ 2147483646 w 542"/>
                <a:gd name="T27" fmla="*/ 2147483646 h 1149"/>
                <a:gd name="T28" fmla="*/ 2147483646 w 542"/>
                <a:gd name="T29" fmla="*/ 2147483646 h 1149"/>
                <a:gd name="T30" fmla="*/ 2147483646 w 542"/>
                <a:gd name="T31" fmla="*/ 2147483646 h 1149"/>
                <a:gd name="T32" fmla="*/ 2147483646 w 542"/>
                <a:gd name="T33" fmla="*/ 2147483646 h 1149"/>
                <a:gd name="T34" fmla="*/ 2147483646 w 542"/>
                <a:gd name="T35" fmla="*/ 2147483646 h 1149"/>
                <a:gd name="T36" fmla="*/ 2147483646 w 542"/>
                <a:gd name="T37" fmla="*/ 2147483646 h 1149"/>
                <a:gd name="T38" fmla="*/ 2147483646 w 542"/>
                <a:gd name="T39" fmla="*/ 2147483646 h 1149"/>
                <a:gd name="T40" fmla="*/ 2147483646 w 542"/>
                <a:gd name="T41" fmla="*/ 2147483646 h 1149"/>
                <a:gd name="T42" fmla="*/ 2147483646 w 542"/>
                <a:gd name="T43" fmla="*/ 2147483646 h 1149"/>
                <a:gd name="T44" fmla="*/ 2147483646 w 542"/>
                <a:gd name="T45" fmla="*/ 2147483646 h 1149"/>
                <a:gd name="T46" fmla="*/ 2147483646 w 542"/>
                <a:gd name="T47" fmla="*/ 2147483646 h 1149"/>
                <a:gd name="T48" fmla="*/ 2147483646 w 542"/>
                <a:gd name="T49" fmla="*/ 2147483646 h 1149"/>
                <a:gd name="T50" fmla="*/ 2147483646 w 542"/>
                <a:gd name="T51" fmla="*/ 2147483646 h 1149"/>
                <a:gd name="T52" fmla="*/ 2147483646 w 542"/>
                <a:gd name="T53" fmla="*/ 2147483646 h 1149"/>
                <a:gd name="T54" fmla="*/ 2147483646 w 542"/>
                <a:gd name="T55" fmla="*/ 2147483646 h 1149"/>
                <a:gd name="T56" fmla="*/ 2147483646 w 542"/>
                <a:gd name="T57" fmla="*/ 2147483646 h 1149"/>
                <a:gd name="T58" fmla="*/ 2147483646 w 542"/>
                <a:gd name="T59" fmla="*/ 2147483646 h 1149"/>
                <a:gd name="T60" fmla="*/ 2147483646 w 542"/>
                <a:gd name="T61" fmla="*/ 2147483646 h 1149"/>
                <a:gd name="T62" fmla="*/ 2147483646 w 542"/>
                <a:gd name="T63" fmla="*/ 2147483646 h 1149"/>
                <a:gd name="T64" fmla="*/ 2147483646 w 542"/>
                <a:gd name="T65" fmla="*/ 2147483646 h 1149"/>
                <a:gd name="T66" fmla="*/ 2147483646 w 542"/>
                <a:gd name="T67" fmla="*/ 2147483646 h 1149"/>
                <a:gd name="T68" fmla="*/ 2147483646 w 542"/>
                <a:gd name="T69" fmla="*/ 2147483646 h 1149"/>
                <a:gd name="T70" fmla="*/ 2147483646 w 542"/>
                <a:gd name="T71" fmla="*/ 2147483646 h 1149"/>
                <a:gd name="T72" fmla="*/ 2147483646 w 542"/>
                <a:gd name="T73" fmla="*/ 2147483646 h 1149"/>
                <a:gd name="T74" fmla="*/ 2147483646 w 542"/>
                <a:gd name="T75" fmla="*/ 2147483646 h 1149"/>
                <a:gd name="T76" fmla="*/ 2147483646 w 542"/>
                <a:gd name="T77" fmla="*/ 2147483646 h 1149"/>
                <a:gd name="T78" fmla="*/ 2147483646 w 542"/>
                <a:gd name="T79" fmla="*/ 2147483646 h 1149"/>
                <a:gd name="T80" fmla="*/ 2147483646 w 542"/>
                <a:gd name="T81" fmla="*/ 2147483646 h 1149"/>
                <a:gd name="T82" fmla="*/ 2147483646 w 542"/>
                <a:gd name="T83" fmla="*/ 2147483646 h 1149"/>
                <a:gd name="T84" fmla="*/ 2147483646 w 542"/>
                <a:gd name="T85" fmla="*/ 2147483646 h 1149"/>
                <a:gd name="T86" fmla="*/ 2147483646 w 542"/>
                <a:gd name="T87" fmla="*/ 2147483646 h 1149"/>
                <a:gd name="T88" fmla="*/ 2147483646 w 542"/>
                <a:gd name="T89" fmla="*/ 2147483646 h 1149"/>
                <a:gd name="T90" fmla="*/ 2147483646 w 542"/>
                <a:gd name="T91" fmla="*/ 2147483646 h 1149"/>
                <a:gd name="T92" fmla="*/ 2147483646 w 542"/>
                <a:gd name="T93" fmla="*/ 2147483646 h 1149"/>
                <a:gd name="T94" fmla="*/ 2147483646 w 542"/>
                <a:gd name="T95" fmla="*/ 2147483646 h 1149"/>
                <a:gd name="T96" fmla="*/ 2147483646 w 542"/>
                <a:gd name="T97" fmla="*/ 2147483646 h 1149"/>
                <a:gd name="T98" fmla="*/ 2147483646 w 542"/>
                <a:gd name="T99" fmla="*/ 2147483646 h 1149"/>
                <a:gd name="T100" fmla="*/ 0 w 542"/>
                <a:gd name="T101" fmla="*/ 2147483646 h 1149"/>
                <a:gd name="T102" fmla="*/ 2147483646 w 542"/>
                <a:gd name="T103" fmla="*/ 2147483646 h 1149"/>
                <a:gd name="T104" fmla="*/ 2147483646 w 542"/>
                <a:gd name="T105" fmla="*/ 2147483646 h 1149"/>
                <a:gd name="T106" fmla="*/ 2147483646 w 542"/>
                <a:gd name="T107" fmla="*/ 2147483646 h 1149"/>
                <a:gd name="T108" fmla="*/ 2147483646 w 542"/>
                <a:gd name="T109" fmla="*/ 2147483646 h 1149"/>
                <a:gd name="T110" fmla="*/ 2147483646 w 542"/>
                <a:gd name="T111" fmla="*/ 2147483646 h 1149"/>
                <a:gd name="T112" fmla="*/ 2147483646 w 542"/>
                <a:gd name="T113" fmla="*/ 2147483646 h 1149"/>
                <a:gd name="T114" fmla="*/ 2147483646 w 542"/>
                <a:gd name="T115" fmla="*/ 2147483646 h 1149"/>
                <a:gd name="T116" fmla="*/ 2147483646 w 542"/>
                <a:gd name="T117" fmla="*/ 2147483646 h 1149"/>
                <a:gd name="T118" fmla="*/ 2147483646 w 542"/>
                <a:gd name="T119" fmla="*/ 2147483646 h 1149"/>
                <a:gd name="T120" fmla="*/ 2147483646 w 542"/>
                <a:gd name="T121" fmla="*/ 2147483646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5" name="Freeform 68"/>
            <p:cNvSpPr>
              <a:spLocks/>
            </p:cNvSpPr>
            <p:nvPr/>
          </p:nvSpPr>
          <p:spPr bwMode="auto">
            <a:xfrm>
              <a:off x="3529013" y="5141913"/>
              <a:ext cx="71437" cy="120650"/>
            </a:xfrm>
            <a:custGeom>
              <a:avLst/>
              <a:gdLst>
                <a:gd name="T0" fmla="*/ 2147483646 w 230"/>
                <a:gd name="T1" fmla="*/ 0 h 449"/>
                <a:gd name="T2" fmla="*/ 2147483646 w 230"/>
                <a:gd name="T3" fmla="*/ 2147483646 h 449"/>
                <a:gd name="T4" fmla="*/ 2147483646 w 230"/>
                <a:gd name="T5" fmla="*/ 2147483646 h 449"/>
                <a:gd name="T6" fmla="*/ 2147483646 w 230"/>
                <a:gd name="T7" fmla="*/ 2147483646 h 449"/>
                <a:gd name="T8" fmla="*/ 2147483646 w 230"/>
                <a:gd name="T9" fmla="*/ 2147483646 h 449"/>
                <a:gd name="T10" fmla="*/ 2147483646 w 230"/>
                <a:gd name="T11" fmla="*/ 2147483646 h 449"/>
                <a:gd name="T12" fmla="*/ 2147483646 w 230"/>
                <a:gd name="T13" fmla="*/ 2147483646 h 449"/>
                <a:gd name="T14" fmla="*/ 2147483646 w 230"/>
                <a:gd name="T15" fmla="*/ 2147483646 h 449"/>
                <a:gd name="T16" fmla="*/ 2147483646 w 230"/>
                <a:gd name="T17" fmla="*/ 2147483646 h 449"/>
                <a:gd name="T18" fmla="*/ 2147483646 w 230"/>
                <a:gd name="T19" fmla="*/ 2147483646 h 449"/>
                <a:gd name="T20" fmla="*/ 2147483646 w 230"/>
                <a:gd name="T21" fmla="*/ 2147483646 h 449"/>
                <a:gd name="T22" fmla="*/ 2147483646 w 230"/>
                <a:gd name="T23" fmla="*/ 2147483646 h 449"/>
                <a:gd name="T24" fmla="*/ 2147483646 w 230"/>
                <a:gd name="T25" fmla="*/ 2147483646 h 449"/>
                <a:gd name="T26" fmla="*/ 2147483646 w 230"/>
                <a:gd name="T27" fmla="*/ 2147483646 h 449"/>
                <a:gd name="T28" fmla="*/ 2147483646 w 230"/>
                <a:gd name="T29" fmla="*/ 2147483646 h 449"/>
                <a:gd name="T30" fmla="*/ 2147483646 w 230"/>
                <a:gd name="T31" fmla="*/ 2147483646 h 449"/>
                <a:gd name="T32" fmla="*/ 2147483646 w 230"/>
                <a:gd name="T33" fmla="*/ 2147483646 h 449"/>
                <a:gd name="T34" fmla="*/ 2147483646 w 230"/>
                <a:gd name="T35" fmla="*/ 2147483646 h 449"/>
                <a:gd name="T36" fmla="*/ 2147483646 w 230"/>
                <a:gd name="T37" fmla="*/ 2147483646 h 449"/>
                <a:gd name="T38" fmla="*/ 2147483646 w 230"/>
                <a:gd name="T39" fmla="*/ 2147483646 h 449"/>
                <a:gd name="T40" fmla="*/ 2147483646 w 230"/>
                <a:gd name="T41" fmla="*/ 2147483646 h 449"/>
                <a:gd name="T42" fmla="*/ 2147483646 w 230"/>
                <a:gd name="T43" fmla="*/ 2147483646 h 449"/>
                <a:gd name="T44" fmla="*/ 2147483646 w 230"/>
                <a:gd name="T45" fmla="*/ 2147483646 h 449"/>
                <a:gd name="T46" fmla="*/ 2147483646 w 230"/>
                <a:gd name="T47" fmla="*/ 2147483646 h 449"/>
                <a:gd name="T48" fmla="*/ 2147483646 w 230"/>
                <a:gd name="T49" fmla="*/ 2147483646 h 449"/>
                <a:gd name="T50" fmla="*/ 2147483646 w 230"/>
                <a:gd name="T51" fmla="*/ 2147483646 h 449"/>
                <a:gd name="T52" fmla="*/ 2147483646 w 230"/>
                <a:gd name="T53" fmla="*/ 2147483646 h 449"/>
                <a:gd name="T54" fmla="*/ 2147483646 w 230"/>
                <a:gd name="T55" fmla="*/ 2147483646 h 449"/>
                <a:gd name="T56" fmla="*/ 2147483646 w 230"/>
                <a:gd name="T57" fmla="*/ 2147483646 h 449"/>
                <a:gd name="T58" fmla="*/ 2147483646 w 230"/>
                <a:gd name="T59" fmla="*/ 2147483646 h 449"/>
                <a:gd name="T60" fmla="*/ 2147483646 w 230"/>
                <a:gd name="T61" fmla="*/ 2147483646 h 449"/>
                <a:gd name="T62" fmla="*/ 2147483646 w 230"/>
                <a:gd name="T63" fmla="*/ 2147483646 h 449"/>
                <a:gd name="T64" fmla="*/ 2147483646 w 230"/>
                <a:gd name="T65" fmla="*/ 2147483646 h 449"/>
                <a:gd name="T66" fmla="*/ 2147483646 w 230"/>
                <a:gd name="T67" fmla="*/ 2147483646 h 449"/>
                <a:gd name="T68" fmla="*/ 2147483646 w 230"/>
                <a:gd name="T69" fmla="*/ 2147483646 h 449"/>
                <a:gd name="T70" fmla="*/ 2147483646 w 230"/>
                <a:gd name="T71" fmla="*/ 2147483646 h 449"/>
                <a:gd name="T72" fmla="*/ 2147483646 w 230"/>
                <a:gd name="T73" fmla="*/ 2147483646 h 449"/>
                <a:gd name="T74" fmla="*/ 2147483646 w 230"/>
                <a:gd name="T75" fmla="*/ 2147483646 h 449"/>
                <a:gd name="T76" fmla="*/ 2147483646 w 230"/>
                <a:gd name="T77" fmla="*/ 2147483646 h 449"/>
                <a:gd name="T78" fmla="*/ 2147483646 w 230"/>
                <a:gd name="T79" fmla="*/ 2147483646 h 449"/>
                <a:gd name="T80" fmla="*/ 2147483646 w 230"/>
                <a:gd name="T81" fmla="*/ 2147483646 h 449"/>
                <a:gd name="T82" fmla="*/ 2147483646 w 230"/>
                <a:gd name="T83" fmla="*/ 2147483646 h 449"/>
                <a:gd name="T84" fmla="*/ 2147483646 w 230"/>
                <a:gd name="T85" fmla="*/ 2147483646 h 449"/>
                <a:gd name="T86" fmla="*/ 2147483646 w 230"/>
                <a:gd name="T87" fmla="*/ 2147483646 h 449"/>
                <a:gd name="T88" fmla="*/ 2147483646 w 230"/>
                <a:gd name="T89" fmla="*/ 2147483646 h 449"/>
                <a:gd name="T90" fmla="*/ 2147483646 w 230"/>
                <a:gd name="T91" fmla="*/ 2147483646 h 449"/>
                <a:gd name="T92" fmla="*/ 2147483646 w 230"/>
                <a:gd name="T93" fmla="*/ 2147483646 h 449"/>
                <a:gd name="T94" fmla="*/ 2147483646 w 230"/>
                <a:gd name="T95" fmla="*/ 2147483646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6" name="Line 69"/>
            <p:cNvSpPr>
              <a:spLocks noChangeShapeType="1"/>
            </p:cNvSpPr>
            <p:nvPr/>
          </p:nvSpPr>
          <p:spPr bwMode="auto">
            <a:xfrm flipH="1">
              <a:off x="1447800" y="2214563"/>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7" name="Oval 70">
              <a:extLst>
                <a:ext uri="{FF2B5EF4-FFF2-40B4-BE49-F238E27FC236}">
                  <a16:creationId xmlns:a16="http://schemas.microsoft.com/office/drawing/2014/main" id="{A0A010B2-7107-4624-AE42-9E732C255759}"/>
                </a:ext>
              </a:extLst>
            </p:cNvPr>
            <p:cNvSpPr>
              <a:spLocks noChangeArrowheads="1"/>
            </p:cNvSpPr>
            <p:nvPr/>
          </p:nvSpPr>
          <p:spPr bwMode="auto">
            <a:xfrm>
              <a:off x="2133600" y="20621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8" name="Oval 71">
              <a:extLst>
                <a:ext uri="{FF2B5EF4-FFF2-40B4-BE49-F238E27FC236}">
                  <a16:creationId xmlns:a16="http://schemas.microsoft.com/office/drawing/2014/main" id="{C443CE22-3808-4AC2-A95C-D96B93165EFC}"/>
                </a:ext>
              </a:extLst>
            </p:cNvPr>
            <p:cNvSpPr>
              <a:spLocks noChangeArrowheads="1"/>
            </p:cNvSpPr>
            <p:nvPr/>
          </p:nvSpPr>
          <p:spPr bwMode="auto">
            <a:xfrm>
              <a:off x="1295400" y="32813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19" name="Line 72"/>
            <p:cNvSpPr>
              <a:spLocks noChangeShapeType="1"/>
            </p:cNvSpPr>
            <p:nvPr/>
          </p:nvSpPr>
          <p:spPr bwMode="auto">
            <a:xfrm flipH="1">
              <a:off x="2590800" y="3509963"/>
              <a:ext cx="533400" cy="990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0" name="Oval 73">
              <a:extLst>
                <a:ext uri="{FF2B5EF4-FFF2-40B4-BE49-F238E27FC236}">
                  <a16:creationId xmlns:a16="http://schemas.microsoft.com/office/drawing/2014/main" id="{AC264CAE-B860-472B-ACE4-6CEDDC57DB58}"/>
                </a:ext>
              </a:extLst>
            </p:cNvPr>
            <p:cNvSpPr>
              <a:spLocks noChangeArrowheads="1"/>
            </p:cNvSpPr>
            <p:nvPr/>
          </p:nvSpPr>
          <p:spPr bwMode="auto">
            <a:xfrm>
              <a:off x="2971800" y="3281363"/>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21" name="Text Box 74">
              <a:extLst>
                <a:ext uri="{FF2B5EF4-FFF2-40B4-BE49-F238E27FC236}">
                  <a16:creationId xmlns:a16="http://schemas.microsoft.com/office/drawing/2014/main" id="{95DD1A19-63A2-43EE-BC5D-53E0CAC7F1BD}"/>
                </a:ext>
              </a:extLst>
            </p:cNvPr>
            <p:cNvSpPr txBox="1">
              <a:spLocks noChangeArrowheads="1"/>
            </p:cNvSpPr>
            <p:nvPr/>
          </p:nvSpPr>
          <p:spPr bwMode="auto">
            <a:xfrm>
              <a:off x="2667000" y="4616450"/>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70%</a:t>
              </a:r>
            </a:p>
          </p:txBody>
        </p:sp>
        <p:grpSp>
          <p:nvGrpSpPr>
            <p:cNvPr id="122" name="Group 75">
              <a:extLst>
                <a:ext uri="{FF2B5EF4-FFF2-40B4-BE49-F238E27FC236}">
                  <a16:creationId xmlns:a16="http://schemas.microsoft.com/office/drawing/2014/main" id="{357FAD4E-F80F-4BCE-973A-C4FFB2F3058E}"/>
                </a:ext>
              </a:extLst>
            </p:cNvPr>
            <p:cNvGrpSpPr>
              <a:grpSpLocks/>
            </p:cNvGrpSpPr>
            <p:nvPr/>
          </p:nvGrpSpPr>
          <p:grpSpPr bwMode="auto">
            <a:xfrm flipH="1">
              <a:off x="2286000" y="4195763"/>
              <a:ext cx="533400" cy="649287"/>
              <a:chOff x="576" y="2496"/>
              <a:chExt cx="864" cy="1127"/>
            </a:xfrm>
            <a:effectLst>
              <a:outerShdw blurRad="50800" dist="38100" dir="2700000" algn="tl" rotWithShape="0">
                <a:prstClr val="black">
                  <a:alpha val="40000"/>
                </a:prstClr>
              </a:outerShdw>
            </a:effectLst>
          </p:grpSpPr>
          <p:sp>
            <p:nvSpPr>
              <p:cNvPr id="132" name="Freeform 76">
                <a:extLst>
                  <a:ext uri="{FF2B5EF4-FFF2-40B4-BE49-F238E27FC236}">
                    <a16:creationId xmlns:a16="http://schemas.microsoft.com/office/drawing/2014/main" id="{B571E43D-0054-4A0E-A0FB-5954498EE925}"/>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3" name="Freeform 77">
                <a:extLst>
                  <a:ext uri="{FF2B5EF4-FFF2-40B4-BE49-F238E27FC236}">
                    <a16:creationId xmlns:a16="http://schemas.microsoft.com/office/drawing/2014/main" id="{BD7C840D-015F-4D95-B44B-92100EC8F87C}"/>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4" name="Freeform 78">
                <a:extLst>
                  <a:ext uri="{FF2B5EF4-FFF2-40B4-BE49-F238E27FC236}">
                    <a16:creationId xmlns:a16="http://schemas.microsoft.com/office/drawing/2014/main" id="{5A433C44-0AA1-4773-8CBC-09229B8196CB}"/>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5" name="Freeform 79">
                <a:extLst>
                  <a:ext uri="{FF2B5EF4-FFF2-40B4-BE49-F238E27FC236}">
                    <a16:creationId xmlns:a16="http://schemas.microsoft.com/office/drawing/2014/main" id="{5E5521AE-23AD-40F2-A02D-2FF01840A58A}"/>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6" name="Freeform 80">
                <a:extLst>
                  <a:ext uri="{FF2B5EF4-FFF2-40B4-BE49-F238E27FC236}">
                    <a16:creationId xmlns:a16="http://schemas.microsoft.com/office/drawing/2014/main" id="{ED606A03-AE69-4DC4-B704-8F4E9FCEED30}"/>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7" name="Freeform 81">
                <a:extLst>
                  <a:ext uri="{FF2B5EF4-FFF2-40B4-BE49-F238E27FC236}">
                    <a16:creationId xmlns:a16="http://schemas.microsoft.com/office/drawing/2014/main" id="{6BC14A4E-E127-4E15-8D1E-CE5B59348A35}"/>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8" name="Freeform 82">
                <a:extLst>
                  <a:ext uri="{FF2B5EF4-FFF2-40B4-BE49-F238E27FC236}">
                    <a16:creationId xmlns:a16="http://schemas.microsoft.com/office/drawing/2014/main" id="{DD578A4F-747F-45E5-B22D-44580B98880B}"/>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39" name="Freeform 83">
                <a:extLst>
                  <a:ext uri="{FF2B5EF4-FFF2-40B4-BE49-F238E27FC236}">
                    <a16:creationId xmlns:a16="http://schemas.microsoft.com/office/drawing/2014/main" id="{93D36363-3C22-436B-A716-6D63CD1074BA}"/>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40" name="Freeform 84">
                <a:extLst>
                  <a:ext uri="{FF2B5EF4-FFF2-40B4-BE49-F238E27FC236}">
                    <a16:creationId xmlns:a16="http://schemas.microsoft.com/office/drawing/2014/main" id="{3DEFA929-BEEA-47A1-BFCE-990AB309C9ED}"/>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123" name="Text Box 85"/>
            <p:cNvSpPr txBox="1">
              <a:spLocks noChangeArrowheads="1"/>
            </p:cNvSpPr>
            <p:nvPr/>
          </p:nvSpPr>
          <p:spPr bwMode="auto">
            <a:xfrm>
              <a:off x="1319213" y="32305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24" name="Text Box 86"/>
            <p:cNvSpPr txBox="1">
              <a:spLocks noChangeArrowheads="1"/>
            </p:cNvSpPr>
            <p:nvPr/>
          </p:nvSpPr>
          <p:spPr bwMode="auto">
            <a:xfrm>
              <a:off x="711200" y="350996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&lt;0.52</a:t>
              </a:r>
            </a:p>
          </p:txBody>
        </p:sp>
        <p:sp>
          <p:nvSpPr>
            <p:cNvPr id="125" name="Text Box 87"/>
            <p:cNvSpPr txBox="1">
              <a:spLocks noChangeArrowheads="1"/>
            </p:cNvSpPr>
            <p:nvPr/>
          </p:nvSpPr>
          <p:spPr bwMode="auto">
            <a:xfrm>
              <a:off x="15240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≥0.52</a:t>
              </a:r>
            </a:p>
          </p:txBody>
        </p:sp>
        <p:sp>
          <p:nvSpPr>
            <p:cNvPr id="126" name="Text Box 88"/>
            <p:cNvSpPr txBox="1">
              <a:spLocks noChangeArrowheads="1"/>
            </p:cNvSpPr>
            <p:nvPr/>
          </p:nvSpPr>
          <p:spPr bwMode="auto">
            <a:xfrm>
              <a:off x="2387600" y="350996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dirty="0">
                  <a:ln>
                    <a:noFill/>
                  </a:ln>
                  <a:solidFill>
                    <a:srgbClr val="003399"/>
                  </a:solidFill>
                  <a:effectLst/>
                  <a:uLnTx/>
                  <a:uFillTx/>
                  <a:latin typeface="Arial Narrow" panose="020B0606020202030204" pitchFamily="34" charset="0"/>
                </a:rPr>
                <a:t>&lt;0.51</a:t>
              </a:r>
            </a:p>
          </p:txBody>
        </p:sp>
        <p:sp>
          <p:nvSpPr>
            <p:cNvPr id="127" name="Text Box 89"/>
            <p:cNvSpPr txBox="1">
              <a:spLocks noChangeArrowheads="1"/>
            </p:cNvSpPr>
            <p:nvPr/>
          </p:nvSpPr>
          <p:spPr bwMode="auto">
            <a:xfrm>
              <a:off x="32766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≥0.51</a:t>
              </a:r>
            </a:p>
          </p:txBody>
        </p:sp>
        <p:sp>
          <p:nvSpPr>
            <p:cNvPr id="128" name="Text Box 90"/>
            <p:cNvSpPr txBox="1">
              <a:spLocks noChangeArrowheads="1"/>
            </p:cNvSpPr>
            <p:nvPr/>
          </p:nvSpPr>
          <p:spPr bwMode="auto">
            <a:xfrm>
              <a:off x="2995613" y="32305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29" name="Text Box 91"/>
            <p:cNvSpPr txBox="1">
              <a:spLocks noChangeArrowheads="1"/>
            </p:cNvSpPr>
            <p:nvPr/>
          </p:nvSpPr>
          <p:spPr bwMode="auto">
            <a:xfrm>
              <a:off x="2144713" y="19986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2</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130" name="Text Box 92"/>
            <p:cNvSpPr txBox="1">
              <a:spLocks noChangeArrowheads="1"/>
            </p:cNvSpPr>
            <p:nvPr/>
          </p:nvSpPr>
          <p:spPr bwMode="auto">
            <a:xfrm>
              <a:off x="1524000" y="2305050"/>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&lt;0.63</a:t>
              </a:r>
            </a:p>
          </p:txBody>
        </p:sp>
        <p:sp>
          <p:nvSpPr>
            <p:cNvPr id="131" name="Text Box 93"/>
            <p:cNvSpPr txBox="1">
              <a:spLocks noChangeArrowheads="1"/>
            </p:cNvSpPr>
            <p:nvPr/>
          </p:nvSpPr>
          <p:spPr bwMode="auto">
            <a:xfrm>
              <a:off x="2524125" y="2305050"/>
              <a:ext cx="676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≥0.63</a:t>
              </a:r>
            </a:p>
          </p:txBody>
        </p:sp>
      </p:grpSp>
      <p:grpSp>
        <p:nvGrpSpPr>
          <p:cNvPr id="36" name="Group 35" descr="Scatterplot crossing X1 with X2.  An area approximately located at (0.3, 0.7) is highlighted to classify." title="Scatterplot Matrix"/>
          <p:cNvGrpSpPr/>
          <p:nvPr/>
        </p:nvGrpSpPr>
        <p:grpSpPr>
          <a:xfrm>
            <a:off x="2895600" y="1787525"/>
            <a:ext cx="5900738" cy="4384675"/>
            <a:chOff x="2895600" y="1787525"/>
            <a:chExt cx="5900738" cy="4384675"/>
          </a:xfrm>
        </p:grpSpPr>
        <p:sp>
          <p:nvSpPr>
            <p:cNvPr id="29" name="Text Box 32"/>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161" name="Rectangle 2">
              <a:extLst>
                <a:ext uri="{FF2B5EF4-FFF2-40B4-BE49-F238E27FC236}">
                  <a16:creationId xmlns:a16="http://schemas.microsoft.com/office/drawing/2014/main" id="{3936E126-04AC-4656-8167-E6D8104E7D3E}"/>
                </a:ext>
              </a:extLst>
            </p:cNvPr>
            <p:cNvSpPr>
              <a:spLocks noChangeArrowheads="1"/>
            </p:cNvSpPr>
            <p:nvPr/>
          </p:nvSpPr>
          <p:spPr bwMode="auto">
            <a:xfrm>
              <a:off x="4838700" y="1876425"/>
              <a:ext cx="3810000" cy="3657600"/>
            </a:xfrm>
            <a:prstGeom prst="rect">
              <a:avLst/>
            </a:prstGeom>
            <a:solidFill>
              <a:schemeClr val="tx2">
                <a:lumMod val="75000"/>
              </a:schemeClr>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62" name="Text Box 8"/>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63" name="Text Box 9"/>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64" name="Text Box 10"/>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65" name="Text Box 11"/>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66" name="Text Box 12"/>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67" name="Text Box 13"/>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68" name="Text Box 14"/>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69" name="Text Box 15"/>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70" name="Text Box 16"/>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71" name="Text Box 17"/>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72" name="Text Box 18"/>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73" name="Text Box 19"/>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74" name="Text Box 20"/>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75" name="Text Box 21"/>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76" name="Text Box 22"/>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77" name="Text Box 23"/>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78" name="Text Box 24"/>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79" name="Text Box 25"/>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80" name="Text Box 26"/>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81" name="Text Box 27"/>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82" name="Text Box 28"/>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83" name="Text Box 29"/>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84" name="Text Box 30"/>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185" name="Text Box 31"/>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pic>
          <p:nvPicPr>
            <p:cNvPr id="186" name="Picture 163"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 name="Line 160"/>
            <p:cNvSpPr>
              <a:spLocks noChangeShapeType="1"/>
            </p:cNvSpPr>
            <p:nvPr/>
          </p:nvSpPr>
          <p:spPr bwMode="auto">
            <a:xfrm>
              <a:off x="2895600" y="2433637"/>
              <a:ext cx="2921000" cy="566737"/>
            </a:xfrm>
            <a:prstGeom prst="line">
              <a:avLst/>
            </a:prstGeom>
            <a:noFill/>
            <a:ln w="57150">
              <a:solidFill>
                <a:srgbClr val="FF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88" name="Oval 161"/>
            <p:cNvSpPr>
              <a:spLocks noChangeArrowheads="1"/>
            </p:cNvSpPr>
            <p:nvPr/>
          </p:nvSpPr>
          <p:spPr bwMode="auto">
            <a:xfrm>
              <a:off x="5816600" y="2971800"/>
              <a:ext cx="152400" cy="152400"/>
            </a:xfrm>
            <a:prstGeom prst="ellipse">
              <a:avLst/>
            </a:prstGeom>
            <a:noFill/>
            <a:ln w="57150">
              <a:solidFill>
                <a:srgbClr val="FF0000"/>
              </a:solidFill>
              <a:round/>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grpSp>
      <p:sp>
        <p:nvSpPr>
          <p:cNvPr id="190" name="Text Box 10"/>
          <p:cNvSpPr txBox="1">
            <a:spLocks noChangeArrowheads="1"/>
          </p:cNvSpPr>
          <p:nvPr/>
        </p:nvSpPr>
        <p:spPr bwMode="auto">
          <a:xfrm>
            <a:off x="6054725" y="1544638"/>
            <a:ext cx="1382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dirty="0">
                <a:solidFill>
                  <a:srgbClr val="B3B3B3"/>
                </a:solidFill>
                <a:latin typeface="Arial Narrow" panose="020B0606020202030204" pitchFamily="34" charset="0"/>
              </a:rPr>
              <a:t>Training Data</a:t>
            </a:r>
          </a:p>
        </p:txBody>
      </p:sp>
    </p:spTree>
    <p:extLst>
      <p:ext uri="{BB962C8B-B14F-4D97-AF65-F5344CB8AC3E}">
        <p14:creationId xmlns:p14="http://schemas.microsoft.com/office/powerpoint/2010/main" val="295373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Simple Prediction Example</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7</a:t>
            </a:fld>
            <a:endParaRPr lang="en-US" altLang="en-US" sz="1400" dirty="0"/>
          </a:p>
        </p:txBody>
      </p:sp>
      <p:sp>
        <p:nvSpPr>
          <p:cNvPr id="32" name="Text Box 8"/>
          <p:cNvSpPr txBox="1">
            <a:spLocks noChangeArrowheads="1"/>
          </p:cNvSpPr>
          <p:nvPr/>
        </p:nvSpPr>
        <p:spPr bwMode="auto">
          <a:xfrm>
            <a:off x="726519" y="1787525"/>
            <a:ext cx="2702482"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squar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Decision = </a:t>
            </a:r>
          </a:p>
          <a:p>
            <a:pPr>
              <a:spcBef>
                <a:spcPct val="0"/>
              </a:spcBef>
              <a:buClrTx/>
              <a:buFontTx/>
              <a:buNone/>
            </a:pPr>
            <a:r>
              <a:rPr lang="en-US" altLang="en-US" sz="2600" dirty="0">
                <a:latin typeface="+mj-lt"/>
              </a:rPr>
              <a:t>Probability = 0.70</a:t>
            </a:r>
          </a:p>
        </p:txBody>
      </p:sp>
      <p:sp>
        <p:nvSpPr>
          <p:cNvPr id="213" name="Text Box 34"/>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216" name="Oval 102">
            <a:extLst>
              <a:ext uri="{FF2B5EF4-FFF2-40B4-BE49-F238E27FC236}">
                <a16:creationId xmlns:a16="http://schemas.microsoft.com/office/drawing/2014/main" id="{23E418E2-4FB5-47B6-891D-99700144EF72}"/>
              </a:ext>
            </a:extLst>
          </p:cNvPr>
          <p:cNvSpPr>
            <a:spLocks noChangeArrowheads="1"/>
          </p:cNvSpPr>
          <p:nvPr/>
        </p:nvSpPr>
        <p:spPr bwMode="auto">
          <a:xfrm>
            <a:off x="2387598" y="1958172"/>
            <a:ext cx="274320" cy="27432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grpSp>
        <p:nvGrpSpPr>
          <p:cNvPr id="2" name="Group 1" descr="A scatterplot of the X1 and X2 predictors with the region highlighted that corresponds to one branch in the decision tree." title="Scatterplot"/>
          <p:cNvGrpSpPr/>
          <p:nvPr/>
        </p:nvGrpSpPr>
        <p:grpSpPr>
          <a:xfrm>
            <a:off x="4092575" y="1544638"/>
            <a:ext cx="4703763" cy="4376737"/>
            <a:chOff x="4092575" y="1544638"/>
            <a:chExt cx="4703763" cy="4376737"/>
          </a:xfrm>
        </p:grpSpPr>
        <p:sp>
          <p:nvSpPr>
            <p:cNvPr id="185" name="Text Box 31"/>
            <p:cNvSpPr txBox="1">
              <a:spLocks noChangeArrowheads="1"/>
            </p:cNvSpPr>
            <p:nvPr/>
          </p:nvSpPr>
          <p:spPr bwMode="auto">
            <a:xfrm>
              <a:off x="4092575" y="3556560"/>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189" name="Rectangle 7">
              <a:extLst>
                <a:ext uri="{FF2B5EF4-FFF2-40B4-BE49-F238E27FC236}">
                  <a16:creationId xmlns:a16="http://schemas.microsoft.com/office/drawing/2014/main" id="{747CBD6B-905F-4A52-9200-DEDDB663025D}"/>
                </a:ext>
              </a:extLst>
            </p:cNvPr>
            <p:cNvSpPr>
              <a:spLocks noChangeArrowheads="1"/>
            </p:cNvSpPr>
            <p:nvPr/>
          </p:nvSpPr>
          <p:spPr bwMode="auto">
            <a:xfrm>
              <a:off x="4838700" y="1876425"/>
              <a:ext cx="3810000" cy="3657600"/>
            </a:xfrm>
            <a:prstGeom prst="rect">
              <a:avLst/>
            </a:prstGeom>
            <a:gradFill>
              <a:gsLst>
                <a:gs pos="0">
                  <a:schemeClr val="tx2">
                    <a:lumMod val="50000"/>
                  </a:schemeClr>
                </a:gs>
                <a:gs pos="50000">
                  <a:schemeClr val="tx2">
                    <a:lumMod val="75000"/>
                  </a:schemeClr>
                </a:gs>
                <a:gs pos="100000">
                  <a:schemeClr val="tx2"/>
                </a:gs>
              </a:gsLst>
              <a:path path="circle">
                <a:fillToRect l="100000" t="100000"/>
              </a:path>
            </a:gra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90" name="Rectangle 8">
              <a:extLst>
                <a:ext uri="{FF2B5EF4-FFF2-40B4-BE49-F238E27FC236}">
                  <a16:creationId xmlns:a16="http://schemas.microsoft.com/office/drawing/2014/main" id="{2D2DB4B7-31A9-466E-B2DF-29C7B966298C}"/>
                </a:ext>
              </a:extLst>
            </p:cNvPr>
            <p:cNvSpPr>
              <a:spLocks noChangeArrowheads="1"/>
            </p:cNvSpPr>
            <p:nvPr/>
          </p:nvSpPr>
          <p:spPr bwMode="auto">
            <a:xfrm>
              <a:off x="4876800" y="1905000"/>
              <a:ext cx="1946275" cy="1333500"/>
            </a:xfrm>
            <a:prstGeom prst="rect">
              <a:avLst/>
            </a:prstGeom>
            <a:solidFill>
              <a:schemeClr val="folHlink"/>
            </a:solidFill>
            <a:ln w="28575">
              <a:noFill/>
              <a:miter lim="800000"/>
              <a:headEnd/>
              <a:tailEnd type="none" w="med" len="lg"/>
            </a:ln>
            <a:effectLst>
              <a:glow rad="101600">
                <a:srgbClr val="FF0000">
                  <a:alpha val="40000"/>
                </a:srgbClr>
              </a:glow>
            </a:effectLst>
          </p:spPr>
          <p:txBody>
            <a:bodyPr wrap="none" anchor="ctr"/>
            <a:lstStyle/>
            <a:p>
              <a:pPr>
                <a:defRPr/>
              </a:pPr>
              <a:endParaRPr lang="en-US">
                <a:solidFill>
                  <a:srgbClr val="000000"/>
                </a:solidFill>
                <a:latin typeface="Arial"/>
              </a:endParaRPr>
            </a:p>
          </p:txBody>
        </p:sp>
        <p:sp>
          <p:nvSpPr>
            <p:cNvPr id="191" name="Text Box 12"/>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92" name="Text Box 13"/>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93" name="Text Box 14"/>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94" name="Text Box 15"/>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95" name="Text Box 16"/>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96" name="Text Box 17"/>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97" name="Text Box 18"/>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98" name="Text Box 19"/>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99" name="Text Box 20"/>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00" name="Text Box 21"/>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01" name="Text Box 22"/>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02" name="Text Box 23"/>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203" name="Text Box 24"/>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04" name="Text Box 25"/>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05" name="Text Box 26"/>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06" name="Text Box 27"/>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07" name="Text Box 28"/>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08" name="Text Box 29"/>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09" name="Text Box 30"/>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10" name="Text Box 31"/>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11" name="Text Box 32"/>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12" name="Text Box 33"/>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14" name="Text Box 35"/>
            <p:cNvSpPr txBox="1">
              <a:spLocks noChangeArrowheads="1"/>
            </p:cNvSpPr>
            <p:nvPr/>
          </p:nvSpPr>
          <p:spPr bwMode="auto">
            <a:xfrm>
              <a:off x="4092575" y="3556560"/>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pic>
          <p:nvPicPr>
            <p:cNvPr id="217" name="Picture 163"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 name="Picture 173" descr="do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 name="Oval 161"/>
            <p:cNvSpPr>
              <a:spLocks noChangeArrowheads="1"/>
            </p:cNvSpPr>
            <p:nvPr/>
          </p:nvSpPr>
          <p:spPr bwMode="auto">
            <a:xfrm>
              <a:off x="5816600" y="2971800"/>
              <a:ext cx="152400" cy="152400"/>
            </a:xfrm>
            <a:prstGeom prst="ellipse">
              <a:avLst/>
            </a:prstGeom>
            <a:noFill/>
            <a:ln w="57150">
              <a:solidFill>
                <a:srgbClr val="FF0000"/>
              </a:solidFill>
              <a:round/>
              <a:headEnd/>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222" name="Text Box 10"/>
            <p:cNvSpPr txBox="1">
              <a:spLocks noChangeArrowheads="1"/>
            </p:cNvSpPr>
            <p:nvPr/>
          </p:nvSpPr>
          <p:spPr bwMode="auto">
            <a:xfrm>
              <a:off x="6054725" y="1544638"/>
              <a:ext cx="1382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dirty="0">
                  <a:solidFill>
                    <a:srgbClr val="B3B3B3"/>
                  </a:solidFill>
                  <a:latin typeface="Arial Narrow" panose="020B0606020202030204" pitchFamily="34" charset="0"/>
                </a:rPr>
                <a:t>Training Data</a:t>
              </a:r>
            </a:p>
          </p:txBody>
        </p:sp>
      </p:grpSp>
      <p:grpSp>
        <p:nvGrpSpPr>
          <p:cNvPr id="437" name="Group 151"/>
          <p:cNvGrpSpPr>
            <a:grpSpLocks/>
          </p:cNvGrpSpPr>
          <p:nvPr/>
        </p:nvGrpSpPr>
        <p:grpSpPr bwMode="auto">
          <a:xfrm>
            <a:off x="603250" y="3119998"/>
            <a:ext cx="3663950" cy="3424237"/>
            <a:chOff x="603244" y="2214558"/>
            <a:chExt cx="3663951" cy="3424237"/>
          </a:xfrm>
        </p:grpSpPr>
        <p:sp>
          <p:nvSpPr>
            <p:cNvPr id="438" name="Text Box 89"/>
            <p:cNvSpPr txBox="1">
              <a:spLocks noChangeArrowheads="1"/>
            </p:cNvSpPr>
            <p:nvPr/>
          </p:nvSpPr>
          <p:spPr bwMode="auto">
            <a:xfrm>
              <a:off x="3276595" y="3509958"/>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≥0.51</a:t>
              </a:r>
            </a:p>
          </p:txBody>
        </p:sp>
        <p:sp>
          <p:nvSpPr>
            <p:cNvPr id="439" name="Line 2"/>
            <p:cNvSpPr>
              <a:spLocks noChangeShapeType="1"/>
            </p:cNvSpPr>
            <p:nvPr/>
          </p:nvSpPr>
          <p:spPr bwMode="auto">
            <a:xfrm>
              <a:off x="3200395" y="3509958"/>
              <a:ext cx="457200" cy="1371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0" name="Line 3"/>
            <p:cNvSpPr>
              <a:spLocks noChangeShapeType="1"/>
            </p:cNvSpPr>
            <p:nvPr/>
          </p:nvSpPr>
          <p:spPr bwMode="auto">
            <a:xfrm>
              <a:off x="1523995" y="3509958"/>
              <a:ext cx="304800" cy="1676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1" name="Line 5"/>
            <p:cNvSpPr>
              <a:spLocks noChangeShapeType="1"/>
            </p:cNvSpPr>
            <p:nvPr/>
          </p:nvSpPr>
          <p:spPr bwMode="auto">
            <a:xfrm flipH="1">
              <a:off x="838195" y="3509958"/>
              <a:ext cx="609600" cy="12192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442" name="Group 34">
              <a:extLst>
                <a:ext uri="{FF2B5EF4-FFF2-40B4-BE49-F238E27FC236}">
                  <a16:creationId xmlns:a16="http://schemas.microsoft.com/office/drawing/2014/main" id="{8DD0A7F3-5411-4972-BF2F-5561EA6DA1F7}"/>
                </a:ext>
              </a:extLst>
            </p:cNvPr>
            <p:cNvGrpSpPr>
              <a:grpSpLocks/>
            </p:cNvGrpSpPr>
            <p:nvPr/>
          </p:nvGrpSpPr>
          <p:grpSpPr bwMode="auto">
            <a:xfrm>
              <a:off x="603244" y="4378320"/>
              <a:ext cx="827088" cy="763588"/>
              <a:chOff x="284" y="3043"/>
              <a:chExt cx="521" cy="481"/>
            </a:xfrm>
            <a:effectLst>
              <a:outerShdw blurRad="50800" dist="38100" dir="2700000" algn="tl" rotWithShape="0">
                <a:prstClr val="black">
                  <a:alpha val="40000"/>
                </a:prstClr>
              </a:outerShdw>
            </a:effectLst>
          </p:grpSpPr>
          <p:sp>
            <p:nvSpPr>
              <p:cNvPr id="470" name="Text Box 35">
                <a:extLst>
                  <a:ext uri="{FF2B5EF4-FFF2-40B4-BE49-F238E27FC236}">
                    <a16:creationId xmlns:a16="http://schemas.microsoft.com/office/drawing/2014/main" id="{A692A62A-36E7-4166-813D-37B959E1D815}"/>
                  </a:ext>
                </a:extLst>
              </p:cNvPr>
              <p:cNvSpPr txBox="1">
                <a:spLocks noChangeArrowheads="1"/>
              </p:cNvSpPr>
              <p:nvPr/>
            </p:nvSpPr>
            <p:spPr bwMode="auto">
              <a:xfrm>
                <a:off x="480" y="3312"/>
                <a:ext cx="325" cy="212"/>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40%</a:t>
                </a:r>
              </a:p>
            </p:txBody>
          </p:sp>
          <p:grpSp>
            <p:nvGrpSpPr>
              <p:cNvPr id="471" name="Group 36">
                <a:extLst>
                  <a:ext uri="{FF2B5EF4-FFF2-40B4-BE49-F238E27FC236}">
                    <a16:creationId xmlns:a16="http://schemas.microsoft.com/office/drawing/2014/main" id="{8D6E2643-F7BF-4693-AA0F-4362DACC3D1C}"/>
                  </a:ext>
                </a:extLst>
              </p:cNvPr>
              <p:cNvGrpSpPr>
                <a:grpSpLocks/>
              </p:cNvGrpSpPr>
              <p:nvPr/>
            </p:nvGrpSpPr>
            <p:grpSpPr bwMode="auto">
              <a:xfrm>
                <a:off x="284" y="3043"/>
                <a:ext cx="336" cy="409"/>
                <a:chOff x="576" y="2496"/>
                <a:chExt cx="864" cy="1127"/>
              </a:xfrm>
            </p:grpSpPr>
            <p:sp>
              <p:nvSpPr>
                <p:cNvPr id="472" name="Freeform 37">
                  <a:extLst>
                    <a:ext uri="{FF2B5EF4-FFF2-40B4-BE49-F238E27FC236}">
                      <a16:creationId xmlns:a16="http://schemas.microsoft.com/office/drawing/2014/main" id="{FAE3D8C7-3DEE-45D6-AD21-A1DFAE986456}"/>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00FFFF"/>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3" name="Freeform 38">
                  <a:extLst>
                    <a:ext uri="{FF2B5EF4-FFF2-40B4-BE49-F238E27FC236}">
                      <a16:creationId xmlns:a16="http://schemas.microsoft.com/office/drawing/2014/main" id="{086DE681-644F-401F-A3CA-2E271C36ED4B}"/>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4" name="Freeform 39">
                  <a:extLst>
                    <a:ext uri="{FF2B5EF4-FFF2-40B4-BE49-F238E27FC236}">
                      <a16:creationId xmlns:a16="http://schemas.microsoft.com/office/drawing/2014/main" id="{E2D1185A-2CC2-46EC-A4E3-013A164363A3}"/>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5" name="Freeform 40">
                  <a:extLst>
                    <a:ext uri="{FF2B5EF4-FFF2-40B4-BE49-F238E27FC236}">
                      <a16:creationId xmlns:a16="http://schemas.microsoft.com/office/drawing/2014/main" id="{A884A347-3E44-4FB7-8495-5F751B20D907}"/>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6" name="Freeform 41">
                  <a:extLst>
                    <a:ext uri="{FF2B5EF4-FFF2-40B4-BE49-F238E27FC236}">
                      <a16:creationId xmlns:a16="http://schemas.microsoft.com/office/drawing/2014/main" id="{6728320E-1556-4F68-AB0F-AA1B7C699845}"/>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7" name="Freeform 42">
                  <a:extLst>
                    <a:ext uri="{FF2B5EF4-FFF2-40B4-BE49-F238E27FC236}">
                      <a16:creationId xmlns:a16="http://schemas.microsoft.com/office/drawing/2014/main" id="{1E894B9D-BFB8-427D-B53B-D31105222F3D}"/>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8" name="Freeform 43">
                  <a:extLst>
                    <a:ext uri="{FF2B5EF4-FFF2-40B4-BE49-F238E27FC236}">
                      <a16:creationId xmlns:a16="http://schemas.microsoft.com/office/drawing/2014/main" id="{0914F112-5083-4DBA-AB1D-064614B791EA}"/>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9" name="Freeform 44">
                  <a:extLst>
                    <a:ext uri="{FF2B5EF4-FFF2-40B4-BE49-F238E27FC236}">
                      <a16:creationId xmlns:a16="http://schemas.microsoft.com/office/drawing/2014/main" id="{C7E70111-7647-4FDF-AD61-515F582439CA}"/>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80" name="Freeform 45">
                  <a:extLst>
                    <a:ext uri="{FF2B5EF4-FFF2-40B4-BE49-F238E27FC236}">
                      <a16:creationId xmlns:a16="http://schemas.microsoft.com/office/drawing/2014/main" id="{A6FA646B-759D-48EA-985F-434E64550992}"/>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sp>
          <p:nvSpPr>
            <p:cNvPr id="443" name="Text Box 46">
              <a:extLst>
                <a:ext uri="{FF2B5EF4-FFF2-40B4-BE49-F238E27FC236}">
                  <a16:creationId xmlns:a16="http://schemas.microsoft.com/office/drawing/2014/main" id="{FBD6C034-7035-4490-9BD3-423701E7B533}"/>
                </a:ext>
              </a:extLst>
            </p:cNvPr>
            <p:cNvSpPr txBox="1">
              <a:spLocks noChangeArrowheads="1"/>
            </p:cNvSpPr>
            <p:nvPr/>
          </p:nvSpPr>
          <p:spPr bwMode="auto">
            <a:xfrm>
              <a:off x="1981195" y="5302245"/>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60%</a:t>
              </a:r>
            </a:p>
          </p:txBody>
        </p:sp>
        <p:grpSp>
          <p:nvGrpSpPr>
            <p:cNvPr id="444" name="Group 47">
              <a:extLst>
                <a:ext uri="{FF2B5EF4-FFF2-40B4-BE49-F238E27FC236}">
                  <a16:creationId xmlns:a16="http://schemas.microsoft.com/office/drawing/2014/main" id="{D7102A23-F0AE-4A5D-AEB0-A7FBFB36D238}"/>
                </a:ext>
              </a:extLst>
            </p:cNvPr>
            <p:cNvGrpSpPr>
              <a:grpSpLocks/>
            </p:cNvGrpSpPr>
            <p:nvPr/>
          </p:nvGrpSpPr>
          <p:grpSpPr bwMode="auto">
            <a:xfrm flipH="1">
              <a:off x="1600193" y="4881558"/>
              <a:ext cx="533400" cy="649287"/>
              <a:chOff x="576" y="2496"/>
              <a:chExt cx="864" cy="1127"/>
            </a:xfrm>
            <a:effectLst>
              <a:outerShdw blurRad="50800" dist="38100" dir="2700000" algn="tl" rotWithShape="0">
                <a:prstClr val="black">
                  <a:alpha val="40000"/>
                </a:prstClr>
              </a:outerShdw>
            </a:effectLst>
          </p:grpSpPr>
          <p:sp>
            <p:nvSpPr>
              <p:cNvPr id="461" name="Freeform 48">
                <a:extLst>
                  <a:ext uri="{FF2B5EF4-FFF2-40B4-BE49-F238E27FC236}">
                    <a16:creationId xmlns:a16="http://schemas.microsoft.com/office/drawing/2014/main" id="{5F617B33-E55C-479B-8905-2438B2B681F3}"/>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2" name="Freeform 49">
                <a:extLst>
                  <a:ext uri="{FF2B5EF4-FFF2-40B4-BE49-F238E27FC236}">
                    <a16:creationId xmlns:a16="http://schemas.microsoft.com/office/drawing/2014/main" id="{6646F5C6-D9E6-4150-924C-F4A28F516944}"/>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3" name="Freeform 50">
                <a:extLst>
                  <a:ext uri="{FF2B5EF4-FFF2-40B4-BE49-F238E27FC236}">
                    <a16:creationId xmlns:a16="http://schemas.microsoft.com/office/drawing/2014/main" id="{7D9B536C-8C58-4131-BAE6-7733146C2F6E}"/>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4" name="Freeform 51">
                <a:extLst>
                  <a:ext uri="{FF2B5EF4-FFF2-40B4-BE49-F238E27FC236}">
                    <a16:creationId xmlns:a16="http://schemas.microsoft.com/office/drawing/2014/main" id="{14D40813-33D2-4B69-9D3A-6A40875CB682}"/>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5" name="Freeform 52">
                <a:extLst>
                  <a:ext uri="{FF2B5EF4-FFF2-40B4-BE49-F238E27FC236}">
                    <a16:creationId xmlns:a16="http://schemas.microsoft.com/office/drawing/2014/main" id="{F440FD8C-AB96-42D9-8C8B-D72AF25ACBE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6" name="Freeform 53">
                <a:extLst>
                  <a:ext uri="{FF2B5EF4-FFF2-40B4-BE49-F238E27FC236}">
                    <a16:creationId xmlns:a16="http://schemas.microsoft.com/office/drawing/2014/main" id="{B7619621-5D45-498D-A932-FB5EED46F5B8}"/>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7" name="Freeform 54">
                <a:extLst>
                  <a:ext uri="{FF2B5EF4-FFF2-40B4-BE49-F238E27FC236}">
                    <a16:creationId xmlns:a16="http://schemas.microsoft.com/office/drawing/2014/main" id="{C7AB4EF7-9D13-48D4-94ED-D88600F073FD}"/>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8" name="Freeform 55">
                <a:extLst>
                  <a:ext uri="{FF2B5EF4-FFF2-40B4-BE49-F238E27FC236}">
                    <a16:creationId xmlns:a16="http://schemas.microsoft.com/office/drawing/2014/main" id="{A26E6671-7D10-45F6-B79B-53D830382A11}"/>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9" name="Freeform 56">
                <a:extLst>
                  <a:ext uri="{FF2B5EF4-FFF2-40B4-BE49-F238E27FC236}">
                    <a16:creationId xmlns:a16="http://schemas.microsoft.com/office/drawing/2014/main" id="{516D0BD9-7BC4-41EF-8623-6F5C72087EDD}"/>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445" name="Text Box 58">
              <a:extLst>
                <a:ext uri="{FF2B5EF4-FFF2-40B4-BE49-F238E27FC236}">
                  <a16:creationId xmlns:a16="http://schemas.microsoft.com/office/drawing/2014/main" id="{37FE422D-E4F7-40A2-851D-6AE94CF1A287}"/>
                </a:ext>
              </a:extLst>
            </p:cNvPr>
            <p:cNvSpPr txBox="1">
              <a:spLocks noChangeArrowheads="1"/>
            </p:cNvSpPr>
            <p:nvPr/>
          </p:nvSpPr>
          <p:spPr bwMode="auto">
            <a:xfrm>
              <a:off x="3751258" y="5033958"/>
              <a:ext cx="515937"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CC00"/>
                  </a:solidFill>
                  <a:effectLst/>
                  <a:uLnTx/>
                  <a:uFillTx/>
                  <a:latin typeface="Arial Narrow" pitchFamily="34" charset="0"/>
                </a:rPr>
                <a:t>55%</a:t>
              </a:r>
            </a:p>
          </p:txBody>
        </p:sp>
        <p:sp>
          <p:nvSpPr>
            <p:cNvPr id="446" name="Freeform 60"/>
            <p:cNvSpPr>
              <a:spLocks/>
            </p:cNvSpPr>
            <p:nvPr/>
          </p:nvSpPr>
          <p:spPr bwMode="auto">
            <a:xfrm>
              <a:off x="3367083" y="4656133"/>
              <a:ext cx="461962" cy="600075"/>
            </a:xfrm>
            <a:custGeom>
              <a:avLst/>
              <a:gdLst>
                <a:gd name="T0" fmla="*/ 2147483646 w 1496"/>
                <a:gd name="T1" fmla="*/ 0 h 2218"/>
                <a:gd name="T2" fmla="*/ 2147483646 w 1496"/>
                <a:gd name="T3" fmla="*/ 2147483646 h 2218"/>
                <a:gd name="T4" fmla="*/ 2147483646 w 1496"/>
                <a:gd name="T5" fmla="*/ 2147483646 h 2218"/>
                <a:gd name="T6" fmla="*/ 2147483646 w 1496"/>
                <a:gd name="T7" fmla="*/ 2147483646 h 2218"/>
                <a:gd name="T8" fmla="*/ 2147483646 w 1496"/>
                <a:gd name="T9" fmla="*/ 2147483646 h 2218"/>
                <a:gd name="T10" fmla="*/ 2147483646 w 1496"/>
                <a:gd name="T11" fmla="*/ 2147483646 h 2218"/>
                <a:gd name="T12" fmla="*/ 2147483646 w 1496"/>
                <a:gd name="T13" fmla="*/ 2147483646 h 2218"/>
                <a:gd name="T14" fmla="*/ 2147483646 w 1496"/>
                <a:gd name="T15" fmla="*/ 2147483646 h 2218"/>
                <a:gd name="T16" fmla="*/ 2147483646 w 1496"/>
                <a:gd name="T17" fmla="*/ 2147483646 h 2218"/>
                <a:gd name="T18" fmla="*/ 2147483646 w 1496"/>
                <a:gd name="T19" fmla="*/ 2147483646 h 2218"/>
                <a:gd name="T20" fmla="*/ 2147483646 w 1496"/>
                <a:gd name="T21" fmla="*/ 2147483646 h 2218"/>
                <a:gd name="T22" fmla="*/ 2147483646 w 1496"/>
                <a:gd name="T23" fmla="*/ 2147483646 h 2218"/>
                <a:gd name="T24" fmla="*/ 2147483646 w 1496"/>
                <a:gd name="T25" fmla="*/ 2147483646 h 2218"/>
                <a:gd name="T26" fmla="*/ 2147483646 w 1496"/>
                <a:gd name="T27" fmla="*/ 2147483646 h 2218"/>
                <a:gd name="T28" fmla="*/ 2147483646 w 1496"/>
                <a:gd name="T29" fmla="*/ 2147483646 h 2218"/>
                <a:gd name="T30" fmla="*/ 2147483646 w 1496"/>
                <a:gd name="T31" fmla="*/ 2147483646 h 2218"/>
                <a:gd name="T32" fmla="*/ 0 w 1496"/>
                <a:gd name="T33" fmla="*/ 2147483646 h 2218"/>
                <a:gd name="T34" fmla="*/ 2147483646 w 1496"/>
                <a:gd name="T35" fmla="*/ 2147483646 h 2218"/>
                <a:gd name="T36" fmla="*/ 2147483646 w 1496"/>
                <a:gd name="T37" fmla="*/ 2147483646 h 2218"/>
                <a:gd name="T38" fmla="*/ 2147483646 w 1496"/>
                <a:gd name="T39" fmla="*/ 2147483646 h 2218"/>
                <a:gd name="T40" fmla="*/ 2147483646 w 1496"/>
                <a:gd name="T41" fmla="*/ 2147483646 h 2218"/>
                <a:gd name="T42" fmla="*/ 2147483646 w 1496"/>
                <a:gd name="T43" fmla="*/ 2147483646 h 2218"/>
                <a:gd name="T44" fmla="*/ 2147483646 w 1496"/>
                <a:gd name="T45" fmla="*/ 2147483646 h 2218"/>
                <a:gd name="T46" fmla="*/ 2147483646 w 1496"/>
                <a:gd name="T47" fmla="*/ 2147483646 h 2218"/>
                <a:gd name="T48" fmla="*/ 2147483646 w 1496"/>
                <a:gd name="T49" fmla="*/ 2147483646 h 2218"/>
                <a:gd name="T50" fmla="*/ 2147483646 w 1496"/>
                <a:gd name="T51" fmla="*/ 0 h 2218"/>
                <a:gd name="T52" fmla="*/ 2147483646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7" name="Freeform 61"/>
            <p:cNvSpPr>
              <a:spLocks/>
            </p:cNvSpPr>
            <p:nvPr/>
          </p:nvSpPr>
          <p:spPr bwMode="auto">
            <a:xfrm>
              <a:off x="3659183" y="4733920"/>
              <a:ext cx="68262" cy="93663"/>
            </a:xfrm>
            <a:custGeom>
              <a:avLst/>
              <a:gdLst>
                <a:gd name="T0" fmla="*/ 2147483646 w 221"/>
                <a:gd name="T1" fmla="*/ 2147483646 h 348"/>
                <a:gd name="T2" fmla="*/ 2147483646 w 221"/>
                <a:gd name="T3" fmla="*/ 2147483646 h 348"/>
                <a:gd name="T4" fmla="*/ 2147483646 w 221"/>
                <a:gd name="T5" fmla="*/ 2147483646 h 348"/>
                <a:gd name="T6" fmla="*/ 2147483646 w 221"/>
                <a:gd name="T7" fmla="*/ 2147483646 h 348"/>
                <a:gd name="T8" fmla="*/ 2147483646 w 221"/>
                <a:gd name="T9" fmla="*/ 2147483646 h 348"/>
                <a:gd name="T10" fmla="*/ 2147483646 w 221"/>
                <a:gd name="T11" fmla="*/ 2147483646 h 348"/>
                <a:gd name="T12" fmla="*/ 2147483646 w 221"/>
                <a:gd name="T13" fmla="*/ 2147483646 h 348"/>
                <a:gd name="T14" fmla="*/ 2147483646 w 221"/>
                <a:gd name="T15" fmla="*/ 2147483646 h 348"/>
                <a:gd name="T16" fmla="*/ 2147483646 w 221"/>
                <a:gd name="T17" fmla="*/ 2147483646 h 348"/>
                <a:gd name="T18" fmla="*/ 2147483646 w 221"/>
                <a:gd name="T19" fmla="*/ 2147483646 h 348"/>
                <a:gd name="T20" fmla="*/ 2147483646 w 221"/>
                <a:gd name="T21" fmla="*/ 2147483646 h 348"/>
                <a:gd name="T22" fmla="*/ 2147483646 w 221"/>
                <a:gd name="T23" fmla="*/ 2147483646 h 348"/>
                <a:gd name="T24" fmla="*/ 2147483646 w 221"/>
                <a:gd name="T25" fmla="*/ 2147483646 h 348"/>
                <a:gd name="T26" fmla="*/ 2147483646 w 221"/>
                <a:gd name="T27" fmla="*/ 2147483646 h 348"/>
                <a:gd name="T28" fmla="*/ 2147483646 w 221"/>
                <a:gd name="T29" fmla="*/ 2147483646 h 348"/>
                <a:gd name="T30" fmla="*/ 2147483646 w 221"/>
                <a:gd name="T31" fmla="*/ 2147483646 h 348"/>
                <a:gd name="T32" fmla="*/ 2147483646 w 221"/>
                <a:gd name="T33" fmla="*/ 2147483646 h 348"/>
                <a:gd name="T34" fmla="*/ 2147483646 w 221"/>
                <a:gd name="T35" fmla="*/ 2147483646 h 348"/>
                <a:gd name="T36" fmla="*/ 2147483646 w 221"/>
                <a:gd name="T37" fmla="*/ 2147483646 h 348"/>
                <a:gd name="T38" fmla="*/ 2147483646 w 221"/>
                <a:gd name="T39" fmla="*/ 2147483646 h 348"/>
                <a:gd name="T40" fmla="*/ 2147483646 w 221"/>
                <a:gd name="T41" fmla="*/ 2147483646 h 348"/>
                <a:gd name="T42" fmla="*/ 2147483646 w 221"/>
                <a:gd name="T43" fmla="*/ 2147483646 h 348"/>
                <a:gd name="T44" fmla="*/ 2147483646 w 221"/>
                <a:gd name="T45" fmla="*/ 2147483646 h 348"/>
                <a:gd name="T46" fmla="*/ 2147483646 w 221"/>
                <a:gd name="T47" fmla="*/ 2147483646 h 348"/>
                <a:gd name="T48" fmla="*/ 0 w 221"/>
                <a:gd name="T49" fmla="*/ 2147483646 h 348"/>
                <a:gd name="T50" fmla="*/ 0 w 221"/>
                <a:gd name="T51" fmla="*/ 2147483646 h 348"/>
                <a:gd name="T52" fmla="*/ 0 w 221"/>
                <a:gd name="T53" fmla="*/ 2147483646 h 348"/>
                <a:gd name="T54" fmla="*/ 0 w 221"/>
                <a:gd name="T55" fmla="*/ 2147483646 h 348"/>
                <a:gd name="T56" fmla="*/ 0 w 221"/>
                <a:gd name="T57" fmla="*/ 2147483646 h 348"/>
                <a:gd name="T58" fmla="*/ 0 w 221"/>
                <a:gd name="T59" fmla="*/ 2147483646 h 348"/>
                <a:gd name="T60" fmla="*/ 0 w 221"/>
                <a:gd name="T61" fmla="*/ 2147483646 h 348"/>
                <a:gd name="T62" fmla="*/ 0 w 221"/>
                <a:gd name="T63" fmla="*/ 2147483646 h 348"/>
                <a:gd name="T64" fmla="*/ 0 w 221"/>
                <a:gd name="T65" fmla="*/ 2147483646 h 348"/>
                <a:gd name="T66" fmla="*/ 0 w 221"/>
                <a:gd name="T67" fmla="*/ 2147483646 h 348"/>
                <a:gd name="T68" fmla="*/ 2147483646 w 221"/>
                <a:gd name="T69" fmla="*/ 2147483646 h 348"/>
                <a:gd name="T70" fmla="*/ 2147483646 w 221"/>
                <a:gd name="T71" fmla="*/ 2147483646 h 348"/>
                <a:gd name="T72" fmla="*/ 2147483646 w 221"/>
                <a:gd name="T73" fmla="*/ 2147483646 h 348"/>
                <a:gd name="T74" fmla="*/ 2147483646 w 221"/>
                <a:gd name="T75" fmla="*/ 2147483646 h 348"/>
                <a:gd name="T76" fmla="*/ 2147483646 w 221"/>
                <a:gd name="T77" fmla="*/ 2147483646 h 348"/>
                <a:gd name="T78" fmla="*/ 2147483646 w 221"/>
                <a:gd name="T79" fmla="*/ 2147483646 h 348"/>
                <a:gd name="T80" fmla="*/ 2147483646 w 221"/>
                <a:gd name="T81" fmla="*/ 2147483646 h 348"/>
                <a:gd name="T82" fmla="*/ 2147483646 w 221"/>
                <a:gd name="T83" fmla="*/ 2147483646 h 348"/>
                <a:gd name="T84" fmla="*/ 2147483646 w 221"/>
                <a:gd name="T85" fmla="*/ 2147483646 h 348"/>
                <a:gd name="T86" fmla="*/ 2147483646 w 221"/>
                <a:gd name="T87" fmla="*/ 2147483646 h 348"/>
                <a:gd name="T88" fmla="*/ 2147483646 w 221"/>
                <a:gd name="T89" fmla="*/ 2147483646 h 348"/>
                <a:gd name="T90" fmla="*/ 2147483646 w 221"/>
                <a:gd name="T91" fmla="*/ 2147483646 h 348"/>
                <a:gd name="T92" fmla="*/ 2147483646 w 221"/>
                <a:gd name="T93" fmla="*/ 2147483646 h 348"/>
                <a:gd name="T94" fmla="*/ 2147483646 w 221"/>
                <a:gd name="T95" fmla="*/ 2147483646 h 348"/>
                <a:gd name="T96" fmla="*/ 2147483646 w 221"/>
                <a:gd name="T97" fmla="*/ 2147483646 h 348"/>
                <a:gd name="T98" fmla="*/ 2147483646 w 221"/>
                <a:gd name="T99" fmla="*/ 2147483646 h 348"/>
                <a:gd name="T100" fmla="*/ 2147483646 w 221"/>
                <a:gd name="T101" fmla="*/ 2147483646 h 348"/>
                <a:gd name="T102" fmla="*/ 2147483646 w 221"/>
                <a:gd name="T103" fmla="*/ 2147483646 h 348"/>
                <a:gd name="T104" fmla="*/ 2147483646 w 221"/>
                <a:gd name="T105" fmla="*/ 2147483646 h 348"/>
                <a:gd name="T106" fmla="*/ 2147483646 w 221"/>
                <a:gd name="T107" fmla="*/ 2147483646 h 348"/>
                <a:gd name="T108" fmla="*/ 2147483646 w 221"/>
                <a:gd name="T109" fmla="*/ 2147483646 h 348"/>
                <a:gd name="T110" fmla="*/ 2147483646 w 221"/>
                <a:gd name="T111" fmla="*/ 2147483646 h 348"/>
                <a:gd name="T112" fmla="*/ 2147483646 w 221"/>
                <a:gd name="T113" fmla="*/ 2147483646 h 348"/>
                <a:gd name="T114" fmla="*/ 2147483646 w 221"/>
                <a:gd name="T115" fmla="*/ 2147483646 h 348"/>
                <a:gd name="T116" fmla="*/ 2147483646 w 221"/>
                <a:gd name="T117" fmla="*/ 2147483646 h 348"/>
                <a:gd name="T118" fmla="*/ 2147483646 w 221"/>
                <a:gd name="T119" fmla="*/ 0 h 348"/>
                <a:gd name="T120" fmla="*/ 2147483646 w 221"/>
                <a:gd name="T121" fmla="*/ 2147483646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8" name="Freeform 62"/>
            <p:cNvSpPr>
              <a:spLocks/>
            </p:cNvSpPr>
            <p:nvPr/>
          </p:nvSpPr>
          <p:spPr bwMode="auto">
            <a:xfrm>
              <a:off x="3584570" y="4765670"/>
              <a:ext cx="79375" cy="165100"/>
            </a:xfrm>
            <a:custGeom>
              <a:avLst/>
              <a:gdLst>
                <a:gd name="T0" fmla="*/ 2147483646 w 258"/>
                <a:gd name="T1" fmla="*/ 2147483646 h 614"/>
                <a:gd name="T2" fmla="*/ 2147483646 w 258"/>
                <a:gd name="T3" fmla="*/ 2147483646 h 614"/>
                <a:gd name="T4" fmla="*/ 2147483646 w 258"/>
                <a:gd name="T5" fmla="*/ 2147483646 h 614"/>
                <a:gd name="T6" fmla="*/ 2147483646 w 258"/>
                <a:gd name="T7" fmla="*/ 2147483646 h 614"/>
                <a:gd name="T8" fmla="*/ 2147483646 w 258"/>
                <a:gd name="T9" fmla="*/ 2147483646 h 614"/>
                <a:gd name="T10" fmla="*/ 2147483646 w 258"/>
                <a:gd name="T11" fmla="*/ 2147483646 h 614"/>
                <a:gd name="T12" fmla="*/ 2147483646 w 258"/>
                <a:gd name="T13" fmla="*/ 2147483646 h 614"/>
                <a:gd name="T14" fmla="*/ 2147483646 w 258"/>
                <a:gd name="T15" fmla="*/ 2147483646 h 614"/>
                <a:gd name="T16" fmla="*/ 2147483646 w 258"/>
                <a:gd name="T17" fmla="*/ 2147483646 h 614"/>
                <a:gd name="T18" fmla="*/ 2147483646 w 258"/>
                <a:gd name="T19" fmla="*/ 2147483646 h 614"/>
                <a:gd name="T20" fmla="*/ 2147483646 w 258"/>
                <a:gd name="T21" fmla="*/ 2147483646 h 614"/>
                <a:gd name="T22" fmla="*/ 2147483646 w 258"/>
                <a:gd name="T23" fmla="*/ 2147483646 h 614"/>
                <a:gd name="T24" fmla="*/ 2147483646 w 258"/>
                <a:gd name="T25" fmla="*/ 2147483646 h 614"/>
                <a:gd name="T26" fmla="*/ 2147483646 w 258"/>
                <a:gd name="T27" fmla="*/ 2147483646 h 614"/>
                <a:gd name="T28" fmla="*/ 2147483646 w 258"/>
                <a:gd name="T29" fmla="*/ 2147483646 h 614"/>
                <a:gd name="T30" fmla="*/ 0 w 258"/>
                <a:gd name="T31" fmla="*/ 2147483646 h 614"/>
                <a:gd name="T32" fmla="*/ 0 w 258"/>
                <a:gd name="T33" fmla="*/ 2147483646 h 614"/>
                <a:gd name="T34" fmla="*/ 0 w 258"/>
                <a:gd name="T35" fmla="*/ 2147483646 h 614"/>
                <a:gd name="T36" fmla="*/ 0 w 258"/>
                <a:gd name="T37" fmla="*/ 2147483646 h 614"/>
                <a:gd name="T38" fmla="*/ 2147483646 w 258"/>
                <a:gd name="T39" fmla="*/ 2147483646 h 614"/>
                <a:gd name="T40" fmla="*/ 2147483646 w 258"/>
                <a:gd name="T41" fmla="*/ 2147483646 h 614"/>
                <a:gd name="T42" fmla="*/ 2147483646 w 258"/>
                <a:gd name="T43" fmla="*/ 2147483646 h 614"/>
                <a:gd name="T44" fmla="*/ 2147483646 w 258"/>
                <a:gd name="T45" fmla="*/ 2147483646 h 614"/>
                <a:gd name="T46" fmla="*/ 2147483646 w 258"/>
                <a:gd name="T47" fmla="*/ 2147483646 h 614"/>
                <a:gd name="T48" fmla="*/ 2147483646 w 258"/>
                <a:gd name="T49" fmla="*/ 2147483646 h 614"/>
                <a:gd name="T50" fmla="*/ 2147483646 w 258"/>
                <a:gd name="T51" fmla="*/ 2147483646 h 614"/>
                <a:gd name="T52" fmla="*/ 2147483646 w 258"/>
                <a:gd name="T53" fmla="*/ 2147483646 h 614"/>
                <a:gd name="T54" fmla="*/ 2147483646 w 258"/>
                <a:gd name="T55" fmla="*/ 2147483646 h 614"/>
                <a:gd name="T56" fmla="*/ 2147483646 w 258"/>
                <a:gd name="T57" fmla="*/ 2147483646 h 614"/>
                <a:gd name="T58" fmla="*/ 2147483646 w 258"/>
                <a:gd name="T59" fmla="*/ 2147483646 h 614"/>
                <a:gd name="T60" fmla="*/ 2147483646 w 258"/>
                <a:gd name="T61" fmla="*/ 2147483646 h 614"/>
                <a:gd name="T62" fmla="*/ 2147483646 w 258"/>
                <a:gd name="T63" fmla="*/ 2147483646 h 614"/>
                <a:gd name="T64" fmla="*/ 2147483646 w 258"/>
                <a:gd name="T65" fmla="*/ 2147483646 h 614"/>
                <a:gd name="T66" fmla="*/ 2147483646 w 258"/>
                <a:gd name="T67" fmla="*/ 2147483646 h 614"/>
                <a:gd name="T68" fmla="*/ 2147483646 w 258"/>
                <a:gd name="T69" fmla="*/ 2147483646 h 614"/>
                <a:gd name="T70" fmla="*/ 2147483646 w 258"/>
                <a:gd name="T71" fmla="*/ 2147483646 h 614"/>
                <a:gd name="T72" fmla="*/ 2147483646 w 258"/>
                <a:gd name="T73" fmla="*/ 2147483646 h 614"/>
                <a:gd name="T74" fmla="*/ 2147483646 w 258"/>
                <a:gd name="T75" fmla="*/ 2147483646 h 614"/>
                <a:gd name="T76" fmla="*/ 2147483646 w 258"/>
                <a:gd name="T77" fmla="*/ 2147483646 h 614"/>
                <a:gd name="T78" fmla="*/ 2147483646 w 258"/>
                <a:gd name="T79" fmla="*/ 2147483646 h 614"/>
                <a:gd name="T80" fmla="*/ 2147483646 w 258"/>
                <a:gd name="T81" fmla="*/ 2147483646 h 614"/>
                <a:gd name="T82" fmla="*/ 2147483646 w 258"/>
                <a:gd name="T83" fmla="*/ 2147483646 h 614"/>
                <a:gd name="T84" fmla="*/ 2147483646 w 258"/>
                <a:gd name="T85" fmla="*/ 2147483646 h 614"/>
                <a:gd name="T86" fmla="*/ 2147483646 w 258"/>
                <a:gd name="T87" fmla="*/ 2147483646 h 614"/>
                <a:gd name="T88" fmla="*/ 2147483646 w 258"/>
                <a:gd name="T89" fmla="*/ 2147483646 h 614"/>
                <a:gd name="T90" fmla="*/ 2147483646 w 258"/>
                <a:gd name="T91" fmla="*/ 2147483646 h 614"/>
                <a:gd name="T92" fmla="*/ 2147483646 w 258"/>
                <a:gd name="T93" fmla="*/ 2147483646 h 614"/>
                <a:gd name="T94" fmla="*/ 2147483646 w 258"/>
                <a:gd name="T95" fmla="*/ 2147483646 h 614"/>
                <a:gd name="T96" fmla="*/ 2147483646 w 258"/>
                <a:gd name="T97" fmla="*/ 2147483646 h 614"/>
                <a:gd name="T98" fmla="*/ 2147483646 w 258"/>
                <a:gd name="T99" fmla="*/ 2147483646 h 614"/>
                <a:gd name="T100" fmla="*/ 2147483646 w 258"/>
                <a:gd name="T101" fmla="*/ 2147483646 h 614"/>
                <a:gd name="T102" fmla="*/ 2147483646 w 258"/>
                <a:gd name="T103" fmla="*/ 2147483646 h 614"/>
                <a:gd name="T104" fmla="*/ 2147483646 w 258"/>
                <a:gd name="T105" fmla="*/ 2147483646 h 614"/>
                <a:gd name="T106" fmla="*/ 2147483646 w 258"/>
                <a:gd name="T107" fmla="*/ 2147483646 h 614"/>
                <a:gd name="T108" fmla="*/ 2147483646 w 258"/>
                <a:gd name="T109" fmla="*/ 2147483646 h 614"/>
                <a:gd name="T110" fmla="*/ 2147483646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9" name="Freeform 64"/>
            <p:cNvSpPr>
              <a:spLocks/>
            </p:cNvSpPr>
            <p:nvPr/>
          </p:nvSpPr>
          <p:spPr bwMode="auto">
            <a:xfrm>
              <a:off x="3428995" y="4856158"/>
              <a:ext cx="138113" cy="260350"/>
            </a:xfrm>
            <a:custGeom>
              <a:avLst/>
              <a:gdLst>
                <a:gd name="T0" fmla="*/ 2147483646 w 451"/>
                <a:gd name="T1" fmla="*/ 2147483646 h 957"/>
                <a:gd name="T2" fmla="*/ 2147483646 w 451"/>
                <a:gd name="T3" fmla="*/ 2147483646 h 957"/>
                <a:gd name="T4" fmla="*/ 2147483646 w 451"/>
                <a:gd name="T5" fmla="*/ 2147483646 h 957"/>
                <a:gd name="T6" fmla="*/ 2147483646 w 451"/>
                <a:gd name="T7" fmla="*/ 2147483646 h 957"/>
                <a:gd name="T8" fmla="*/ 2147483646 w 451"/>
                <a:gd name="T9" fmla="*/ 2147483646 h 957"/>
                <a:gd name="T10" fmla="*/ 2147483646 w 451"/>
                <a:gd name="T11" fmla="*/ 2147483646 h 957"/>
                <a:gd name="T12" fmla="*/ 2147483646 w 451"/>
                <a:gd name="T13" fmla="*/ 2147483646 h 957"/>
                <a:gd name="T14" fmla="*/ 2147483646 w 451"/>
                <a:gd name="T15" fmla="*/ 2147483646 h 957"/>
                <a:gd name="T16" fmla="*/ 0 w 451"/>
                <a:gd name="T17" fmla="*/ 2147483646 h 957"/>
                <a:gd name="T18" fmla="*/ 0 w 451"/>
                <a:gd name="T19" fmla="*/ 2147483646 h 957"/>
                <a:gd name="T20" fmla="*/ 0 w 451"/>
                <a:gd name="T21" fmla="*/ 2147483646 h 957"/>
                <a:gd name="T22" fmla="*/ 0 w 451"/>
                <a:gd name="T23" fmla="*/ 2147483646 h 957"/>
                <a:gd name="T24" fmla="*/ 2147483646 w 451"/>
                <a:gd name="T25" fmla="*/ 2147483646 h 957"/>
                <a:gd name="T26" fmla="*/ 2147483646 w 451"/>
                <a:gd name="T27" fmla="*/ 2147483646 h 957"/>
                <a:gd name="T28" fmla="*/ 2147483646 w 451"/>
                <a:gd name="T29" fmla="*/ 2147483646 h 957"/>
                <a:gd name="T30" fmla="*/ 2147483646 w 451"/>
                <a:gd name="T31" fmla="*/ 2147483646 h 957"/>
                <a:gd name="T32" fmla="*/ 2147483646 w 451"/>
                <a:gd name="T33" fmla="*/ 2147483646 h 957"/>
                <a:gd name="T34" fmla="*/ 2147483646 w 451"/>
                <a:gd name="T35" fmla="*/ 2147483646 h 957"/>
                <a:gd name="T36" fmla="*/ 2147483646 w 451"/>
                <a:gd name="T37" fmla="*/ 2147483646 h 957"/>
                <a:gd name="T38" fmla="*/ 2147483646 w 451"/>
                <a:gd name="T39" fmla="*/ 2147483646 h 957"/>
                <a:gd name="T40" fmla="*/ 2147483646 w 451"/>
                <a:gd name="T41" fmla="*/ 2147483646 h 957"/>
                <a:gd name="T42" fmla="*/ 2147483646 w 451"/>
                <a:gd name="T43" fmla="*/ 2147483646 h 957"/>
                <a:gd name="T44" fmla="*/ 2147483646 w 451"/>
                <a:gd name="T45" fmla="*/ 2147483646 h 957"/>
                <a:gd name="T46" fmla="*/ 2147483646 w 451"/>
                <a:gd name="T47" fmla="*/ 2147483646 h 957"/>
                <a:gd name="T48" fmla="*/ 2147483646 w 451"/>
                <a:gd name="T49" fmla="*/ 2147483646 h 957"/>
                <a:gd name="T50" fmla="*/ 2147483646 w 451"/>
                <a:gd name="T51" fmla="*/ 2147483646 h 957"/>
                <a:gd name="T52" fmla="*/ 2147483646 w 451"/>
                <a:gd name="T53" fmla="*/ 2147483646 h 957"/>
                <a:gd name="T54" fmla="*/ 2147483646 w 451"/>
                <a:gd name="T55" fmla="*/ 2147483646 h 957"/>
                <a:gd name="T56" fmla="*/ 2147483646 w 451"/>
                <a:gd name="T57" fmla="*/ 2147483646 h 957"/>
                <a:gd name="T58" fmla="*/ 2147483646 w 451"/>
                <a:gd name="T59" fmla="*/ 2147483646 h 957"/>
                <a:gd name="T60" fmla="*/ 2147483646 w 451"/>
                <a:gd name="T61" fmla="*/ 2147483646 h 957"/>
                <a:gd name="T62" fmla="*/ 2147483646 w 451"/>
                <a:gd name="T63" fmla="*/ 2147483646 h 957"/>
                <a:gd name="T64" fmla="*/ 2147483646 w 451"/>
                <a:gd name="T65" fmla="*/ 2147483646 h 957"/>
                <a:gd name="T66" fmla="*/ 2147483646 w 451"/>
                <a:gd name="T67" fmla="*/ 2147483646 h 957"/>
                <a:gd name="T68" fmla="*/ 2147483646 w 451"/>
                <a:gd name="T69" fmla="*/ 2147483646 h 957"/>
                <a:gd name="T70" fmla="*/ 2147483646 w 451"/>
                <a:gd name="T71" fmla="*/ 2147483646 h 957"/>
                <a:gd name="T72" fmla="*/ 2147483646 w 451"/>
                <a:gd name="T73" fmla="*/ 2147483646 h 957"/>
                <a:gd name="T74" fmla="*/ 2147483646 w 451"/>
                <a:gd name="T75" fmla="*/ 2147483646 h 957"/>
                <a:gd name="T76" fmla="*/ 2147483646 w 451"/>
                <a:gd name="T77" fmla="*/ 2147483646 h 957"/>
                <a:gd name="T78" fmla="*/ 2147483646 w 451"/>
                <a:gd name="T79" fmla="*/ 2147483646 h 957"/>
                <a:gd name="T80" fmla="*/ 2147483646 w 451"/>
                <a:gd name="T81" fmla="*/ 2147483646 h 957"/>
                <a:gd name="T82" fmla="*/ 2147483646 w 451"/>
                <a:gd name="T83" fmla="*/ 2147483646 h 957"/>
                <a:gd name="T84" fmla="*/ 2147483646 w 451"/>
                <a:gd name="T85" fmla="*/ 2147483646 h 957"/>
                <a:gd name="T86" fmla="*/ 2147483646 w 451"/>
                <a:gd name="T87" fmla="*/ 2147483646 h 957"/>
                <a:gd name="T88" fmla="*/ 2147483646 w 451"/>
                <a:gd name="T89" fmla="*/ 2147483646 h 957"/>
                <a:gd name="T90" fmla="*/ 2147483646 w 451"/>
                <a:gd name="T91" fmla="*/ 2147483646 h 957"/>
                <a:gd name="T92" fmla="*/ 2147483646 w 451"/>
                <a:gd name="T93" fmla="*/ 2147483646 h 957"/>
                <a:gd name="T94" fmla="*/ 2147483646 w 451"/>
                <a:gd name="T95" fmla="*/ 2147483646 h 957"/>
                <a:gd name="T96" fmla="*/ 2147483646 w 451"/>
                <a:gd name="T97" fmla="*/ 2147483646 h 957"/>
                <a:gd name="T98" fmla="*/ 2147483646 w 451"/>
                <a:gd name="T99" fmla="*/ 2147483646 h 957"/>
                <a:gd name="T100" fmla="*/ 2147483646 w 451"/>
                <a:gd name="T101" fmla="*/ 2147483646 h 957"/>
                <a:gd name="T102" fmla="*/ 2147483646 w 451"/>
                <a:gd name="T103" fmla="*/ 2147483646 h 957"/>
                <a:gd name="T104" fmla="*/ 2147483646 w 451"/>
                <a:gd name="T105" fmla="*/ 2147483646 h 957"/>
                <a:gd name="T106" fmla="*/ 2147483646 w 451"/>
                <a:gd name="T107" fmla="*/ 2147483646 h 957"/>
                <a:gd name="T108" fmla="*/ 2147483646 w 451"/>
                <a:gd name="T109" fmla="*/ 2147483646 h 957"/>
                <a:gd name="T110" fmla="*/ 2147483646 w 451"/>
                <a:gd name="T111" fmla="*/ 2147483646 h 957"/>
                <a:gd name="T112" fmla="*/ 2147483646 w 451"/>
                <a:gd name="T113" fmla="*/ 2147483646 h 957"/>
                <a:gd name="T114" fmla="*/ 2147483646 w 451"/>
                <a:gd name="T115" fmla="*/ 2147483646 h 957"/>
                <a:gd name="T116" fmla="*/ 2147483646 w 451"/>
                <a:gd name="T117" fmla="*/ 2147483646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0" name="Freeform 65">
              <a:extLst>
                <a:ext uri="{FF2B5EF4-FFF2-40B4-BE49-F238E27FC236}">
                  <a16:creationId xmlns:a16="http://schemas.microsoft.com/office/drawing/2014/main" id="{4A7C67AF-01BA-4B4D-A666-8CF3ED7D727A}"/>
                </a:ext>
              </a:extLst>
            </p:cNvPr>
            <p:cNvSpPr>
              <a:spLocks/>
            </p:cNvSpPr>
            <p:nvPr/>
          </p:nvSpPr>
          <p:spPr bwMode="auto">
            <a:xfrm>
              <a:off x="3352795" y="4652958"/>
              <a:ext cx="417513" cy="504825"/>
            </a:xfrm>
            <a:custGeom>
              <a:avLst/>
              <a:gdLst>
                <a:gd name="T0" fmla="*/ 2147483647 w 1350"/>
                <a:gd name="T1" fmla="*/ 177765983 h 1868"/>
                <a:gd name="T2" fmla="*/ 2147483647 w 1350"/>
                <a:gd name="T3" fmla="*/ 375324182 h 1868"/>
                <a:gd name="T4" fmla="*/ 2147483647 w 1350"/>
                <a:gd name="T5" fmla="*/ 513578634 h 1868"/>
                <a:gd name="T6" fmla="*/ 2147483647 w 1350"/>
                <a:gd name="T7" fmla="*/ 572809482 h 1868"/>
                <a:gd name="T8" fmla="*/ 2147483647 w 1350"/>
                <a:gd name="T9" fmla="*/ 612320946 h 1868"/>
                <a:gd name="T10" fmla="*/ 2147483647 w 1350"/>
                <a:gd name="T11" fmla="*/ 829598866 h 1868"/>
                <a:gd name="T12" fmla="*/ 2147483647 w 1350"/>
                <a:gd name="T13" fmla="*/ 908621794 h 1868"/>
                <a:gd name="T14" fmla="*/ 2147483647 w 1350"/>
                <a:gd name="T15" fmla="*/ 849317844 h 1868"/>
                <a:gd name="T16" fmla="*/ 2147483647 w 1350"/>
                <a:gd name="T17" fmla="*/ 1046876246 h 1868"/>
                <a:gd name="T18" fmla="*/ 2066744889 w 1350"/>
                <a:gd name="T19" fmla="*/ 1224641892 h 1868"/>
                <a:gd name="T20" fmla="*/ 1771482277 w 1350"/>
                <a:gd name="T21" fmla="*/ 1343177365 h 1868"/>
                <a:gd name="T22" fmla="*/ 1446663466 w 1350"/>
                <a:gd name="T23" fmla="*/ 1343177365 h 1868"/>
                <a:gd name="T24" fmla="*/ 1210511085 w 1350"/>
                <a:gd name="T25" fmla="*/ 1540662259 h 1868"/>
                <a:gd name="T26" fmla="*/ 885693511 w 1350"/>
                <a:gd name="T27" fmla="*/ 1757940179 h 1868"/>
                <a:gd name="T28" fmla="*/ 649540203 w 1350"/>
                <a:gd name="T29" fmla="*/ 1975217019 h 1868"/>
                <a:gd name="T30" fmla="*/ 531416076 w 1350"/>
                <a:gd name="T31" fmla="*/ 2147483647 h 1868"/>
                <a:gd name="T32" fmla="*/ 206693679 w 1350"/>
                <a:gd name="T33" fmla="*/ 2147483647 h 1868"/>
                <a:gd name="T34" fmla="*/ 147583718 w 1350"/>
                <a:gd name="T35" fmla="*/ 2147483647 h 1868"/>
                <a:gd name="T36" fmla="*/ 88569359 w 1350"/>
                <a:gd name="T37" fmla="*/ 2147483647 h 1868"/>
                <a:gd name="T38" fmla="*/ 88569359 w 1350"/>
                <a:gd name="T39" fmla="*/ 2147483647 h 1868"/>
                <a:gd name="T40" fmla="*/ 147583718 w 1350"/>
                <a:gd name="T41" fmla="*/ 2147483647 h 1868"/>
                <a:gd name="T42" fmla="*/ 0 w 1350"/>
                <a:gd name="T43" fmla="*/ 2147483647 h 1868"/>
                <a:gd name="T44" fmla="*/ 29554971 w 1350"/>
                <a:gd name="T45" fmla="*/ 2147483647 h 1868"/>
                <a:gd name="T46" fmla="*/ 147583718 w 1350"/>
                <a:gd name="T47" fmla="*/ 2147483647 h 1868"/>
                <a:gd name="T48" fmla="*/ 324722474 w 1350"/>
                <a:gd name="T49" fmla="*/ 2147483647 h 1868"/>
                <a:gd name="T50" fmla="*/ 590525998 w 1350"/>
                <a:gd name="T51" fmla="*/ 2147483647 h 1868"/>
                <a:gd name="T52" fmla="*/ 619985396 w 1350"/>
                <a:gd name="T53" fmla="*/ 2147483647 h 1868"/>
                <a:gd name="T54" fmla="*/ 915248472 w 1350"/>
                <a:gd name="T55" fmla="*/ 2147483647 h 1868"/>
                <a:gd name="T56" fmla="*/ 1299080405 w 1350"/>
                <a:gd name="T57" fmla="*/ 2147483647 h 1868"/>
                <a:gd name="T58" fmla="*/ 1712372354 w 1350"/>
                <a:gd name="T59" fmla="*/ 2147483647 h 1868"/>
                <a:gd name="T60" fmla="*/ 2096204596 w 1350"/>
                <a:gd name="T61" fmla="*/ 2147483647 h 1868"/>
                <a:gd name="T62" fmla="*/ 2147483647 w 1350"/>
                <a:gd name="T63" fmla="*/ 2147483647 h 1868"/>
                <a:gd name="T64" fmla="*/ 2147483647 w 1350"/>
                <a:gd name="T65" fmla="*/ 2147483647 h 1868"/>
                <a:gd name="T66" fmla="*/ 2125759557 w 1350"/>
                <a:gd name="T67" fmla="*/ 2147483647 h 1868"/>
                <a:gd name="T68" fmla="*/ 1801037238 w 1350"/>
                <a:gd name="T69" fmla="*/ 2147483647 h 1868"/>
                <a:gd name="T70" fmla="*/ 1476219664 w 1350"/>
                <a:gd name="T71" fmla="*/ 2147483647 h 1868"/>
                <a:gd name="T72" fmla="*/ 1180956124 w 1350"/>
                <a:gd name="T73" fmla="*/ 2147483647 h 1868"/>
                <a:gd name="T74" fmla="*/ 974262522 w 1350"/>
                <a:gd name="T75" fmla="*/ 2147483647 h 1868"/>
                <a:gd name="T76" fmla="*/ 797123882 w 1350"/>
                <a:gd name="T77" fmla="*/ 2147483647 h 1868"/>
                <a:gd name="T78" fmla="*/ 738109832 w 1350"/>
                <a:gd name="T79" fmla="*/ 2147483647 h 1868"/>
                <a:gd name="T80" fmla="*/ 708554871 w 1350"/>
                <a:gd name="T81" fmla="*/ 2147483647 h 1868"/>
                <a:gd name="T82" fmla="*/ 708554871 w 1350"/>
                <a:gd name="T83" fmla="*/ 2147483647 h 1868"/>
                <a:gd name="T84" fmla="*/ 354277435 w 1350"/>
                <a:gd name="T85" fmla="*/ 2147483647 h 1868"/>
                <a:gd name="T86" fmla="*/ 324722474 w 1350"/>
                <a:gd name="T87" fmla="*/ 2147483647 h 1868"/>
                <a:gd name="T88" fmla="*/ 324722474 w 1350"/>
                <a:gd name="T89" fmla="*/ 2147483647 h 1868"/>
                <a:gd name="T90" fmla="*/ 324722474 w 1350"/>
                <a:gd name="T91" fmla="*/ 2147483647 h 1868"/>
                <a:gd name="T92" fmla="*/ 590525998 w 1350"/>
                <a:gd name="T93" fmla="*/ 2147483647 h 1868"/>
                <a:gd name="T94" fmla="*/ 679095164 w 1350"/>
                <a:gd name="T95" fmla="*/ 2147483647 h 1868"/>
                <a:gd name="T96" fmla="*/ 885693511 w 1350"/>
                <a:gd name="T97" fmla="*/ 2034521509 h 1868"/>
                <a:gd name="T98" fmla="*/ 1121942074 w 1350"/>
                <a:gd name="T99" fmla="*/ 1777732125 h 1868"/>
                <a:gd name="T100" fmla="*/ 1328635367 w 1350"/>
                <a:gd name="T101" fmla="*/ 1580173723 h 1868"/>
                <a:gd name="T102" fmla="*/ 1564788056 w 1350"/>
                <a:gd name="T103" fmla="*/ 1520942740 h 1868"/>
                <a:gd name="T104" fmla="*/ 1860051906 w 1350"/>
                <a:gd name="T105" fmla="*/ 1501150795 h 1868"/>
                <a:gd name="T106" fmla="*/ 2147483647 w 1350"/>
                <a:gd name="T107" fmla="*/ 1362896884 h 1868"/>
                <a:gd name="T108" fmla="*/ 2147483647 w 1350"/>
                <a:gd name="T109" fmla="*/ 1145618963 h 1868"/>
                <a:gd name="T110" fmla="*/ 2147483647 w 1350"/>
                <a:gd name="T111" fmla="*/ 1046876246 h 1868"/>
                <a:gd name="T112" fmla="*/ 2147483647 w 1350"/>
                <a:gd name="T113" fmla="*/ 928341313 h 1868"/>
                <a:gd name="T114" fmla="*/ 2147483647 w 1350"/>
                <a:gd name="T115" fmla="*/ 750575397 h 1868"/>
                <a:gd name="T116" fmla="*/ 2147483647 w 1350"/>
                <a:gd name="T117" fmla="*/ 711063933 h 1868"/>
                <a:gd name="T118" fmla="*/ 2147483647 w 1350"/>
                <a:gd name="T119" fmla="*/ 592601968 h 1868"/>
                <a:gd name="T120" fmla="*/ 2147483647 w 1350"/>
                <a:gd name="T121" fmla="*/ 454274414 h 1868"/>
                <a:gd name="T122" fmla="*/ 2147483647 w 1350"/>
                <a:gd name="T123" fmla="*/ 25678918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a:effectLst>
              <a:outerShdw blurRad="50800" dist="38100" dir="2700000" algn="tl" rotWithShape="0">
                <a:prstClr val="black">
                  <a:alpha val="40000"/>
                </a:prstClr>
              </a:outerShdw>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51" name="Freeform 66"/>
            <p:cNvSpPr>
              <a:spLocks/>
            </p:cNvSpPr>
            <p:nvPr/>
          </p:nvSpPr>
          <p:spPr bwMode="auto">
            <a:xfrm>
              <a:off x="3584570" y="4659308"/>
              <a:ext cx="301625" cy="515937"/>
            </a:xfrm>
            <a:custGeom>
              <a:avLst/>
              <a:gdLst>
                <a:gd name="T0" fmla="*/ 2147483646 w 977"/>
                <a:gd name="T1" fmla="*/ 2147483646 h 1904"/>
                <a:gd name="T2" fmla="*/ 2147483646 w 977"/>
                <a:gd name="T3" fmla="*/ 2147483646 h 1904"/>
                <a:gd name="T4" fmla="*/ 2147483646 w 977"/>
                <a:gd name="T5" fmla="*/ 2147483646 h 1904"/>
                <a:gd name="T6" fmla="*/ 2147483646 w 977"/>
                <a:gd name="T7" fmla="*/ 2147483646 h 1904"/>
                <a:gd name="T8" fmla="*/ 2147483646 w 977"/>
                <a:gd name="T9" fmla="*/ 2147483646 h 1904"/>
                <a:gd name="T10" fmla="*/ 2147483646 w 977"/>
                <a:gd name="T11" fmla="*/ 2147483646 h 1904"/>
                <a:gd name="T12" fmla="*/ 2147483646 w 977"/>
                <a:gd name="T13" fmla="*/ 2147483646 h 1904"/>
                <a:gd name="T14" fmla="*/ 2147483646 w 977"/>
                <a:gd name="T15" fmla="*/ 2147483646 h 1904"/>
                <a:gd name="T16" fmla="*/ 2147483646 w 977"/>
                <a:gd name="T17" fmla="*/ 2147483646 h 1904"/>
                <a:gd name="T18" fmla="*/ 2147483646 w 977"/>
                <a:gd name="T19" fmla="*/ 2147483646 h 1904"/>
                <a:gd name="T20" fmla="*/ 2147483646 w 977"/>
                <a:gd name="T21" fmla="*/ 2147483646 h 1904"/>
                <a:gd name="T22" fmla="*/ 2147483646 w 977"/>
                <a:gd name="T23" fmla="*/ 2147483646 h 1904"/>
                <a:gd name="T24" fmla="*/ 2147483646 w 977"/>
                <a:gd name="T25" fmla="*/ 2147483646 h 1904"/>
                <a:gd name="T26" fmla="*/ 2147483646 w 977"/>
                <a:gd name="T27" fmla="*/ 2147483646 h 1904"/>
                <a:gd name="T28" fmla="*/ 2147483646 w 977"/>
                <a:gd name="T29" fmla="*/ 2147483646 h 1904"/>
                <a:gd name="T30" fmla="*/ 2147483646 w 977"/>
                <a:gd name="T31" fmla="*/ 2147483646 h 1904"/>
                <a:gd name="T32" fmla="*/ 2147483646 w 977"/>
                <a:gd name="T33" fmla="*/ 2147483646 h 1904"/>
                <a:gd name="T34" fmla="*/ 2147483646 w 977"/>
                <a:gd name="T35" fmla="*/ 2147483646 h 1904"/>
                <a:gd name="T36" fmla="*/ 2147483646 w 977"/>
                <a:gd name="T37" fmla="*/ 2147483646 h 1904"/>
                <a:gd name="T38" fmla="*/ 2147483646 w 977"/>
                <a:gd name="T39" fmla="*/ 2147483646 h 1904"/>
                <a:gd name="T40" fmla="*/ 2147483646 w 977"/>
                <a:gd name="T41" fmla="*/ 2147483646 h 1904"/>
                <a:gd name="T42" fmla="*/ 2147483646 w 977"/>
                <a:gd name="T43" fmla="*/ 2147483646 h 1904"/>
                <a:gd name="T44" fmla="*/ 2147483646 w 977"/>
                <a:gd name="T45" fmla="*/ 2147483646 h 1904"/>
                <a:gd name="T46" fmla="*/ 2147483646 w 977"/>
                <a:gd name="T47" fmla="*/ 2147483646 h 1904"/>
                <a:gd name="T48" fmla="*/ 2147483646 w 977"/>
                <a:gd name="T49" fmla="*/ 2147483646 h 1904"/>
                <a:gd name="T50" fmla="*/ 2147483646 w 977"/>
                <a:gd name="T51" fmla="*/ 2147483646 h 1904"/>
                <a:gd name="T52" fmla="*/ 2147483646 w 977"/>
                <a:gd name="T53" fmla="*/ 2147483646 h 1904"/>
                <a:gd name="T54" fmla="*/ 2147483646 w 977"/>
                <a:gd name="T55" fmla="*/ 2147483646 h 1904"/>
                <a:gd name="T56" fmla="*/ 2147483646 w 977"/>
                <a:gd name="T57" fmla="*/ 2147483646 h 1904"/>
                <a:gd name="T58" fmla="*/ 2147483646 w 977"/>
                <a:gd name="T59" fmla="*/ 2147483646 h 1904"/>
                <a:gd name="T60" fmla="*/ 2147483646 w 977"/>
                <a:gd name="T61" fmla="*/ 2147483646 h 1904"/>
                <a:gd name="T62" fmla="*/ 2147483646 w 977"/>
                <a:gd name="T63" fmla="*/ 2147483646 h 1904"/>
                <a:gd name="T64" fmla="*/ 2147483646 w 977"/>
                <a:gd name="T65" fmla="*/ 2147483646 h 1904"/>
                <a:gd name="T66" fmla="*/ 2147483646 w 977"/>
                <a:gd name="T67" fmla="*/ 2147483646 h 1904"/>
                <a:gd name="T68" fmla="*/ 2147483646 w 977"/>
                <a:gd name="T69" fmla="*/ 2147483646 h 1904"/>
                <a:gd name="T70" fmla="*/ 2147483646 w 977"/>
                <a:gd name="T71" fmla="*/ 2147483646 h 1904"/>
                <a:gd name="T72" fmla="*/ 2147483646 w 977"/>
                <a:gd name="T73" fmla="*/ 2147483646 h 1904"/>
                <a:gd name="T74" fmla="*/ 2147483646 w 977"/>
                <a:gd name="T75" fmla="*/ 2147483646 h 1904"/>
                <a:gd name="T76" fmla="*/ 2147483646 w 977"/>
                <a:gd name="T77" fmla="*/ 2147483646 h 1904"/>
                <a:gd name="T78" fmla="*/ 2147483646 w 977"/>
                <a:gd name="T79" fmla="*/ 2147483646 h 1904"/>
                <a:gd name="T80" fmla="*/ 2147483646 w 977"/>
                <a:gd name="T81" fmla="*/ 2147483646 h 1904"/>
                <a:gd name="T82" fmla="*/ 2147483646 w 977"/>
                <a:gd name="T83" fmla="*/ 2147483646 h 1904"/>
                <a:gd name="T84" fmla="*/ 2147483646 w 977"/>
                <a:gd name="T85" fmla="*/ 2147483646 h 1904"/>
                <a:gd name="T86" fmla="*/ 2147483646 w 977"/>
                <a:gd name="T87" fmla="*/ 2147483646 h 1904"/>
                <a:gd name="T88" fmla="*/ 2147483646 w 977"/>
                <a:gd name="T89" fmla="*/ 2147483646 h 1904"/>
                <a:gd name="T90" fmla="*/ 2147483646 w 977"/>
                <a:gd name="T91" fmla="*/ 2147483646 h 1904"/>
                <a:gd name="T92" fmla="*/ 2147483646 w 977"/>
                <a:gd name="T93" fmla="*/ 2147483646 h 1904"/>
                <a:gd name="T94" fmla="*/ 2147483646 w 977"/>
                <a:gd name="T95" fmla="*/ 2147483646 h 1904"/>
                <a:gd name="T96" fmla="*/ 2147483646 w 977"/>
                <a:gd name="T97" fmla="*/ 2147483646 h 1904"/>
                <a:gd name="T98" fmla="*/ 2147483646 w 977"/>
                <a:gd name="T99" fmla="*/ 2147483646 h 1904"/>
                <a:gd name="T100" fmla="*/ 2147483646 w 977"/>
                <a:gd name="T101" fmla="*/ 2147483646 h 1904"/>
                <a:gd name="T102" fmla="*/ 2147483646 w 977"/>
                <a:gd name="T103" fmla="*/ 2147483646 h 1904"/>
                <a:gd name="T104" fmla="*/ 2147483646 w 977"/>
                <a:gd name="T105" fmla="*/ 2147483646 h 1904"/>
                <a:gd name="T106" fmla="*/ 2147483646 w 977"/>
                <a:gd name="T107" fmla="*/ 2147483646 h 1904"/>
                <a:gd name="T108" fmla="*/ 2147483646 w 977"/>
                <a:gd name="T109" fmla="*/ 2147483646 h 1904"/>
                <a:gd name="T110" fmla="*/ 2147483646 w 977"/>
                <a:gd name="T111" fmla="*/ 2147483646 h 1904"/>
                <a:gd name="T112" fmla="*/ 2147483646 w 977"/>
                <a:gd name="T113" fmla="*/ 2147483646 h 1904"/>
                <a:gd name="T114" fmla="*/ 2147483646 w 977"/>
                <a:gd name="T115" fmla="*/ 2147483646 h 1904"/>
                <a:gd name="T116" fmla="*/ 2147483646 w 977"/>
                <a:gd name="T117" fmla="*/ 2147483646 h 1904"/>
                <a:gd name="T118" fmla="*/ 2147483646 w 977"/>
                <a:gd name="T119" fmla="*/ 2147483646 h 1904"/>
                <a:gd name="T120" fmla="*/ 2147483646 w 977"/>
                <a:gd name="T121" fmla="*/ 2147483646 h 1904"/>
                <a:gd name="T122" fmla="*/ 2147483646 w 977"/>
                <a:gd name="T123" fmla="*/ 2147483646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2" name="Freeform 67"/>
            <p:cNvSpPr>
              <a:spLocks/>
            </p:cNvSpPr>
            <p:nvPr/>
          </p:nvSpPr>
          <p:spPr bwMode="auto">
            <a:xfrm>
              <a:off x="3581395" y="4810120"/>
              <a:ext cx="166688" cy="311150"/>
            </a:xfrm>
            <a:custGeom>
              <a:avLst/>
              <a:gdLst>
                <a:gd name="T0" fmla="*/ 2147483646 w 542"/>
                <a:gd name="T1" fmla="*/ 2147483646 h 1149"/>
                <a:gd name="T2" fmla="*/ 2147483646 w 542"/>
                <a:gd name="T3" fmla="*/ 2147483646 h 1149"/>
                <a:gd name="T4" fmla="*/ 2147483646 w 542"/>
                <a:gd name="T5" fmla="*/ 0 h 1149"/>
                <a:gd name="T6" fmla="*/ 2147483646 w 542"/>
                <a:gd name="T7" fmla="*/ 2147483646 h 1149"/>
                <a:gd name="T8" fmla="*/ 2147483646 w 542"/>
                <a:gd name="T9" fmla="*/ 2147483646 h 1149"/>
                <a:gd name="T10" fmla="*/ 2147483646 w 542"/>
                <a:gd name="T11" fmla="*/ 2147483646 h 1149"/>
                <a:gd name="T12" fmla="*/ 2147483646 w 542"/>
                <a:gd name="T13" fmla="*/ 2147483646 h 1149"/>
                <a:gd name="T14" fmla="*/ 2147483646 w 542"/>
                <a:gd name="T15" fmla="*/ 2147483646 h 1149"/>
                <a:gd name="T16" fmla="*/ 2147483646 w 542"/>
                <a:gd name="T17" fmla="*/ 2147483646 h 1149"/>
                <a:gd name="T18" fmla="*/ 2147483646 w 542"/>
                <a:gd name="T19" fmla="*/ 2147483646 h 1149"/>
                <a:gd name="T20" fmla="*/ 2147483646 w 542"/>
                <a:gd name="T21" fmla="*/ 2147483646 h 1149"/>
                <a:gd name="T22" fmla="*/ 2147483646 w 542"/>
                <a:gd name="T23" fmla="*/ 2147483646 h 1149"/>
                <a:gd name="T24" fmla="*/ 2147483646 w 542"/>
                <a:gd name="T25" fmla="*/ 2147483646 h 1149"/>
                <a:gd name="T26" fmla="*/ 2147483646 w 542"/>
                <a:gd name="T27" fmla="*/ 2147483646 h 1149"/>
                <a:gd name="T28" fmla="*/ 2147483646 w 542"/>
                <a:gd name="T29" fmla="*/ 2147483646 h 1149"/>
                <a:gd name="T30" fmla="*/ 2147483646 w 542"/>
                <a:gd name="T31" fmla="*/ 2147483646 h 1149"/>
                <a:gd name="T32" fmla="*/ 2147483646 w 542"/>
                <a:gd name="T33" fmla="*/ 2147483646 h 1149"/>
                <a:gd name="T34" fmla="*/ 2147483646 w 542"/>
                <a:gd name="T35" fmla="*/ 2147483646 h 1149"/>
                <a:gd name="T36" fmla="*/ 2147483646 w 542"/>
                <a:gd name="T37" fmla="*/ 2147483646 h 1149"/>
                <a:gd name="T38" fmla="*/ 2147483646 w 542"/>
                <a:gd name="T39" fmla="*/ 2147483646 h 1149"/>
                <a:gd name="T40" fmla="*/ 2147483646 w 542"/>
                <a:gd name="T41" fmla="*/ 2147483646 h 1149"/>
                <a:gd name="T42" fmla="*/ 2147483646 w 542"/>
                <a:gd name="T43" fmla="*/ 2147483646 h 1149"/>
                <a:gd name="T44" fmla="*/ 2147483646 w 542"/>
                <a:gd name="T45" fmla="*/ 2147483646 h 1149"/>
                <a:gd name="T46" fmla="*/ 2147483646 w 542"/>
                <a:gd name="T47" fmla="*/ 2147483646 h 1149"/>
                <a:gd name="T48" fmla="*/ 2147483646 w 542"/>
                <a:gd name="T49" fmla="*/ 2147483646 h 1149"/>
                <a:gd name="T50" fmla="*/ 2147483646 w 542"/>
                <a:gd name="T51" fmla="*/ 2147483646 h 1149"/>
                <a:gd name="T52" fmla="*/ 2147483646 w 542"/>
                <a:gd name="T53" fmla="*/ 2147483646 h 1149"/>
                <a:gd name="T54" fmla="*/ 2147483646 w 542"/>
                <a:gd name="T55" fmla="*/ 2147483646 h 1149"/>
                <a:gd name="T56" fmla="*/ 2147483646 w 542"/>
                <a:gd name="T57" fmla="*/ 2147483646 h 1149"/>
                <a:gd name="T58" fmla="*/ 2147483646 w 542"/>
                <a:gd name="T59" fmla="*/ 2147483646 h 1149"/>
                <a:gd name="T60" fmla="*/ 2147483646 w 542"/>
                <a:gd name="T61" fmla="*/ 2147483646 h 1149"/>
                <a:gd name="T62" fmla="*/ 2147483646 w 542"/>
                <a:gd name="T63" fmla="*/ 2147483646 h 1149"/>
                <a:gd name="T64" fmla="*/ 2147483646 w 542"/>
                <a:gd name="T65" fmla="*/ 2147483646 h 1149"/>
                <a:gd name="T66" fmla="*/ 2147483646 w 542"/>
                <a:gd name="T67" fmla="*/ 2147483646 h 1149"/>
                <a:gd name="T68" fmla="*/ 2147483646 w 542"/>
                <a:gd name="T69" fmla="*/ 2147483646 h 1149"/>
                <a:gd name="T70" fmla="*/ 2147483646 w 542"/>
                <a:gd name="T71" fmla="*/ 2147483646 h 1149"/>
                <a:gd name="T72" fmla="*/ 2147483646 w 542"/>
                <a:gd name="T73" fmla="*/ 2147483646 h 1149"/>
                <a:gd name="T74" fmla="*/ 2147483646 w 542"/>
                <a:gd name="T75" fmla="*/ 2147483646 h 1149"/>
                <a:gd name="T76" fmla="*/ 2147483646 w 542"/>
                <a:gd name="T77" fmla="*/ 2147483646 h 1149"/>
                <a:gd name="T78" fmla="*/ 2147483646 w 542"/>
                <a:gd name="T79" fmla="*/ 2147483646 h 1149"/>
                <a:gd name="T80" fmla="*/ 2147483646 w 542"/>
                <a:gd name="T81" fmla="*/ 2147483646 h 1149"/>
                <a:gd name="T82" fmla="*/ 2147483646 w 542"/>
                <a:gd name="T83" fmla="*/ 2147483646 h 1149"/>
                <a:gd name="T84" fmla="*/ 2147483646 w 542"/>
                <a:gd name="T85" fmla="*/ 2147483646 h 1149"/>
                <a:gd name="T86" fmla="*/ 2147483646 w 542"/>
                <a:gd name="T87" fmla="*/ 2147483646 h 1149"/>
                <a:gd name="T88" fmla="*/ 2147483646 w 542"/>
                <a:gd name="T89" fmla="*/ 2147483646 h 1149"/>
                <a:gd name="T90" fmla="*/ 2147483646 w 542"/>
                <a:gd name="T91" fmla="*/ 2147483646 h 1149"/>
                <a:gd name="T92" fmla="*/ 2147483646 w 542"/>
                <a:gd name="T93" fmla="*/ 2147483646 h 1149"/>
                <a:gd name="T94" fmla="*/ 2147483646 w 542"/>
                <a:gd name="T95" fmla="*/ 2147483646 h 1149"/>
                <a:gd name="T96" fmla="*/ 2147483646 w 542"/>
                <a:gd name="T97" fmla="*/ 2147483646 h 1149"/>
                <a:gd name="T98" fmla="*/ 2147483646 w 542"/>
                <a:gd name="T99" fmla="*/ 2147483646 h 1149"/>
                <a:gd name="T100" fmla="*/ 0 w 542"/>
                <a:gd name="T101" fmla="*/ 2147483646 h 1149"/>
                <a:gd name="T102" fmla="*/ 2147483646 w 542"/>
                <a:gd name="T103" fmla="*/ 2147483646 h 1149"/>
                <a:gd name="T104" fmla="*/ 2147483646 w 542"/>
                <a:gd name="T105" fmla="*/ 2147483646 h 1149"/>
                <a:gd name="T106" fmla="*/ 2147483646 w 542"/>
                <a:gd name="T107" fmla="*/ 2147483646 h 1149"/>
                <a:gd name="T108" fmla="*/ 2147483646 w 542"/>
                <a:gd name="T109" fmla="*/ 2147483646 h 1149"/>
                <a:gd name="T110" fmla="*/ 2147483646 w 542"/>
                <a:gd name="T111" fmla="*/ 2147483646 h 1149"/>
                <a:gd name="T112" fmla="*/ 2147483646 w 542"/>
                <a:gd name="T113" fmla="*/ 2147483646 h 1149"/>
                <a:gd name="T114" fmla="*/ 2147483646 w 542"/>
                <a:gd name="T115" fmla="*/ 2147483646 h 1149"/>
                <a:gd name="T116" fmla="*/ 2147483646 w 542"/>
                <a:gd name="T117" fmla="*/ 2147483646 h 1149"/>
                <a:gd name="T118" fmla="*/ 2147483646 w 542"/>
                <a:gd name="T119" fmla="*/ 2147483646 h 1149"/>
                <a:gd name="T120" fmla="*/ 2147483646 w 542"/>
                <a:gd name="T121" fmla="*/ 2147483646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3" name="Freeform 68"/>
            <p:cNvSpPr>
              <a:spLocks/>
            </p:cNvSpPr>
            <p:nvPr/>
          </p:nvSpPr>
          <p:spPr bwMode="auto">
            <a:xfrm>
              <a:off x="3529008" y="5141908"/>
              <a:ext cx="71437" cy="120650"/>
            </a:xfrm>
            <a:custGeom>
              <a:avLst/>
              <a:gdLst>
                <a:gd name="T0" fmla="*/ 2147483646 w 230"/>
                <a:gd name="T1" fmla="*/ 0 h 449"/>
                <a:gd name="T2" fmla="*/ 2147483646 w 230"/>
                <a:gd name="T3" fmla="*/ 2147483646 h 449"/>
                <a:gd name="T4" fmla="*/ 2147483646 w 230"/>
                <a:gd name="T5" fmla="*/ 2147483646 h 449"/>
                <a:gd name="T6" fmla="*/ 2147483646 w 230"/>
                <a:gd name="T7" fmla="*/ 2147483646 h 449"/>
                <a:gd name="T8" fmla="*/ 2147483646 w 230"/>
                <a:gd name="T9" fmla="*/ 2147483646 h 449"/>
                <a:gd name="T10" fmla="*/ 2147483646 w 230"/>
                <a:gd name="T11" fmla="*/ 2147483646 h 449"/>
                <a:gd name="T12" fmla="*/ 2147483646 w 230"/>
                <a:gd name="T13" fmla="*/ 2147483646 h 449"/>
                <a:gd name="T14" fmla="*/ 2147483646 w 230"/>
                <a:gd name="T15" fmla="*/ 2147483646 h 449"/>
                <a:gd name="T16" fmla="*/ 2147483646 w 230"/>
                <a:gd name="T17" fmla="*/ 2147483646 h 449"/>
                <a:gd name="T18" fmla="*/ 2147483646 w 230"/>
                <a:gd name="T19" fmla="*/ 2147483646 h 449"/>
                <a:gd name="T20" fmla="*/ 2147483646 w 230"/>
                <a:gd name="T21" fmla="*/ 2147483646 h 449"/>
                <a:gd name="T22" fmla="*/ 2147483646 w 230"/>
                <a:gd name="T23" fmla="*/ 2147483646 h 449"/>
                <a:gd name="T24" fmla="*/ 2147483646 w 230"/>
                <a:gd name="T25" fmla="*/ 2147483646 h 449"/>
                <a:gd name="T26" fmla="*/ 2147483646 w 230"/>
                <a:gd name="T27" fmla="*/ 2147483646 h 449"/>
                <a:gd name="T28" fmla="*/ 2147483646 w 230"/>
                <a:gd name="T29" fmla="*/ 2147483646 h 449"/>
                <a:gd name="T30" fmla="*/ 2147483646 w 230"/>
                <a:gd name="T31" fmla="*/ 2147483646 h 449"/>
                <a:gd name="T32" fmla="*/ 2147483646 w 230"/>
                <a:gd name="T33" fmla="*/ 2147483646 h 449"/>
                <a:gd name="T34" fmla="*/ 2147483646 w 230"/>
                <a:gd name="T35" fmla="*/ 2147483646 h 449"/>
                <a:gd name="T36" fmla="*/ 2147483646 w 230"/>
                <a:gd name="T37" fmla="*/ 2147483646 h 449"/>
                <a:gd name="T38" fmla="*/ 2147483646 w 230"/>
                <a:gd name="T39" fmla="*/ 2147483646 h 449"/>
                <a:gd name="T40" fmla="*/ 2147483646 w 230"/>
                <a:gd name="T41" fmla="*/ 2147483646 h 449"/>
                <a:gd name="T42" fmla="*/ 2147483646 w 230"/>
                <a:gd name="T43" fmla="*/ 2147483646 h 449"/>
                <a:gd name="T44" fmla="*/ 2147483646 w 230"/>
                <a:gd name="T45" fmla="*/ 2147483646 h 449"/>
                <a:gd name="T46" fmla="*/ 2147483646 w 230"/>
                <a:gd name="T47" fmla="*/ 2147483646 h 449"/>
                <a:gd name="T48" fmla="*/ 2147483646 w 230"/>
                <a:gd name="T49" fmla="*/ 2147483646 h 449"/>
                <a:gd name="T50" fmla="*/ 2147483646 w 230"/>
                <a:gd name="T51" fmla="*/ 2147483646 h 449"/>
                <a:gd name="T52" fmla="*/ 2147483646 w 230"/>
                <a:gd name="T53" fmla="*/ 2147483646 h 449"/>
                <a:gd name="T54" fmla="*/ 2147483646 w 230"/>
                <a:gd name="T55" fmla="*/ 2147483646 h 449"/>
                <a:gd name="T56" fmla="*/ 2147483646 w 230"/>
                <a:gd name="T57" fmla="*/ 2147483646 h 449"/>
                <a:gd name="T58" fmla="*/ 2147483646 w 230"/>
                <a:gd name="T59" fmla="*/ 2147483646 h 449"/>
                <a:gd name="T60" fmla="*/ 2147483646 w 230"/>
                <a:gd name="T61" fmla="*/ 2147483646 h 449"/>
                <a:gd name="T62" fmla="*/ 2147483646 w 230"/>
                <a:gd name="T63" fmla="*/ 2147483646 h 449"/>
                <a:gd name="T64" fmla="*/ 2147483646 w 230"/>
                <a:gd name="T65" fmla="*/ 2147483646 h 449"/>
                <a:gd name="T66" fmla="*/ 2147483646 w 230"/>
                <a:gd name="T67" fmla="*/ 2147483646 h 449"/>
                <a:gd name="T68" fmla="*/ 2147483646 w 230"/>
                <a:gd name="T69" fmla="*/ 2147483646 h 449"/>
                <a:gd name="T70" fmla="*/ 2147483646 w 230"/>
                <a:gd name="T71" fmla="*/ 2147483646 h 449"/>
                <a:gd name="T72" fmla="*/ 2147483646 w 230"/>
                <a:gd name="T73" fmla="*/ 2147483646 h 449"/>
                <a:gd name="T74" fmla="*/ 2147483646 w 230"/>
                <a:gd name="T75" fmla="*/ 2147483646 h 449"/>
                <a:gd name="T76" fmla="*/ 2147483646 w 230"/>
                <a:gd name="T77" fmla="*/ 2147483646 h 449"/>
                <a:gd name="T78" fmla="*/ 2147483646 w 230"/>
                <a:gd name="T79" fmla="*/ 2147483646 h 449"/>
                <a:gd name="T80" fmla="*/ 2147483646 w 230"/>
                <a:gd name="T81" fmla="*/ 2147483646 h 449"/>
                <a:gd name="T82" fmla="*/ 2147483646 w 230"/>
                <a:gd name="T83" fmla="*/ 2147483646 h 449"/>
                <a:gd name="T84" fmla="*/ 2147483646 w 230"/>
                <a:gd name="T85" fmla="*/ 2147483646 h 449"/>
                <a:gd name="T86" fmla="*/ 2147483646 w 230"/>
                <a:gd name="T87" fmla="*/ 2147483646 h 449"/>
                <a:gd name="T88" fmla="*/ 2147483646 w 230"/>
                <a:gd name="T89" fmla="*/ 2147483646 h 449"/>
                <a:gd name="T90" fmla="*/ 2147483646 w 230"/>
                <a:gd name="T91" fmla="*/ 2147483646 h 449"/>
                <a:gd name="T92" fmla="*/ 2147483646 w 230"/>
                <a:gd name="T93" fmla="*/ 2147483646 h 449"/>
                <a:gd name="T94" fmla="*/ 2147483646 w 230"/>
                <a:gd name="T95" fmla="*/ 2147483646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4" name="Line 69"/>
            <p:cNvSpPr>
              <a:spLocks noChangeShapeType="1"/>
            </p:cNvSpPr>
            <p:nvPr/>
          </p:nvSpPr>
          <p:spPr bwMode="auto">
            <a:xfrm flipH="1">
              <a:off x="1447795" y="2214558"/>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5" name="Oval 71">
              <a:extLst>
                <a:ext uri="{FF2B5EF4-FFF2-40B4-BE49-F238E27FC236}">
                  <a16:creationId xmlns:a16="http://schemas.microsoft.com/office/drawing/2014/main" id="{45D4987A-7A65-485D-A9BD-082AAD83F0B7}"/>
                </a:ext>
              </a:extLst>
            </p:cNvPr>
            <p:cNvSpPr>
              <a:spLocks noChangeArrowheads="1"/>
            </p:cNvSpPr>
            <p:nvPr/>
          </p:nvSpPr>
          <p:spPr bwMode="auto">
            <a:xfrm>
              <a:off x="1295394" y="3281358"/>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56" name="Text Box 85"/>
            <p:cNvSpPr txBox="1">
              <a:spLocks noChangeArrowheads="1"/>
            </p:cNvSpPr>
            <p:nvPr/>
          </p:nvSpPr>
          <p:spPr bwMode="auto">
            <a:xfrm>
              <a:off x="1319208" y="323055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457" name="Text Box 86"/>
            <p:cNvSpPr txBox="1">
              <a:spLocks noChangeArrowheads="1"/>
            </p:cNvSpPr>
            <p:nvPr/>
          </p:nvSpPr>
          <p:spPr bwMode="auto">
            <a:xfrm>
              <a:off x="711195" y="3509958"/>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&lt;0.52</a:t>
              </a:r>
            </a:p>
          </p:txBody>
        </p:sp>
        <p:sp>
          <p:nvSpPr>
            <p:cNvPr id="458" name="Text Box 87"/>
            <p:cNvSpPr txBox="1">
              <a:spLocks noChangeArrowheads="1"/>
            </p:cNvSpPr>
            <p:nvPr/>
          </p:nvSpPr>
          <p:spPr bwMode="auto">
            <a:xfrm>
              <a:off x="1523995" y="3509958"/>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≥0.52</a:t>
              </a:r>
            </a:p>
          </p:txBody>
        </p:sp>
        <p:sp>
          <p:nvSpPr>
            <p:cNvPr id="459" name="Text Box 92"/>
            <p:cNvSpPr txBox="1">
              <a:spLocks noChangeArrowheads="1"/>
            </p:cNvSpPr>
            <p:nvPr/>
          </p:nvSpPr>
          <p:spPr bwMode="auto">
            <a:xfrm>
              <a:off x="1523995" y="2305045"/>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&lt;0.63</a:t>
              </a:r>
            </a:p>
          </p:txBody>
        </p:sp>
        <p:sp>
          <p:nvSpPr>
            <p:cNvPr id="460" name="Freeform 63"/>
            <p:cNvSpPr>
              <a:spLocks/>
            </p:cNvSpPr>
            <p:nvPr/>
          </p:nvSpPr>
          <p:spPr bwMode="auto">
            <a:xfrm>
              <a:off x="3490908" y="4810120"/>
              <a:ext cx="92075" cy="195263"/>
            </a:xfrm>
            <a:custGeom>
              <a:avLst/>
              <a:gdLst>
                <a:gd name="T0" fmla="*/ 2147483646 w 294"/>
                <a:gd name="T1" fmla="*/ 0 h 719"/>
                <a:gd name="T2" fmla="*/ 2147483646 w 294"/>
                <a:gd name="T3" fmla="*/ 0 h 719"/>
                <a:gd name="T4" fmla="*/ 2147483646 w 294"/>
                <a:gd name="T5" fmla="*/ 0 h 719"/>
                <a:gd name="T6" fmla="*/ 2147483646 w 294"/>
                <a:gd name="T7" fmla="*/ 0 h 719"/>
                <a:gd name="T8" fmla="*/ 2147483646 w 294"/>
                <a:gd name="T9" fmla="*/ 2147483646 h 719"/>
                <a:gd name="T10" fmla="*/ 2147483646 w 294"/>
                <a:gd name="T11" fmla="*/ 2147483646 h 719"/>
                <a:gd name="T12" fmla="*/ 2147483646 w 294"/>
                <a:gd name="T13" fmla="*/ 2147483646 h 719"/>
                <a:gd name="T14" fmla="*/ 2147483646 w 294"/>
                <a:gd name="T15" fmla="*/ 2147483646 h 719"/>
                <a:gd name="T16" fmla="*/ 2147483646 w 294"/>
                <a:gd name="T17" fmla="*/ 2147483646 h 719"/>
                <a:gd name="T18" fmla="*/ 2147483646 w 294"/>
                <a:gd name="T19" fmla="*/ 2147483646 h 719"/>
                <a:gd name="T20" fmla="*/ 2147483646 w 294"/>
                <a:gd name="T21" fmla="*/ 2147483646 h 719"/>
                <a:gd name="T22" fmla="*/ 2147483646 w 294"/>
                <a:gd name="T23" fmla="*/ 2147483646 h 719"/>
                <a:gd name="T24" fmla="*/ 2147483646 w 294"/>
                <a:gd name="T25" fmla="*/ 2147483646 h 719"/>
                <a:gd name="T26" fmla="*/ 2147483646 w 294"/>
                <a:gd name="T27" fmla="*/ 2147483646 h 719"/>
                <a:gd name="T28" fmla="*/ 2147483646 w 294"/>
                <a:gd name="T29" fmla="*/ 2147483646 h 719"/>
                <a:gd name="T30" fmla="*/ 2147483646 w 294"/>
                <a:gd name="T31" fmla="*/ 2147483646 h 719"/>
                <a:gd name="T32" fmla="*/ 2147483646 w 294"/>
                <a:gd name="T33" fmla="*/ 2147483646 h 719"/>
                <a:gd name="T34" fmla="*/ 2147483646 w 294"/>
                <a:gd name="T35" fmla="*/ 2147483646 h 719"/>
                <a:gd name="T36" fmla="*/ 0 w 294"/>
                <a:gd name="T37" fmla="*/ 2147483646 h 719"/>
                <a:gd name="T38" fmla="*/ 0 w 294"/>
                <a:gd name="T39" fmla="*/ 2147483646 h 719"/>
                <a:gd name="T40" fmla="*/ 0 w 294"/>
                <a:gd name="T41" fmla="*/ 2147483646 h 719"/>
                <a:gd name="T42" fmla="*/ 0 w 294"/>
                <a:gd name="T43" fmla="*/ 2147483646 h 719"/>
                <a:gd name="T44" fmla="*/ 2147483646 w 294"/>
                <a:gd name="T45" fmla="*/ 2147483646 h 719"/>
                <a:gd name="T46" fmla="*/ 2147483646 w 294"/>
                <a:gd name="T47" fmla="*/ 2147483646 h 719"/>
                <a:gd name="T48" fmla="*/ 2147483646 w 294"/>
                <a:gd name="T49" fmla="*/ 2147483646 h 719"/>
                <a:gd name="T50" fmla="*/ 2147483646 w 294"/>
                <a:gd name="T51" fmla="*/ 2147483646 h 719"/>
                <a:gd name="T52" fmla="*/ 2147483646 w 294"/>
                <a:gd name="T53" fmla="*/ 2147483646 h 719"/>
                <a:gd name="T54" fmla="*/ 2147483646 w 294"/>
                <a:gd name="T55" fmla="*/ 2147483646 h 719"/>
                <a:gd name="T56" fmla="*/ 2147483646 w 294"/>
                <a:gd name="T57" fmla="*/ 2147483646 h 719"/>
                <a:gd name="T58" fmla="*/ 2147483646 w 294"/>
                <a:gd name="T59" fmla="*/ 2147483646 h 719"/>
                <a:gd name="T60" fmla="*/ 2147483646 w 294"/>
                <a:gd name="T61" fmla="*/ 2147483646 h 719"/>
                <a:gd name="T62" fmla="*/ 2147483646 w 294"/>
                <a:gd name="T63" fmla="*/ 2147483646 h 719"/>
                <a:gd name="T64" fmla="*/ 2147483646 w 294"/>
                <a:gd name="T65" fmla="*/ 2147483646 h 719"/>
                <a:gd name="T66" fmla="*/ 2147483646 w 294"/>
                <a:gd name="T67" fmla="*/ 2147483646 h 719"/>
                <a:gd name="T68" fmla="*/ 2147483646 w 294"/>
                <a:gd name="T69" fmla="*/ 2147483646 h 719"/>
                <a:gd name="T70" fmla="*/ 2147483646 w 294"/>
                <a:gd name="T71" fmla="*/ 2147483646 h 719"/>
                <a:gd name="T72" fmla="*/ 2147483646 w 294"/>
                <a:gd name="T73" fmla="*/ 2147483646 h 719"/>
                <a:gd name="T74" fmla="*/ 2147483646 w 294"/>
                <a:gd name="T75" fmla="*/ 2147483646 h 719"/>
                <a:gd name="T76" fmla="*/ 2147483646 w 294"/>
                <a:gd name="T77" fmla="*/ 2147483646 h 719"/>
                <a:gd name="T78" fmla="*/ 2147483646 w 294"/>
                <a:gd name="T79" fmla="*/ 2147483646 h 719"/>
                <a:gd name="T80" fmla="*/ 2147483646 w 294"/>
                <a:gd name="T81" fmla="*/ 2147483646 h 719"/>
                <a:gd name="T82" fmla="*/ 2147483646 w 294"/>
                <a:gd name="T83" fmla="*/ 2147483646 h 719"/>
                <a:gd name="T84" fmla="*/ 2147483646 w 294"/>
                <a:gd name="T85" fmla="*/ 2147483646 h 719"/>
                <a:gd name="T86" fmla="*/ 2147483646 w 294"/>
                <a:gd name="T87" fmla="*/ 2147483646 h 719"/>
                <a:gd name="T88" fmla="*/ 2147483646 w 294"/>
                <a:gd name="T89" fmla="*/ 2147483646 h 719"/>
                <a:gd name="T90" fmla="*/ 2147483646 w 294"/>
                <a:gd name="T91" fmla="*/ 2147483646 h 719"/>
                <a:gd name="T92" fmla="*/ 2147483646 w 294"/>
                <a:gd name="T93" fmla="*/ 2147483646 h 719"/>
                <a:gd name="T94" fmla="*/ 2147483646 w 294"/>
                <a:gd name="T95" fmla="*/ 2147483646 h 719"/>
                <a:gd name="T96" fmla="*/ 2147483646 w 294"/>
                <a:gd name="T97" fmla="*/ 2147483646 h 719"/>
                <a:gd name="T98" fmla="*/ 2147483646 w 294"/>
                <a:gd name="T99" fmla="*/ 2147483646 h 719"/>
                <a:gd name="T100" fmla="*/ 2147483646 w 294"/>
                <a:gd name="T101" fmla="*/ 2147483646 h 719"/>
                <a:gd name="T102" fmla="*/ 2147483646 w 294"/>
                <a:gd name="T103" fmla="*/ 2147483646 h 719"/>
                <a:gd name="T104" fmla="*/ 2147483646 w 294"/>
                <a:gd name="T105" fmla="*/ 2147483646 h 719"/>
                <a:gd name="T106" fmla="*/ 2147483646 w 294"/>
                <a:gd name="T107" fmla="*/ 2147483646 h 719"/>
                <a:gd name="T108" fmla="*/ 2147483646 w 294"/>
                <a:gd name="T109" fmla="*/ 2147483646 h 719"/>
                <a:gd name="T110" fmla="*/ 2147483646 w 294"/>
                <a:gd name="T111" fmla="*/ 2147483646 h 719"/>
                <a:gd name="T112" fmla="*/ 2147483646 w 294"/>
                <a:gd name="T113" fmla="*/ 2147483646 h 719"/>
                <a:gd name="T114" fmla="*/ 2147483646 w 294"/>
                <a:gd name="T115" fmla="*/ 2147483646 h 719"/>
                <a:gd name="T116" fmla="*/ 2147483646 w 294"/>
                <a:gd name="T117" fmla="*/ 2147483646 h 719"/>
                <a:gd name="T118" fmla="*/ 2147483646 w 294"/>
                <a:gd name="T119" fmla="*/ 2147483646 h 719"/>
                <a:gd name="T120" fmla="*/ 2147483646 w 294"/>
                <a:gd name="T121" fmla="*/ 2147483646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481" name="Group 104" descr="Small decisoin tree with one branch hilighted that leads to a 70% chance leaf node." title="Decision Tree"/>
          <p:cNvGrpSpPr>
            <a:grpSpLocks/>
          </p:cNvGrpSpPr>
          <p:nvPr/>
        </p:nvGrpSpPr>
        <p:grpSpPr bwMode="auto">
          <a:xfrm>
            <a:off x="609600" y="3119998"/>
            <a:ext cx="3657600" cy="3424237"/>
            <a:chOff x="609600" y="2214563"/>
            <a:chExt cx="3657600" cy="3424237"/>
          </a:xfrm>
        </p:grpSpPr>
        <p:sp>
          <p:nvSpPr>
            <p:cNvPr id="482" name="Line 104"/>
            <p:cNvSpPr>
              <a:spLocks noChangeShapeType="1"/>
            </p:cNvSpPr>
            <p:nvPr/>
          </p:nvSpPr>
          <p:spPr bwMode="auto">
            <a:xfrm>
              <a:off x="3200400" y="3509963"/>
              <a:ext cx="457200" cy="1371600"/>
            </a:xfrm>
            <a:prstGeom prst="line">
              <a:avLst/>
            </a:prstGeom>
            <a:noFill/>
            <a:ln w="76200">
              <a:solidFill>
                <a:srgbClr val="DDDDDD"/>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83" name="Line 105"/>
            <p:cNvSpPr>
              <a:spLocks noChangeShapeType="1"/>
            </p:cNvSpPr>
            <p:nvPr/>
          </p:nvSpPr>
          <p:spPr bwMode="auto">
            <a:xfrm>
              <a:off x="1524000" y="3509963"/>
              <a:ext cx="304800" cy="1676400"/>
            </a:xfrm>
            <a:prstGeom prst="line">
              <a:avLst/>
            </a:prstGeom>
            <a:noFill/>
            <a:ln w="76200">
              <a:solidFill>
                <a:srgbClr val="DDDDDD"/>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84" name="Line 107"/>
            <p:cNvSpPr>
              <a:spLocks noChangeShapeType="1"/>
            </p:cNvSpPr>
            <p:nvPr/>
          </p:nvSpPr>
          <p:spPr bwMode="auto">
            <a:xfrm flipH="1">
              <a:off x="838200" y="3509963"/>
              <a:ext cx="609600" cy="1219200"/>
            </a:xfrm>
            <a:prstGeom prst="line">
              <a:avLst/>
            </a:prstGeom>
            <a:noFill/>
            <a:ln w="76200">
              <a:solidFill>
                <a:srgbClr val="DDDDDD"/>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85" name="Text Box 108">
              <a:extLst>
                <a:ext uri="{FF2B5EF4-FFF2-40B4-BE49-F238E27FC236}">
                  <a16:creationId xmlns:a16="http://schemas.microsoft.com/office/drawing/2014/main" id="{3268E382-17A6-4916-AA64-B69F3890448D}"/>
                </a:ext>
              </a:extLst>
            </p:cNvPr>
            <p:cNvSpPr txBox="1">
              <a:spLocks noChangeArrowheads="1"/>
            </p:cNvSpPr>
            <p:nvPr/>
          </p:nvSpPr>
          <p:spPr bwMode="auto">
            <a:xfrm>
              <a:off x="914400" y="4805363"/>
              <a:ext cx="515938" cy="336550"/>
            </a:xfrm>
            <a:prstGeom prst="rect">
              <a:avLst/>
            </a:prstGeom>
            <a:solidFill>
              <a:srgbClr val="C0C0C0"/>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DDDDDD"/>
                  </a:solidFill>
                  <a:effectLst/>
                  <a:uLnTx/>
                  <a:uFillTx/>
                  <a:latin typeface="Arial Narrow" pitchFamily="34" charset="0"/>
                </a:rPr>
                <a:t>40%</a:t>
              </a:r>
            </a:p>
          </p:txBody>
        </p:sp>
        <p:grpSp>
          <p:nvGrpSpPr>
            <p:cNvPr id="486" name="Group 109">
              <a:extLst>
                <a:ext uri="{FF2B5EF4-FFF2-40B4-BE49-F238E27FC236}">
                  <a16:creationId xmlns:a16="http://schemas.microsoft.com/office/drawing/2014/main" id="{611757EB-94B1-4832-9B58-50D169AB7FC0}"/>
                </a:ext>
              </a:extLst>
            </p:cNvPr>
            <p:cNvGrpSpPr>
              <a:grpSpLocks/>
            </p:cNvGrpSpPr>
            <p:nvPr/>
          </p:nvGrpSpPr>
          <p:grpSpPr bwMode="auto">
            <a:xfrm>
              <a:off x="609600" y="4384675"/>
              <a:ext cx="533400" cy="649288"/>
              <a:chOff x="576" y="2496"/>
              <a:chExt cx="864" cy="1127"/>
            </a:xfrm>
            <a:effectLst>
              <a:outerShdw blurRad="50800" dist="38100" dir="2700000" algn="tl" rotWithShape="0">
                <a:srgbClr val="808080">
                  <a:lumMod val="60000"/>
                  <a:lumOff val="40000"/>
                  <a:alpha val="40000"/>
                </a:srgbClr>
              </a:outerShdw>
            </a:effectLst>
          </p:grpSpPr>
          <p:sp>
            <p:nvSpPr>
              <p:cNvPr id="516" name="Freeform 110">
                <a:extLst>
                  <a:ext uri="{FF2B5EF4-FFF2-40B4-BE49-F238E27FC236}">
                    <a16:creationId xmlns:a16="http://schemas.microsoft.com/office/drawing/2014/main" id="{6751EC3C-F331-4DD3-943F-B7317D5BAD9D}"/>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DDDDDD"/>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7" name="Freeform 111">
                <a:extLst>
                  <a:ext uri="{FF2B5EF4-FFF2-40B4-BE49-F238E27FC236}">
                    <a16:creationId xmlns:a16="http://schemas.microsoft.com/office/drawing/2014/main" id="{03C1B5A0-3130-408A-BC44-D201EAACBCE7}"/>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8" name="Freeform 112">
                <a:extLst>
                  <a:ext uri="{FF2B5EF4-FFF2-40B4-BE49-F238E27FC236}">
                    <a16:creationId xmlns:a16="http://schemas.microsoft.com/office/drawing/2014/main" id="{74696D13-D2AD-47BF-8504-B61C170594C3}"/>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9" name="Freeform 113">
                <a:extLst>
                  <a:ext uri="{FF2B5EF4-FFF2-40B4-BE49-F238E27FC236}">
                    <a16:creationId xmlns:a16="http://schemas.microsoft.com/office/drawing/2014/main" id="{8A81D767-1827-43A9-9093-0F3BC07E1D30}"/>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0" name="Freeform 114">
                <a:extLst>
                  <a:ext uri="{FF2B5EF4-FFF2-40B4-BE49-F238E27FC236}">
                    <a16:creationId xmlns:a16="http://schemas.microsoft.com/office/drawing/2014/main" id="{6308F511-FC9E-49A1-BE91-18728960FB56}"/>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1" name="Freeform 115">
                <a:extLst>
                  <a:ext uri="{FF2B5EF4-FFF2-40B4-BE49-F238E27FC236}">
                    <a16:creationId xmlns:a16="http://schemas.microsoft.com/office/drawing/2014/main" id="{CD439815-74B5-4160-95E9-24D82652F5F0}"/>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2" name="Freeform 116">
                <a:extLst>
                  <a:ext uri="{FF2B5EF4-FFF2-40B4-BE49-F238E27FC236}">
                    <a16:creationId xmlns:a16="http://schemas.microsoft.com/office/drawing/2014/main" id="{9B4CC43D-F1D9-4448-98F3-BE55012EEB8D}"/>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3" name="Freeform 117">
                <a:extLst>
                  <a:ext uri="{FF2B5EF4-FFF2-40B4-BE49-F238E27FC236}">
                    <a16:creationId xmlns:a16="http://schemas.microsoft.com/office/drawing/2014/main" id="{E2E6D415-20A0-4E90-A69F-01F0EAF22693}"/>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4" name="Freeform 118">
                <a:extLst>
                  <a:ext uri="{FF2B5EF4-FFF2-40B4-BE49-F238E27FC236}">
                    <a16:creationId xmlns:a16="http://schemas.microsoft.com/office/drawing/2014/main" id="{FCCB9DF5-9177-442E-B92F-9F6133CC6E54}"/>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487" name="Text Box 119">
              <a:extLst>
                <a:ext uri="{FF2B5EF4-FFF2-40B4-BE49-F238E27FC236}">
                  <a16:creationId xmlns:a16="http://schemas.microsoft.com/office/drawing/2014/main" id="{DFB26010-1F53-4149-9D0C-7E1EDD5BD41A}"/>
                </a:ext>
              </a:extLst>
            </p:cNvPr>
            <p:cNvSpPr txBox="1">
              <a:spLocks noChangeArrowheads="1"/>
            </p:cNvSpPr>
            <p:nvPr/>
          </p:nvSpPr>
          <p:spPr bwMode="auto">
            <a:xfrm>
              <a:off x="1981200" y="5302250"/>
              <a:ext cx="515938" cy="336550"/>
            </a:xfrm>
            <a:prstGeom prst="rect">
              <a:avLst/>
            </a:prstGeom>
            <a:solidFill>
              <a:srgbClr val="C0C0C0"/>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DDDDDD"/>
                  </a:solidFill>
                  <a:effectLst/>
                  <a:uLnTx/>
                  <a:uFillTx/>
                  <a:latin typeface="Arial Narrow" pitchFamily="34" charset="0"/>
                </a:rPr>
                <a:t>60%</a:t>
              </a:r>
            </a:p>
          </p:txBody>
        </p:sp>
        <p:grpSp>
          <p:nvGrpSpPr>
            <p:cNvPr id="488" name="Group 120">
              <a:extLst>
                <a:ext uri="{FF2B5EF4-FFF2-40B4-BE49-F238E27FC236}">
                  <a16:creationId xmlns:a16="http://schemas.microsoft.com/office/drawing/2014/main" id="{EF89C85B-B1F6-4752-AEF2-AA70AA9BB28E}"/>
                </a:ext>
              </a:extLst>
            </p:cNvPr>
            <p:cNvGrpSpPr>
              <a:grpSpLocks/>
            </p:cNvGrpSpPr>
            <p:nvPr/>
          </p:nvGrpSpPr>
          <p:grpSpPr bwMode="auto">
            <a:xfrm flipH="1">
              <a:off x="1600200" y="4881563"/>
              <a:ext cx="533400" cy="649287"/>
              <a:chOff x="576" y="2496"/>
              <a:chExt cx="864" cy="1127"/>
            </a:xfrm>
            <a:effectLst>
              <a:outerShdw blurRad="50800" dist="38100" dir="2700000" algn="tl" rotWithShape="0">
                <a:srgbClr val="808080">
                  <a:lumMod val="60000"/>
                  <a:lumOff val="40000"/>
                  <a:alpha val="40000"/>
                </a:srgbClr>
              </a:outerShdw>
            </a:effectLst>
          </p:grpSpPr>
          <p:sp>
            <p:nvSpPr>
              <p:cNvPr id="507" name="Freeform 121">
                <a:extLst>
                  <a:ext uri="{FF2B5EF4-FFF2-40B4-BE49-F238E27FC236}">
                    <a16:creationId xmlns:a16="http://schemas.microsoft.com/office/drawing/2014/main" id="{8455B228-A676-4CF8-8795-936413F5AFC0}"/>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DDDDDD"/>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8" name="Freeform 122">
                <a:extLst>
                  <a:ext uri="{FF2B5EF4-FFF2-40B4-BE49-F238E27FC236}">
                    <a16:creationId xmlns:a16="http://schemas.microsoft.com/office/drawing/2014/main" id="{4D8DD21C-EE39-4F8A-B2B2-DFA59429D8D1}"/>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9" name="Freeform 123">
                <a:extLst>
                  <a:ext uri="{FF2B5EF4-FFF2-40B4-BE49-F238E27FC236}">
                    <a16:creationId xmlns:a16="http://schemas.microsoft.com/office/drawing/2014/main" id="{47046910-C3E5-4DD7-AB41-899AED6E4F76}"/>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0" name="Freeform 124">
                <a:extLst>
                  <a:ext uri="{FF2B5EF4-FFF2-40B4-BE49-F238E27FC236}">
                    <a16:creationId xmlns:a16="http://schemas.microsoft.com/office/drawing/2014/main" id="{EB0DDC57-D021-4E77-8D25-FD3DE4295F59}"/>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1" name="Freeform 125">
                <a:extLst>
                  <a:ext uri="{FF2B5EF4-FFF2-40B4-BE49-F238E27FC236}">
                    <a16:creationId xmlns:a16="http://schemas.microsoft.com/office/drawing/2014/main" id="{8B61BA34-54D8-4672-88EE-E1B070304B5D}"/>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2" name="Freeform 126">
                <a:extLst>
                  <a:ext uri="{FF2B5EF4-FFF2-40B4-BE49-F238E27FC236}">
                    <a16:creationId xmlns:a16="http://schemas.microsoft.com/office/drawing/2014/main" id="{953FF930-E008-4F25-ABEC-18E436E81198}"/>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3" name="Freeform 127">
                <a:extLst>
                  <a:ext uri="{FF2B5EF4-FFF2-40B4-BE49-F238E27FC236}">
                    <a16:creationId xmlns:a16="http://schemas.microsoft.com/office/drawing/2014/main" id="{83D28146-18A5-406F-BFD6-51D79EB88DE0}"/>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4" name="Freeform 128">
                <a:extLst>
                  <a:ext uri="{FF2B5EF4-FFF2-40B4-BE49-F238E27FC236}">
                    <a16:creationId xmlns:a16="http://schemas.microsoft.com/office/drawing/2014/main" id="{C27D74B5-1D30-4131-AE75-DB78C63F155C}"/>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15" name="Freeform 129">
                <a:extLst>
                  <a:ext uri="{FF2B5EF4-FFF2-40B4-BE49-F238E27FC236}">
                    <a16:creationId xmlns:a16="http://schemas.microsoft.com/office/drawing/2014/main" id="{E4640C79-AE7C-4D0B-9EC6-89D2DEDDDB20}"/>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489" name="Text Box 130">
              <a:extLst>
                <a:ext uri="{FF2B5EF4-FFF2-40B4-BE49-F238E27FC236}">
                  <a16:creationId xmlns:a16="http://schemas.microsoft.com/office/drawing/2014/main" id="{13D073C5-2227-4855-9705-224989AF4BBE}"/>
                </a:ext>
              </a:extLst>
            </p:cNvPr>
            <p:cNvSpPr txBox="1">
              <a:spLocks noChangeArrowheads="1"/>
            </p:cNvSpPr>
            <p:nvPr/>
          </p:nvSpPr>
          <p:spPr bwMode="auto">
            <a:xfrm>
              <a:off x="3751263" y="5033963"/>
              <a:ext cx="515937" cy="336550"/>
            </a:xfrm>
            <a:prstGeom prst="rect">
              <a:avLst/>
            </a:prstGeom>
            <a:solidFill>
              <a:srgbClr val="C0C0C0"/>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DDDDDD"/>
                  </a:solidFill>
                  <a:effectLst/>
                  <a:uLnTx/>
                  <a:uFillTx/>
                  <a:latin typeface="Arial Narrow" pitchFamily="34" charset="0"/>
                </a:rPr>
                <a:t>55%</a:t>
              </a:r>
            </a:p>
          </p:txBody>
        </p:sp>
        <p:grpSp>
          <p:nvGrpSpPr>
            <p:cNvPr id="490" name="Group 131">
              <a:extLst>
                <a:ext uri="{FF2B5EF4-FFF2-40B4-BE49-F238E27FC236}">
                  <a16:creationId xmlns:a16="http://schemas.microsoft.com/office/drawing/2014/main" id="{D4D3CB29-9317-499B-8377-7F850AAD796C}"/>
                </a:ext>
              </a:extLst>
            </p:cNvPr>
            <p:cNvGrpSpPr>
              <a:grpSpLocks/>
            </p:cNvGrpSpPr>
            <p:nvPr/>
          </p:nvGrpSpPr>
          <p:grpSpPr bwMode="auto">
            <a:xfrm>
              <a:off x="3352800" y="4652963"/>
              <a:ext cx="533400" cy="609600"/>
              <a:chOff x="576" y="2496"/>
              <a:chExt cx="864" cy="1127"/>
            </a:xfrm>
            <a:effectLst>
              <a:outerShdw blurRad="50800" dist="38100" dir="2700000" algn="tl" rotWithShape="0">
                <a:srgbClr val="808080">
                  <a:lumMod val="60000"/>
                  <a:lumOff val="40000"/>
                  <a:alpha val="40000"/>
                </a:srgbClr>
              </a:outerShdw>
            </a:effectLst>
          </p:grpSpPr>
          <p:sp>
            <p:nvSpPr>
              <p:cNvPr id="498" name="Freeform 132">
                <a:extLst>
                  <a:ext uri="{FF2B5EF4-FFF2-40B4-BE49-F238E27FC236}">
                    <a16:creationId xmlns:a16="http://schemas.microsoft.com/office/drawing/2014/main" id="{3D041454-60D8-4B50-A088-F98067C46C4C}"/>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DDDDDD"/>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99" name="Freeform 133">
                <a:extLst>
                  <a:ext uri="{FF2B5EF4-FFF2-40B4-BE49-F238E27FC236}">
                    <a16:creationId xmlns:a16="http://schemas.microsoft.com/office/drawing/2014/main" id="{9230BF3E-9F14-480E-AF6F-F5B58824E0DB}"/>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0" name="Freeform 134">
                <a:extLst>
                  <a:ext uri="{FF2B5EF4-FFF2-40B4-BE49-F238E27FC236}">
                    <a16:creationId xmlns:a16="http://schemas.microsoft.com/office/drawing/2014/main" id="{2C610520-5D1B-4171-B910-2198555E892C}"/>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1" name="Freeform 135">
                <a:extLst>
                  <a:ext uri="{FF2B5EF4-FFF2-40B4-BE49-F238E27FC236}">
                    <a16:creationId xmlns:a16="http://schemas.microsoft.com/office/drawing/2014/main" id="{FDFD2636-D022-4BF4-926F-3A795EE0D3A6}"/>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2" name="Freeform 136">
                <a:extLst>
                  <a:ext uri="{FF2B5EF4-FFF2-40B4-BE49-F238E27FC236}">
                    <a16:creationId xmlns:a16="http://schemas.microsoft.com/office/drawing/2014/main" id="{CF22B8F3-C647-40A6-B018-2D4D11967FB3}"/>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3" name="Freeform 137">
                <a:extLst>
                  <a:ext uri="{FF2B5EF4-FFF2-40B4-BE49-F238E27FC236}">
                    <a16:creationId xmlns:a16="http://schemas.microsoft.com/office/drawing/2014/main" id="{3AE3A37F-6F21-4E69-9C25-E9FBCCA3958F}"/>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4" name="Freeform 138">
                <a:extLst>
                  <a:ext uri="{FF2B5EF4-FFF2-40B4-BE49-F238E27FC236}">
                    <a16:creationId xmlns:a16="http://schemas.microsoft.com/office/drawing/2014/main" id="{276D4D7B-93E1-4D1A-949E-2AE9133393A5}"/>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5" name="Freeform 139">
                <a:extLst>
                  <a:ext uri="{FF2B5EF4-FFF2-40B4-BE49-F238E27FC236}">
                    <a16:creationId xmlns:a16="http://schemas.microsoft.com/office/drawing/2014/main" id="{71239AA5-2FA4-49E6-AC40-D46726F8CE63}"/>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06" name="Freeform 140">
                <a:extLst>
                  <a:ext uri="{FF2B5EF4-FFF2-40B4-BE49-F238E27FC236}">
                    <a16:creationId xmlns:a16="http://schemas.microsoft.com/office/drawing/2014/main" id="{BBFC0C84-E598-472E-83F7-F95637924999}"/>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C0C0C0"/>
              </a:solidFill>
              <a:ln w="9525">
                <a:no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491" name="Line 141"/>
            <p:cNvSpPr>
              <a:spLocks noChangeShapeType="1"/>
            </p:cNvSpPr>
            <p:nvPr/>
          </p:nvSpPr>
          <p:spPr bwMode="auto">
            <a:xfrm flipH="1">
              <a:off x="1447800" y="2214563"/>
              <a:ext cx="914400" cy="1295400"/>
            </a:xfrm>
            <a:prstGeom prst="line">
              <a:avLst/>
            </a:prstGeom>
            <a:noFill/>
            <a:ln w="76200">
              <a:solidFill>
                <a:srgbClr val="DDDDDD"/>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92" name="Oval 143">
              <a:extLst>
                <a:ext uri="{FF2B5EF4-FFF2-40B4-BE49-F238E27FC236}">
                  <a16:creationId xmlns:a16="http://schemas.microsoft.com/office/drawing/2014/main" id="{91CF14CE-9AEC-451E-A110-3A31B756BE7C}"/>
                </a:ext>
              </a:extLst>
            </p:cNvPr>
            <p:cNvSpPr>
              <a:spLocks noChangeArrowheads="1"/>
            </p:cNvSpPr>
            <p:nvPr/>
          </p:nvSpPr>
          <p:spPr bwMode="auto">
            <a:xfrm>
              <a:off x="1295400" y="3281363"/>
              <a:ext cx="381000" cy="381000"/>
            </a:xfrm>
            <a:prstGeom prst="ellipse">
              <a:avLst/>
            </a:prstGeom>
            <a:solidFill>
              <a:srgbClr val="C0C0C0"/>
            </a:solidFill>
            <a:ln w="28575">
              <a:noFill/>
              <a:round/>
              <a:headEnd/>
              <a:tailEnd type="none" w="med" len="lg"/>
            </a:ln>
            <a:effectLst>
              <a:outerShdw blurRad="50800" dist="38100" dir="2700000" algn="tl" rotWithShape="0">
                <a:srgbClr val="808080">
                  <a:lumMod val="60000"/>
                  <a:lumOff val="40000"/>
                  <a:alpha val="4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93" name="Text Box 157"/>
            <p:cNvSpPr txBox="1">
              <a:spLocks noChangeArrowheads="1"/>
            </p:cNvSpPr>
            <p:nvPr/>
          </p:nvSpPr>
          <p:spPr bwMode="auto">
            <a:xfrm>
              <a:off x="1319213" y="3230563"/>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DDDDDD"/>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DDDDDD"/>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DDDDDD"/>
                </a:solidFill>
                <a:effectLst/>
                <a:uLnTx/>
                <a:uFillTx/>
                <a:latin typeface="Arial Narrow" panose="020B0606020202030204" pitchFamily="34" charset="0"/>
              </a:endParaRPr>
            </a:p>
          </p:txBody>
        </p:sp>
        <p:sp>
          <p:nvSpPr>
            <p:cNvPr id="494" name="Text Box 158"/>
            <p:cNvSpPr txBox="1">
              <a:spLocks noChangeArrowheads="1"/>
            </p:cNvSpPr>
            <p:nvPr/>
          </p:nvSpPr>
          <p:spPr bwMode="auto">
            <a:xfrm>
              <a:off x="711200" y="350996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DDDDDD"/>
                  </a:solidFill>
                  <a:effectLst/>
                  <a:uLnTx/>
                  <a:uFillTx/>
                  <a:latin typeface="Arial Narrow" panose="020B0606020202030204" pitchFamily="34" charset="0"/>
                </a:rPr>
                <a:t>&lt;0.52</a:t>
              </a:r>
            </a:p>
          </p:txBody>
        </p:sp>
        <p:sp>
          <p:nvSpPr>
            <p:cNvPr id="495" name="Text Box 159"/>
            <p:cNvSpPr txBox="1">
              <a:spLocks noChangeArrowheads="1"/>
            </p:cNvSpPr>
            <p:nvPr/>
          </p:nvSpPr>
          <p:spPr bwMode="auto">
            <a:xfrm>
              <a:off x="15240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DDDDDD"/>
                  </a:solidFill>
                  <a:effectLst/>
                  <a:uLnTx/>
                  <a:uFillTx/>
                  <a:latin typeface="Arial Narrow" panose="020B0606020202030204" pitchFamily="34" charset="0"/>
                </a:rPr>
                <a:t>≥0.52</a:t>
              </a:r>
            </a:p>
          </p:txBody>
        </p:sp>
        <p:sp>
          <p:nvSpPr>
            <p:cNvPr id="496" name="Text Box 161"/>
            <p:cNvSpPr txBox="1">
              <a:spLocks noChangeArrowheads="1"/>
            </p:cNvSpPr>
            <p:nvPr/>
          </p:nvSpPr>
          <p:spPr bwMode="auto">
            <a:xfrm>
              <a:off x="3276600" y="350996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DDDDDD"/>
                  </a:solidFill>
                  <a:effectLst/>
                  <a:uLnTx/>
                  <a:uFillTx/>
                  <a:latin typeface="Arial Narrow" panose="020B0606020202030204" pitchFamily="34" charset="0"/>
                </a:rPr>
                <a:t>≥0.51</a:t>
              </a:r>
            </a:p>
          </p:txBody>
        </p:sp>
        <p:sp>
          <p:nvSpPr>
            <p:cNvPr id="497" name="Text Box 164"/>
            <p:cNvSpPr txBox="1">
              <a:spLocks noChangeArrowheads="1"/>
            </p:cNvSpPr>
            <p:nvPr/>
          </p:nvSpPr>
          <p:spPr bwMode="auto">
            <a:xfrm>
              <a:off x="1524000" y="2305050"/>
              <a:ext cx="66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DDDDDD"/>
                  </a:solidFill>
                  <a:effectLst/>
                  <a:uLnTx/>
                  <a:uFillTx/>
                  <a:latin typeface="Arial Narrow" panose="020B0606020202030204" pitchFamily="34" charset="0"/>
                </a:rPr>
                <a:t>&lt;0.63</a:t>
              </a:r>
            </a:p>
          </p:txBody>
        </p:sp>
      </p:grpSp>
      <p:sp>
        <p:nvSpPr>
          <p:cNvPr id="525" name="Line 106"/>
          <p:cNvSpPr>
            <a:spLocks noChangeShapeType="1"/>
          </p:cNvSpPr>
          <p:nvPr/>
        </p:nvSpPr>
        <p:spPr bwMode="auto">
          <a:xfrm>
            <a:off x="2286000" y="3119998"/>
            <a:ext cx="914400" cy="12954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26" name="Oval 142">
            <a:extLst>
              <a:ext uri="{FF2B5EF4-FFF2-40B4-BE49-F238E27FC236}">
                <a16:creationId xmlns:a16="http://schemas.microsoft.com/office/drawing/2014/main" id="{2B271D2D-831C-4FB2-84D5-BBB800B7AD76}"/>
              </a:ext>
            </a:extLst>
          </p:cNvPr>
          <p:cNvSpPr>
            <a:spLocks noChangeArrowheads="1"/>
          </p:cNvSpPr>
          <p:nvPr/>
        </p:nvSpPr>
        <p:spPr bwMode="auto">
          <a:xfrm>
            <a:off x="2133600" y="2967598"/>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7" name="Line 144"/>
          <p:cNvSpPr>
            <a:spLocks noChangeShapeType="1"/>
          </p:cNvSpPr>
          <p:nvPr/>
        </p:nvSpPr>
        <p:spPr bwMode="auto">
          <a:xfrm flipH="1">
            <a:off x="2590800" y="4415398"/>
            <a:ext cx="533400" cy="990600"/>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28" name="Oval 145">
            <a:extLst>
              <a:ext uri="{FF2B5EF4-FFF2-40B4-BE49-F238E27FC236}">
                <a16:creationId xmlns:a16="http://schemas.microsoft.com/office/drawing/2014/main" id="{64A47E25-8AED-42D5-9FEB-FC81FD5208E0}"/>
              </a:ext>
            </a:extLst>
          </p:cNvPr>
          <p:cNvSpPr>
            <a:spLocks noChangeArrowheads="1"/>
          </p:cNvSpPr>
          <p:nvPr/>
        </p:nvSpPr>
        <p:spPr bwMode="auto">
          <a:xfrm>
            <a:off x="2971800" y="4186798"/>
            <a:ext cx="381000"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29" name="Text Box 146">
            <a:extLst>
              <a:ext uri="{FF2B5EF4-FFF2-40B4-BE49-F238E27FC236}">
                <a16:creationId xmlns:a16="http://schemas.microsoft.com/office/drawing/2014/main" id="{2FB85A8A-CD0C-4E2A-9CA8-80B09AAFF02D}"/>
              </a:ext>
            </a:extLst>
          </p:cNvPr>
          <p:cNvSpPr txBox="1">
            <a:spLocks noChangeArrowheads="1"/>
          </p:cNvSpPr>
          <p:nvPr/>
        </p:nvSpPr>
        <p:spPr bwMode="auto">
          <a:xfrm>
            <a:off x="2667000" y="5521885"/>
            <a:ext cx="515938" cy="336550"/>
          </a:xfrm>
          <a:prstGeom prst="rect">
            <a:avLst/>
          </a:prstGeom>
          <a:solidFill>
            <a:srgbClr val="003366"/>
          </a:solidFill>
          <a:ln w="28575">
            <a:noFill/>
            <a:miter lim="800000"/>
            <a:headEnd/>
            <a:tailEnd type="none" w="med" len="lg"/>
          </a:ln>
          <a:effectLst>
            <a:softEdge rad="63500"/>
          </a:effec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CC00"/>
                </a:solidFill>
                <a:effectLst/>
                <a:uLnTx/>
                <a:uFillTx/>
                <a:latin typeface="Arial Narrow" pitchFamily="34" charset="0"/>
              </a:rPr>
              <a:t>70%</a:t>
            </a:r>
          </a:p>
        </p:txBody>
      </p:sp>
      <p:grpSp>
        <p:nvGrpSpPr>
          <p:cNvPr id="530" name="Group 147">
            <a:extLst>
              <a:ext uri="{FF2B5EF4-FFF2-40B4-BE49-F238E27FC236}">
                <a16:creationId xmlns:a16="http://schemas.microsoft.com/office/drawing/2014/main" id="{98234BD9-0074-4427-BE87-15F1C0286C16}"/>
              </a:ext>
            </a:extLst>
          </p:cNvPr>
          <p:cNvGrpSpPr>
            <a:grpSpLocks/>
          </p:cNvGrpSpPr>
          <p:nvPr/>
        </p:nvGrpSpPr>
        <p:grpSpPr bwMode="auto">
          <a:xfrm flipH="1">
            <a:off x="2286000" y="5101198"/>
            <a:ext cx="533400" cy="649287"/>
            <a:chOff x="576" y="2496"/>
            <a:chExt cx="864" cy="1127"/>
          </a:xfrm>
          <a:effectLst>
            <a:outerShdw blurRad="50800" dist="38100" dir="2700000" algn="tl" rotWithShape="0">
              <a:prstClr val="black">
                <a:alpha val="40000"/>
              </a:prstClr>
            </a:outerShdw>
          </a:effectLst>
        </p:grpSpPr>
        <p:sp>
          <p:nvSpPr>
            <p:cNvPr id="531" name="Freeform 148">
              <a:extLst>
                <a:ext uri="{FF2B5EF4-FFF2-40B4-BE49-F238E27FC236}">
                  <a16:creationId xmlns:a16="http://schemas.microsoft.com/office/drawing/2014/main" id="{53FC5950-EB87-4438-ADA8-0702DEF85670}"/>
                </a:ext>
              </a:extLst>
            </p:cNvPr>
            <p:cNvSpPr>
              <a:spLocks/>
            </p:cNvSpPr>
            <p:nvPr/>
          </p:nvSpPr>
          <p:spPr bwMode="auto">
            <a:xfrm>
              <a:off x="600" y="2503"/>
              <a:ext cx="748" cy="1109"/>
            </a:xfrm>
            <a:custGeom>
              <a:avLst/>
              <a:gdLst>
                <a:gd name="T0" fmla="*/ 21 w 1496"/>
                <a:gd name="T1" fmla="*/ 0 h 2218"/>
                <a:gd name="T2" fmla="*/ 21 w 1496"/>
                <a:gd name="T3" fmla="*/ 1 h 2218"/>
                <a:gd name="T4" fmla="*/ 20 w 1496"/>
                <a:gd name="T5" fmla="*/ 4 h 2218"/>
                <a:gd name="T6" fmla="*/ 21 w 1496"/>
                <a:gd name="T7" fmla="*/ 9 h 2218"/>
                <a:gd name="T8" fmla="*/ 23 w 1496"/>
                <a:gd name="T9" fmla="*/ 15 h 2218"/>
                <a:gd name="T10" fmla="*/ 23 w 1496"/>
                <a:gd name="T11" fmla="*/ 20 h 2218"/>
                <a:gd name="T12" fmla="*/ 22 w 1496"/>
                <a:gd name="T13" fmla="*/ 26 h 2218"/>
                <a:gd name="T14" fmla="*/ 12 w 1496"/>
                <a:gd name="T15" fmla="*/ 27 h 2218"/>
                <a:gd name="T16" fmla="*/ 12 w 1496"/>
                <a:gd name="T17" fmla="*/ 30 h 2218"/>
                <a:gd name="T18" fmla="*/ 10 w 1496"/>
                <a:gd name="T19" fmla="*/ 35 h 2218"/>
                <a:gd name="T20" fmla="*/ 9 w 1496"/>
                <a:gd name="T21" fmla="*/ 35 h 2218"/>
                <a:gd name="T22" fmla="*/ 9 w 1496"/>
                <a:gd name="T23" fmla="*/ 34 h 2218"/>
                <a:gd name="T24" fmla="*/ 10 w 1496"/>
                <a:gd name="T25" fmla="*/ 31 h 2218"/>
                <a:gd name="T26" fmla="*/ 11 w 1496"/>
                <a:gd name="T27" fmla="*/ 29 h 2218"/>
                <a:gd name="T28" fmla="*/ 10 w 1496"/>
                <a:gd name="T29" fmla="*/ 27 h 2218"/>
                <a:gd name="T30" fmla="*/ 5 w 1496"/>
                <a:gd name="T31" fmla="*/ 27 h 2218"/>
                <a:gd name="T32" fmla="*/ 0 w 1496"/>
                <a:gd name="T33" fmla="*/ 20 h 2218"/>
                <a:gd name="T34" fmla="*/ 1 w 1496"/>
                <a:gd name="T35" fmla="*/ 14 h 2218"/>
                <a:gd name="T36" fmla="*/ 1 w 1496"/>
                <a:gd name="T37" fmla="*/ 14 h 2218"/>
                <a:gd name="T38" fmla="*/ 6 w 1496"/>
                <a:gd name="T39" fmla="*/ 9 h 2218"/>
                <a:gd name="T40" fmla="*/ 6 w 1496"/>
                <a:gd name="T41" fmla="*/ 9 h 2218"/>
                <a:gd name="T42" fmla="*/ 11 w 1496"/>
                <a:gd name="T43" fmla="*/ 5 h 2218"/>
                <a:gd name="T44" fmla="*/ 12 w 1496"/>
                <a:gd name="T45" fmla="*/ 5 h 2218"/>
                <a:gd name="T46" fmla="*/ 14 w 1496"/>
                <a:gd name="T47" fmla="*/ 3 h 2218"/>
                <a:gd name="T48" fmla="*/ 18 w 1496"/>
                <a:gd name="T49" fmla="*/ 3 h 2218"/>
                <a:gd name="T50" fmla="*/ 21 w 1496"/>
                <a:gd name="T51" fmla="*/ 0 h 2218"/>
                <a:gd name="T52" fmla="*/ 21 w 1496"/>
                <a:gd name="T53" fmla="*/ 0 h 221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96"/>
                <a:gd name="T82" fmla="*/ 0 h 2218"/>
                <a:gd name="T83" fmla="*/ 1496 w 1496"/>
                <a:gd name="T84" fmla="*/ 2218 h 221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96" h="2218">
                  <a:moveTo>
                    <a:pt x="1304" y="0"/>
                  </a:moveTo>
                  <a:lnTo>
                    <a:pt x="1338" y="78"/>
                  </a:lnTo>
                  <a:lnTo>
                    <a:pt x="1279" y="291"/>
                  </a:lnTo>
                  <a:lnTo>
                    <a:pt x="1309" y="521"/>
                  </a:lnTo>
                  <a:lnTo>
                    <a:pt x="1433" y="1002"/>
                  </a:lnTo>
                  <a:lnTo>
                    <a:pt x="1496" y="1298"/>
                  </a:lnTo>
                  <a:lnTo>
                    <a:pt x="1395" y="1692"/>
                  </a:lnTo>
                  <a:lnTo>
                    <a:pt x="752" y="1787"/>
                  </a:lnTo>
                  <a:lnTo>
                    <a:pt x="733" y="1981"/>
                  </a:lnTo>
                  <a:lnTo>
                    <a:pt x="610" y="2218"/>
                  </a:lnTo>
                  <a:lnTo>
                    <a:pt x="547" y="2205"/>
                  </a:lnTo>
                  <a:lnTo>
                    <a:pt x="534" y="2121"/>
                  </a:lnTo>
                  <a:lnTo>
                    <a:pt x="636" y="1986"/>
                  </a:lnTo>
                  <a:lnTo>
                    <a:pt x="642" y="1889"/>
                  </a:lnTo>
                  <a:lnTo>
                    <a:pt x="604" y="1749"/>
                  </a:lnTo>
                  <a:lnTo>
                    <a:pt x="277" y="1730"/>
                  </a:lnTo>
                  <a:lnTo>
                    <a:pt x="0" y="1338"/>
                  </a:lnTo>
                  <a:lnTo>
                    <a:pt x="32" y="920"/>
                  </a:lnTo>
                  <a:lnTo>
                    <a:pt x="89" y="920"/>
                  </a:lnTo>
                  <a:lnTo>
                    <a:pt x="321" y="578"/>
                  </a:lnTo>
                  <a:lnTo>
                    <a:pt x="444" y="572"/>
                  </a:lnTo>
                  <a:lnTo>
                    <a:pt x="693" y="361"/>
                  </a:lnTo>
                  <a:lnTo>
                    <a:pt x="764" y="380"/>
                  </a:lnTo>
                  <a:lnTo>
                    <a:pt x="950" y="253"/>
                  </a:lnTo>
                  <a:lnTo>
                    <a:pt x="1093" y="226"/>
                  </a:lnTo>
                  <a:lnTo>
                    <a:pt x="1304" y="0"/>
                  </a:lnTo>
                  <a:close/>
                </a:path>
              </a:pathLst>
            </a:custGeom>
            <a:solidFill>
              <a:srgbClr val="FFFF00"/>
            </a:solidFill>
            <a:ln w="9525">
              <a:noFill/>
              <a:round/>
              <a:headEnd/>
              <a:tailEnd/>
            </a:ln>
          </p:spPr>
          <p:txBody>
            <a:bodyPr/>
            <a:lstStyle/>
            <a:p>
              <a:pPr>
                <a:defRPr/>
              </a:pPr>
              <a:endParaRPr lang="en-US" sz="2400">
                <a:solidFill>
                  <a:srgbClr val="000000"/>
                </a:solidFill>
                <a:latin typeface="Arial"/>
              </a:endParaRPr>
            </a:p>
          </p:txBody>
        </p:sp>
        <p:sp>
          <p:nvSpPr>
            <p:cNvPr id="532" name="Freeform 149">
              <a:extLst>
                <a:ext uri="{FF2B5EF4-FFF2-40B4-BE49-F238E27FC236}">
                  <a16:creationId xmlns:a16="http://schemas.microsoft.com/office/drawing/2014/main" id="{1092B0AA-FE50-4574-8FF1-2844E481FC97}"/>
                </a:ext>
              </a:extLst>
            </p:cNvPr>
            <p:cNvSpPr>
              <a:spLocks/>
            </p:cNvSpPr>
            <p:nvPr/>
          </p:nvSpPr>
          <p:spPr bwMode="auto">
            <a:xfrm>
              <a:off x="1072" y="2646"/>
              <a:ext cx="110" cy="174"/>
            </a:xfrm>
            <a:custGeom>
              <a:avLst/>
              <a:gdLst>
                <a:gd name="T0" fmla="*/ 3 w 221"/>
                <a:gd name="T1" fmla="*/ 1 h 348"/>
                <a:gd name="T2" fmla="*/ 2 w 221"/>
                <a:gd name="T3" fmla="*/ 1 h 348"/>
                <a:gd name="T4" fmla="*/ 2 w 221"/>
                <a:gd name="T5" fmla="*/ 1 h 348"/>
                <a:gd name="T6" fmla="*/ 2 w 221"/>
                <a:gd name="T7" fmla="*/ 1 h 348"/>
                <a:gd name="T8" fmla="*/ 2 w 221"/>
                <a:gd name="T9" fmla="*/ 1 h 348"/>
                <a:gd name="T10" fmla="*/ 2 w 221"/>
                <a:gd name="T11" fmla="*/ 3 h 348"/>
                <a:gd name="T12" fmla="*/ 2 w 221"/>
                <a:gd name="T13" fmla="*/ 3 h 348"/>
                <a:gd name="T14" fmla="*/ 2 w 221"/>
                <a:gd name="T15" fmla="*/ 3 h 348"/>
                <a:gd name="T16" fmla="*/ 2 w 221"/>
                <a:gd name="T17" fmla="*/ 3 h 348"/>
                <a:gd name="T18" fmla="*/ 1 w 221"/>
                <a:gd name="T19" fmla="*/ 3 h 348"/>
                <a:gd name="T20" fmla="*/ 1 w 221"/>
                <a:gd name="T21" fmla="*/ 3 h 348"/>
                <a:gd name="T22" fmla="*/ 1 w 221"/>
                <a:gd name="T23" fmla="*/ 3 h 348"/>
                <a:gd name="T24" fmla="*/ 1 w 221"/>
                <a:gd name="T25" fmla="*/ 3 h 348"/>
                <a:gd name="T26" fmla="*/ 1 w 221"/>
                <a:gd name="T27" fmla="*/ 3 h 348"/>
                <a:gd name="T28" fmla="*/ 1 w 221"/>
                <a:gd name="T29" fmla="*/ 3 h 348"/>
                <a:gd name="T30" fmla="*/ 1 w 221"/>
                <a:gd name="T31" fmla="*/ 3 h 348"/>
                <a:gd name="T32" fmla="*/ 1 w 221"/>
                <a:gd name="T33" fmla="*/ 5 h 348"/>
                <a:gd name="T34" fmla="*/ 0 w 221"/>
                <a:gd name="T35" fmla="*/ 5 h 348"/>
                <a:gd name="T36" fmla="*/ 0 w 221"/>
                <a:gd name="T37" fmla="*/ 5 h 348"/>
                <a:gd name="T38" fmla="*/ 0 w 221"/>
                <a:gd name="T39" fmla="*/ 5 h 348"/>
                <a:gd name="T40" fmla="*/ 0 w 221"/>
                <a:gd name="T41" fmla="*/ 5 h 348"/>
                <a:gd name="T42" fmla="*/ 0 w 221"/>
                <a:gd name="T43" fmla="*/ 5 h 348"/>
                <a:gd name="T44" fmla="*/ 0 w 221"/>
                <a:gd name="T45" fmla="*/ 5 h 348"/>
                <a:gd name="T46" fmla="*/ 0 w 221"/>
                <a:gd name="T47" fmla="*/ 5 h 348"/>
                <a:gd name="T48" fmla="*/ 0 w 221"/>
                <a:gd name="T49" fmla="*/ 5 h 348"/>
                <a:gd name="T50" fmla="*/ 0 w 221"/>
                <a:gd name="T51" fmla="*/ 5 h 348"/>
                <a:gd name="T52" fmla="*/ 0 w 221"/>
                <a:gd name="T53" fmla="*/ 5 h 348"/>
                <a:gd name="T54" fmla="*/ 0 w 221"/>
                <a:gd name="T55" fmla="*/ 5 h 348"/>
                <a:gd name="T56" fmla="*/ 0 w 221"/>
                <a:gd name="T57" fmla="*/ 5 h 348"/>
                <a:gd name="T58" fmla="*/ 0 w 221"/>
                <a:gd name="T59" fmla="*/ 5 h 348"/>
                <a:gd name="T60" fmla="*/ 0 w 221"/>
                <a:gd name="T61" fmla="*/ 5 h 348"/>
                <a:gd name="T62" fmla="*/ 0 w 221"/>
                <a:gd name="T63" fmla="*/ 5 h 348"/>
                <a:gd name="T64" fmla="*/ 0 w 221"/>
                <a:gd name="T65" fmla="*/ 3 h 348"/>
                <a:gd name="T66" fmla="*/ 0 w 221"/>
                <a:gd name="T67" fmla="*/ 3 h 348"/>
                <a:gd name="T68" fmla="*/ 0 w 221"/>
                <a:gd name="T69" fmla="*/ 3 h 348"/>
                <a:gd name="T70" fmla="*/ 0 w 221"/>
                <a:gd name="T71" fmla="*/ 3 h 348"/>
                <a:gd name="T72" fmla="*/ 0 w 221"/>
                <a:gd name="T73" fmla="*/ 3 h 348"/>
                <a:gd name="T74" fmla="*/ 0 w 221"/>
                <a:gd name="T75" fmla="*/ 3 h 348"/>
                <a:gd name="T76" fmla="*/ 0 w 221"/>
                <a:gd name="T77" fmla="*/ 3 h 348"/>
                <a:gd name="T78" fmla="*/ 0 w 221"/>
                <a:gd name="T79" fmla="*/ 3 h 348"/>
                <a:gd name="T80" fmla="*/ 0 w 221"/>
                <a:gd name="T81" fmla="*/ 3 h 348"/>
                <a:gd name="T82" fmla="*/ 0 w 221"/>
                <a:gd name="T83" fmla="*/ 1 h 348"/>
                <a:gd name="T84" fmla="*/ 0 w 221"/>
                <a:gd name="T85" fmla="*/ 1 h 348"/>
                <a:gd name="T86" fmla="*/ 0 w 221"/>
                <a:gd name="T87" fmla="*/ 1 h 348"/>
                <a:gd name="T88" fmla="*/ 0 w 221"/>
                <a:gd name="T89" fmla="*/ 1 h 348"/>
                <a:gd name="T90" fmla="*/ 0 w 221"/>
                <a:gd name="T91" fmla="*/ 1 h 348"/>
                <a:gd name="T92" fmla="*/ 0 w 221"/>
                <a:gd name="T93" fmla="*/ 1 h 348"/>
                <a:gd name="T94" fmla="*/ 1 w 221"/>
                <a:gd name="T95" fmla="*/ 1 h 348"/>
                <a:gd name="T96" fmla="*/ 1 w 221"/>
                <a:gd name="T97" fmla="*/ 1 h 348"/>
                <a:gd name="T98" fmla="*/ 1 w 221"/>
                <a:gd name="T99" fmla="*/ 1 h 348"/>
                <a:gd name="T100" fmla="*/ 1 w 221"/>
                <a:gd name="T101" fmla="*/ 1 h 348"/>
                <a:gd name="T102" fmla="*/ 1 w 221"/>
                <a:gd name="T103" fmla="*/ 1 h 348"/>
                <a:gd name="T104" fmla="*/ 2 w 221"/>
                <a:gd name="T105" fmla="*/ 1 h 348"/>
                <a:gd name="T106" fmla="*/ 2 w 221"/>
                <a:gd name="T107" fmla="*/ 1 h 348"/>
                <a:gd name="T108" fmla="*/ 2 w 221"/>
                <a:gd name="T109" fmla="*/ 1 h 348"/>
                <a:gd name="T110" fmla="*/ 2 w 221"/>
                <a:gd name="T111" fmla="*/ 1 h 348"/>
                <a:gd name="T112" fmla="*/ 2 w 221"/>
                <a:gd name="T113" fmla="*/ 1 h 348"/>
                <a:gd name="T114" fmla="*/ 3 w 221"/>
                <a:gd name="T115" fmla="*/ 1 h 348"/>
                <a:gd name="T116" fmla="*/ 3 w 221"/>
                <a:gd name="T117" fmla="*/ 1 h 348"/>
                <a:gd name="T118" fmla="*/ 3 w 221"/>
                <a:gd name="T119" fmla="*/ 0 h 348"/>
                <a:gd name="T120" fmla="*/ 3 w 221"/>
                <a:gd name="T121" fmla="*/ 1 h 3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21"/>
                <a:gd name="T184" fmla="*/ 0 h 348"/>
                <a:gd name="T185" fmla="*/ 221 w 221"/>
                <a:gd name="T186" fmla="*/ 348 h 34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21" h="348">
                  <a:moveTo>
                    <a:pt x="198" y="63"/>
                  </a:moveTo>
                  <a:lnTo>
                    <a:pt x="196" y="65"/>
                  </a:lnTo>
                  <a:lnTo>
                    <a:pt x="194" y="69"/>
                  </a:lnTo>
                  <a:lnTo>
                    <a:pt x="192" y="71"/>
                  </a:lnTo>
                  <a:lnTo>
                    <a:pt x="189" y="76"/>
                  </a:lnTo>
                  <a:lnTo>
                    <a:pt x="187" y="82"/>
                  </a:lnTo>
                  <a:lnTo>
                    <a:pt x="183" y="88"/>
                  </a:lnTo>
                  <a:lnTo>
                    <a:pt x="181" y="90"/>
                  </a:lnTo>
                  <a:lnTo>
                    <a:pt x="177" y="92"/>
                  </a:lnTo>
                  <a:lnTo>
                    <a:pt x="175" y="95"/>
                  </a:lnTo>
                  <a:lnTo>
                    <a:pt x="173" y="101"/>
                  </a:lnTo>
                  <a:lnTo>
                    <a:pt x="171" y="103"/>
                  </a:lnTo>
                  <a:lnTo>
                    <a:pt x="170" y="109"/>
                  </a:lnTo>
                  <a:lnTo>
                    <a:pt x="166" y="112"/>
                  </a:lnTo>
                  <a:lnTo>
                    <a:pt x="164" y="116"/>
                  </a:lnTo>
                  <a:lnTo>
                    <a:pt x="160" y="122"/>
                  </a:lnTo>
                  <a:lnTo>
                    <a:pt x="156" y="128"/>
                  </a:lnTo>
                  <a:lnTo>
                    <a:pt x="154" y="133"/>
                  </a:lnTo>
                  <a:lnTo>
                    <a:pt x="150" y="139"/>
                  </a:lnTo>
                  <a:lnTo>
                    <a:pt x="145" y="145"/>
                  </a:lnTo>
                  <a:lnTo>
                    <a:pt x="143" y="149"/>
                  </a:lnTo>
                  <a:lnTo>
                    <a:pt x="139" y="152"/>
                  </a:lnTo>
                  <a:lnTo>
                    <a:pt x="137" y="156"/>
                  </a:lnTo>
                  <a:lnTo>
                    <a:pt x="135" y="160"/>
                  </a:lnTo>
                  <a:lnTo>
                    <a:pt x="133" y="164"/>
                  </a:lnTo>
                  <a:lnTo>
                    <a:pt x="131" y="166"/>
                  </a:lnTo>
                  <a:lnTo>
                    <a:pt x="130" y="169"/>
                  </a:lnTo>
                  <a:lnTo>
                    <a:pt x="126" y="173"/>
                  </a:lnTo>
                  <a:lnTo>
                    <a:pt x="124" y="177"/>
                  </a:lnTo>
                  <a:lnTo>
                    <a:pt x="120" y="179"/>
                  </a:lnTo>
                  <a:lnTo>
                    <a:pt x="118" y="185"/>
                  </a:lnTo>
                  <a:lnTo>
                    <a:pt x="116" y="188"/>
                  </a:lnTo>
                  <a:lnTo>
                    <a:pt x="114" y="190"/>
                  </a:lnTo>
                  <a:lnTo>
                    <a:pt x="111" y="194"/>
                  </a:lnTo>
                  <a:lnTo>
                    <a:pt x="109" y="198"/>
                  </a:lnTo>
                  <a:lnTo>
                    <a:pt x="107" y="202"/>
                  </a:lnTo>
                  <a:lnTo>
                    <a:pt x="105" y="206"/>
                  </a:lnTo>
                  <a:lnTo>
                    <a:pt x="101" y="209"/>
                  </a:lnTo>
                  <a:lnTo>
                    <a:pt x="99" y="213"/>
                  </a:lnTo>
                  <a:lnTo>
                    <a:pt x="95" y="217"/>
                  </a:lnTo>
                  <a:lnTo>
                    <a:pt x="93" y="221"/>
                  </a:lnTo>
                  <a:lnTo>
                    <a:pt x="90" y="225"/>
                  </a:lnTo>
                  <a:lnTo>
                    <a:pt x="88" y="228"/>
                  </a:lnTo>
                  <a:lnTo>
                    <a:pt x="86" y="232"/>
                  </a:lnTo>
                  <a:lnTo>
                    <a:pt x="82" y="236"/>
                  </a:lnTo>
                  <a:lnTo>
                    <a:pt x="78" y="240"/>
                  </a:lnTo>
                  <a:lnTo>
                    <a:pt x="76" y="244"/>
                  </a:lnTo>
                  <a:lnTo>
                    <a:pt x="74" y="247"/>
                  </a:lnTo>
                  <a:lnTo>
                    <a:pt x="73" y="251"/>
                  </a:lnTo>
                  <a:lnTo>
                    <a:pt x="69" y="255"/>
                  </a:lnTo>
                  <a:lnTo>
                    <a:pt x="67" y="259"/>
                  </a:lnTo>
                  <a:lnTo>
                    <a:pt x="63" y="263"/>
                  </a:lnTo>
                  <a:lnTo>
                    <a:pt x="61" y="266"/>
                  </a:lnTo>
                  <a:lnTo>
                    <a:pt x="57" y="270"/>
                  </a:lnTo>
                  <a:lnTo>
                    <a:pt x="55" y="274"/>
                  </a:lnTo>
                  <a:lnTo>
                    <a:pt x="54" y="278"/>
                  </a:lnTo>
                  <a:lnTo>
                    <a:pt x="52" y="282"/>
                  </a:lnTo>
                  <a:lnTo>
                    <a:pt x="48" y="283"/>
                  </a:lnTo>
                  <a:lnTo>
                    <a:pt x="46" y="287"/>
                  </a:lnTo>
                  <a:lnTo>
                    <a:pt x="44" y="291"/>
                  </a:lnTo>
                  <a:lnTo>
                    <a:pt x="42" y="295"/>
                  </a:lnTo>
                  <a:lnTo>
                    <a:pt x="38" y="297"/>
                  </a:lnTo>
                  <a:lnTo>
                    <a:pt x="36" y="301"/>
                  </a:lnTo>
                  <a:lnTo>
                    <a:pt x="35" y="304"/>
                  </a:lnTo>
                  <a:lnTo>
                    <a:pt x="33" y="308"/>
                  </a:lnTo>
                  <a:lnTo>
                    <a:pt x="29" y="312"/>
                  </a:lnTo>
                  <a:lnTo>
                    <a:pt x="25" y="318"/>
                  </a:lnTo>
                  <a:lnTo>
                    <a:pt x="21" y="323"/>
                  </a:lnTo>
                  <a:lnTo>
                    <a:pt x="17" y="329"/>
                  </a:lnTo>
                  <a:lnTo>
                    <a:pt x="14" y="331"/>
                  </a:lnTo>
                  <a:lnTo>
                    <a:pt x="12" y="335"/>
                  </a:lnTo>
                  <a:lnTo>
                    <a:pt x="10" y="339"/>
                  </a:lnTo>
                  <a:lnTo>
                    <a:pt x="10" y="342"/>
                  </a:lnTo>
                  <a:lnTo>
                    <a:pt x="6" y="346"/>
                  </a:lnTo>
                  <a:lnTo>
                    <a:pt x="6" y="348"/>
                  </a:lnTo>
                  <a:lnTo>
                    <a:pt x="6" y="346"/>
                  </a:lnTo>
                  <a:lnTo>
                    <a:pt x="4" y="346"/>
                  </a:lnTo>
                  <a:lnTo>
                    <a:pt x="4" y="342"/>
                  </a:lnTo>
                  <a:lnTo>
                    <a:pt x="4" y="340"/>
                  </a:lnTo>
                  <a:lnTo>
                    <a:pt x="4" y="335"/>
                  </a:lnTo>
                  <a:lnTo>
                    <a:pt x="2" y="331"/>
                  </a:lnTo>
                  <a:lnTo>
                    <a:pt x="0" y="327"/>
                  </a:lnTo>
                  <a:lnTo>
                    <a:pt x="0" y="320"/>
                  </a:lnTo>
                  <a:lnTo>
                    <a:pt x="0" y="316"/>
                  </a:lnTo>
                  <a:lnTo>
                    <a:pt x="0" y="312"/>
                  </a:lnTo>
                  <a:lnTo>
                    <a:pt x="0" y="308"/>
                  </a:lnTo>
                  <a:lnTo>
                    <a:pt x="0" y="304"/>
                  </a:lnTo>
                  <a:lnTo>
                    <a:pt x="0" y="301"/>
                  </a:lnTo>
                  <a:lnTo>
                    <a:pt x="0" y="297"/>
                  </a:lnTo>
                  <a:lnTo>
                    <a:pt x="0" y="293"/>
                  </a:lnTo>
                  <a:lnTo>
                    <a:pt x="0" y="289"/>
                  </a:lnTo>
                  <a:lnTo>
                    <a:pt x="0" y="283"/>
                  </a:lnTo>
                  <a:lnTo>
                    <a:pt x="0" y="278"/>
                  </a:lnTo>
                  <a:lnTo>
                    <a:pt x="0" y="272"/>
                  </a:lnTo>
                  <a:lnTo>
                    <a:pt x="2" y="268"/>
                  </a:lnTo>
                  <a:lnTo>
                    <a:pt x="2" y="264"/>
                  </a:lnTo>
                  <a:lnTo>
                    <a:pt x="4" y="259"/>
                  </a:lnTo>
                  <a:lnTo>
                    <a:pt x="4" y="253"/>
                  </a:lnTo>
                  <a:lnTo>
                    <a:pt x="6" y="247"/>
                  </a:lnTo>
                  <a:lnTo>
                    <a:pt x="6" y="245"/>
                  </a:lnTo>
                  <a:lnTo>
                    <a:pt x="6" y="242"/>
                  </a:lnTo>
                  <a:lnTo>
                    <a:pt x="6" y="238"/>
                  </a:lnTo>
                  <a:lnTo>
                    <a:pt x="8" y="234"/>
                  </a:lnTo>
                  <a:lnTo>
                    <a:pt x="10" y="228"/>
                  </a:lnTo>
                  <a:lnTo>
                    <a:pt x="10" y="223"/>
                  </a:lnTo>
                  <a:lnTo>
                    <a:pt x="12" y="219"/>
                  </a:lnTo>
                  <a:lnTo>
                    <a:pt x="12" y="217"/>
                  </a:lnTo>
                  <a:lnTo>
                    <a:pt x="12" y="211"/>
                  </a:lnTo>
                  <a:lnTo>
                    <a:pt x="14" y="209"/>
                  </a:lnTo>
                  <a:lnTo>
                    <a:pt x="16" y="204"/>
                  </a:lnTo>
                  <a:lnTo>
                    <a:pt x="17" y="198"/>
                  </a:lnTo>
                  <a:lnTo>
                    <a:pt x="17" y="194"/>
                  </a:lnTo>
                  <a:lnTo>
                    <a:pt x="19" y="190"/>
                  </a:lnTo>
                  <a:lnTo>
                    <a:pt x="19" y="188"/>
                  </a:lnTo>
                  <a:lnTo>
                    <a:pt x="21" y="185"/>
                  </a:lnTo>
                  <a:lnTo>
                    <a:pt x="23" y="179"/>
                  </a:lnTo>
                  <a:lnTo>
                    <a:pt x="25" y="173"/>
                  </a:lnTo>
                  <a:lnTo>
                    <a:pt x="25" y="166"/>
                  </a:lnTo>
                  <a:lnTo>
                    <a:pt x="29" y="160"/>
                  </a:lnTo>
                  <a:lnTo>
                    <a:pt x="31" y="154"/>
                  </a:lnTo>
                  <a:lnTo>
                    <a:pt x="33" y="149"/>
                  </a:lnTo>
                  <a:lnTo>
                    <a:pt x="33" y="145"/>
                  </a:lnTo>
                  <a:lnTo>
                    <a:pt x="36" y="139"/>
                  </a:lnTo>
                  <a:lnTo>
                    <a:pt x="36" y="133"/>
                  </a:lnTo>
                  <a:lnTo>
                    <a:pt x="38" y="130"/>
                  </a:lnTo>
                  <a:lnTo>
                    <a:pt x="40" y="126"/>
                  </a:lnTo>
                  <a:lnTo>
                    <a:pt x="42" y="122"/>
                  </a:lnTo>
                  <a:lnTo>
                    <a:pt x="42" y="116"/>
                  </a:lnTo>
                  <a:lnTo>
                    <a:pt x="44" y="114"/>
                  </a:lnTo>
                  <a:lnTo>
                    <a:pt x="44" y="111"/>
                  </a:lnTo>
                  <a:lnTo>
                    <a:pt x="46" y="109"/>
                  </a:lnTo>
                  <a:lnTo>
                    <a:pt x="48" y="107"/>
                  </a:lnTo>
                  <a:lnTo>
                    <a:pt x="48" y="103"/>
                  </a:lnTo>
                  <a:lnTo>
                    <a:pt x="50" y="101"/>
                  </a:lnTo>
                  <a:lnTo>
                    <a:pt x="52" y="99"/>
                  </a:lnTo>
                  <a:lnTo>
                    <a:pt x="54" y="97"/>
                  </a:lnTo>
                  <a:lnTo>
                    <a:pt x="55" y="95"/>
                  </a:lnTo>
                  <a:lnTo>
                    <a:pt x="57" y="93"/>
                  </a:lnTo>
                  <a:lnTo>
                    <a:pt x="61" y="92"/>
                  </a:lnTo>
                  <a:lnTo>
                    <a:pt x="63" y="90"/>
                  </a:lnTo>
                  <a:lnTo>
                    <a:pt x="67" y="86"/>
                  </a:lnTo>
                  <a:lnTo>
                    <a:pt x="73" y="84"/>
                  </a:lnTo>
                  <a:lnTo>
                    <a:pt x="76" y="80"/>
                  </a:lnTo>
                  <a:lnTo>
                    <a:pt x="82" y="76"/>
                  </a:lnTo>
                  <a:lnTo>
                    <a:pt x="86" y="74"/>
                  </a:lnTo>
                  <a:lnTo>
                    <a:pt x="88" y="72"/>
                  </a:lnTo>
                  <a:lnTo>
                    <a:pt x="92" y="71"/>
                  </a:lnTo>
                  <a:lnTo>
                    <a:pt x="93" y="69"/>
                  </a:lnTo>
                  <a:lnTo>
                    <a:pt x="99" y="67"/>
                  </a:lnTo>
                  <a:lnTo>
                    <a:pt x="101" y="65"/>
                  </a:lnTo>
                  <a:lnTo>
                    <a:pt x="105" y="63"/>
                  </a:lnTo>
                  <a:lnTo>
                    <a:pt x="111" y="61"/>
                  </a:lnTo>
                  <a:lnTo>
                    <a:pt x="114" y="57"/>
                  </a:lnTo>
                  <a:lnTo>
                    <a:pt x="118" y="55"/>
                  </a:lnTo>
                  <a:lnTo>
                    <a:pt x="122" y="52"/>
                  </a:lnTo>
                  <a:lnTo>
                    <a:pt x="126" y="50"/>
                  </a:lnTo>
                  <a:lnTo>
                    <a:pt x="131" y="48"/>
                  </a:lnTo>
                  <a:lnTo>
                    <a:pt x="135" y="46"/>
                  </a:lnTo>
                  <a:lnTo>
                    <a:pt x="139" y="42"/>
                  </a:lnTo>
                  <a:lnTo>
                    <a:pt x="145" y="40"/>
                  </a:lnTo>
                  <a:lnTo>
                    <a:pt x="150" y="38"/>
                  </a:lnTo>
                  <a:lnTo>
                    <a:pt x="154" y="34"/>
                  </a:lnTo>
                  <a:lnTo>
                    <a:pt x="158" y="33"/>
                  </a:lnTo>
                  <a:lnTo>
                    <a:pt x="164" y="29"/>
                  </a:lnTo>
                  <a:lnTo>
                    <a:pt x="168" y="27"/>
                  </a:lnTo>
                  <a:lnTo>
                    <a:pt x="173" y="25"/>
                  </a:lnTo>
                  <a:lnTo>
                    <a:pt x="177" y="21"/>
                  </a:lnTo>
                  <a:lnTo>
                    <a:pt x="181" y="21"/>
                  </a:lnTo>
                  <a:lnTo>
                    <a:pt x="185" y="19"/>
                  </a:lnTo>
                  <a:lnTo>
                    <a:pt x="189" y="15"/>
                  </a:lnTo>
                  <a:lnTo>
                    <a:pt x="192" y="14"/>
                  </a:lnTo>
                  <a:lnTo>
                    <a:pt x="196" y="14"/>
                  </a:lnTo>
                  <a:lnTo>
                    <a:pt x="200" y="10"/>
                  </a:lnTo>
                  <a:lnTo>
                    <a:pt x="204" y="8"/>
                  </a:lnTo>
                  <a:lnTo>
                    <a:pt x="206" y="8"/>
                  </a:lnTo>
                  <a:lnTo>
                    <a:pt x="209" y="6"/>
                  </a:lnTo>
                  <a:lnTo>
                    <a:pt x="215" y="2"/>
                  </a:lnTo>
                  <a:lnTo>
                    <a:pt x="219" y="2"/>
                  </a:lnTo>
                  <a:lnTo>
                    <a:pt x="221" y="0"/>
                  </a:lnTo>
                  <a:lnTo>
                    <a:pt x="198" y="63"/>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3" name="Freeform 150">
              <a:extLst>
                <a:ext uri="{FF2B5EF4-FFF2-40B4-BE49-F238E27FC236}">
                  <a16:creationId xmlns:a16="http://schemas.microsoft.com/office/drawing/2014/main" id="{EC8B5EA2-9C5B-4284-A41D-BBDC385325BB}"/>
                </a:ext>
              </a:extLst>
            </p:cNvPr>
            <p:cNvSpPr>
              <a:spLocks/>
            </p:cNvSpPr>
            <p:nvPr/>
          </p:nvSpPr>
          <p:spPr bwMode="auto">
            <a:xfrm>
              <a:off x="951" y="2704"/>
              <a:ext cx="130" cy="307"/>
            </a:xfrm>
            <a:custGeom>
              <a:avLst/>
              <a:gdLst>
                <a:gd name="T0" fmla="*/ 4 w 258"/>
                <a:gd name="T1" fmla="*/ 1 h 614"/>
                <a:gd name="T2" fmla="*/ 4 w 258"/>
                <a:gd name="T3" fmla="*/ 1 h 614"/>
                <a:gd name="T4" fmla="*/ 3 w 258"/>
                <a:gd name="T5" fmla="*/ 1 h 614"/>
                <a:gd name="T6" fmla="*/ 3 w 258"/>
                <a:gd name="T7" fmla="*/ 1 h 614"/>
                <a:gd name="T8" fmla="*/ 3 w 258"/>
                <a:gd name="T9" fmla="*/ 1 h 614"/>
                <a:gd name="T10" fmla="*/ 2 w 258"/>
                <a:gd name="T11" fmla="*/ 1 h 614"/>
                <a:gd name="T12" fmla="*/ 2 w 258"/>
                <a:gd name="T13" fmla="*/ 1 h 614"/>
                <a:gd name="T14" fmla="*/ 2 w 258"/>
                <a:gd name="T15" fmla="*/ 2 h 614"/>
                <a:gd name="T16" fmla="*/ 1 w 258"/>
                <a:gd name="T17" fmla="*/ 2 h 614"/>
                <a:gd name="T18" fmla="*/ 1 w 258"/>
                <a:gd name="T19" fmla="*/ 2 h 614"/>
                <a:gd name="T20" fmla="*/ 1 w 258"/>
                <a:gd name="T21" fmla="*/ 2 h 614"/>
                <a:gd name="T22" fmla="*/ 1 w 258"/>
                <a:gd name="T23" fmla="*/ 3 h 614"/>
                <a:gd name="T24" fmla="*/ 1 w 258"/>
                <a:gd name="T25" fmla="*/ 3 h 614"/>
                <a:gd name="T26" fmla="*/ 1 w 258"/>
                <a:gd name="T27" fmla="*/ 3 h 614"/>
                <a:gd name="T28" fmla="*/ 1 w 258"/>
                <a:gd name="T29" fmla="*/ 5 h 614"/>
                <a:gd name="T30" fmla="*/ 0 w 258"/>
                <a:gd name="T31" fmla="*/ 5 h 614"/>
                <a:gd name="T32" fmla="*/ 0 w 258"/>
                <a:gd name="T33" fmla="*/ 5 h 614"/>
                <a:gd name="T34" fmla="*/ 0 w 258"/>
                <a:gd name="T35" fmla="*/ 5 h 614"/>
                <a:gd name="T36" fmla="*/ 0 w 258"/>
                <a:gd name="T37" fmla="*/ 5 h 614"/>
                <a:gd name="T38" fmla="*/ 1 w 258"/>
                <a:gd name="T39" fmla="*/ 5 h 614"/>
                <a:gd name="T40" fmla="*/ 1 w 258"/>
                <a:gd name="T41" fmla="*/ 6 h 614"/>
                <a:gd name="T42" fmla="*/ 1 w 258"/>
                <a:gd name="T43" fmla="*/ 6 h 614"/>
                <a:gd name="T44" fmla="*/ 1 w 258"/>
                <a:gd name="T45" fmla="*/ 6 h 614"/>
                <a:gd name="T46" fmla="*/ 1 w 258"/>
                <a:gd name="T47" fmla="*/ 7 h 614"/>
                <a:gd name="T48" fmla="*/ 1 w 258"/>
                <a:gd name="T49" fmla="*/ 7 h 614"/>
                <a:gd name="T50" fmla="*/ 1 w 258"/>
                <a:gd name="T51" fmla="*/ 9 h 614"/>
                <a:gd name="T52" fmla="*/ 1 w 258"/>
                <a:gd name="T53" fmla="*/ 9 h 614"/>
                <a:gd name="T54" fmla="*/ 2 w 258"/>
                <a:gd name="T55" fmla="*/ 10 h 614"/>
                <a:gd name="T56" fmla="*/ 2 w 258"/>
                <a:gd name="T57" fmla="*/ 10 h 614"/>
                <a:gd name="T58" fmla="*/ 2 w 258"/>
                <a:gd name="T59" fmla="*/ 10 h 614"/>
                <a:gd name="T60" fmla="*/ 2 w 258"/>
                <a:gd name="T61" fmla="*/ 10 h 614"/>
                <a:gd name="T62" fmla="*/ 2 w 258"/>
                <a:gd name="T63" fmla="*/ 9 h 614"/>
                <a:gd name="T64" fmla="*/ 2 w 258"/>
                <a:gd name="T65" fmla="*/ 9 h 614"/>
                <a:gd name="T66" fmla="*/ 2 w 258"/>
                <a:gd name="T67" fmla="*/ 7 h 614"/>
                <a:gd name="T68" fmla="*/ 2 w 258"/>
                <a:gd name="T69" fmla="*/ 7 h 614"/>
                <a:gd name="T70" fmla="*/ 3 w 258"/>
                <a:gd name="T71" fmla="*/ 7 h 614"/>
                <a:gd name="T72" fmla="*/ 3 w 258"/>
                <a:gd name="T73" fmla="*/ 6 h 614"/>
                <a:gd name="T74" fmla="*/ 3 w 258"/>
                <a:gd name="T75" fmla="*/ 6 h 614"/>
                <a:gd name="T76" fmla="*/ 3 w 258"/>
                <a:gd name="T77" fmla="*/ 6 h 614"/>
                <a:gd name="T78" fmla="*/ 3 w 258"/>
                <a:gd name="T79" fmla="*/ 5 h 614"/>
                <a:gd name="T80" fmla="*/ 3 w 258"/>
                <a:gd name="T81" fmla="*/ 5 h 614"/>
                <a:gd name="T82" fmla="*/ 3 w 258"/>
                <a:gd name="T83" fmla="*/ 5 h 614"/>
                <a:gd name="T84" fmla="*/ 3 w 258"/>
                <a:gd name="T85" fmla="*/ 5 h 614"/>
                <a:gd name="T86" fmla="*/ 3 w 258"/>
                <a:gd name="T87" fmla="*/ 5 h 614"/>
                <a:gd name="T88" fmla="*/ 3 w 258"/>
                <a:gd name="T89" fmla="*/ 3 h 614"/>
                <a:gd name="T90" fmla="*/ 3 w 258"/>
                <a:gd name="T91" fmla="*/ 3 h 614"/>
                <a:gd name="T92" fmla="*/ 3 w 258"/>
                <a:gd name="T93" fmla="*/ 3 h 614"/>
                <a:gd name="T94" fmla="*/ 3 w 258"/>
                <a:gd name="T95" fmla="*/ 2 h 614"/>
                <a:gd name="T96" fmla="*/ 3 w 258"/>
                <a:gd name="T97" fmla="*/ 2 h 614"/>
                <a:gd name="T98" fmla="*/ 3 w 258"/>
                <a:gd name="T99" fmla="*/ 2 h 614"/>
                <a:gd name="T100" fmla="*/ 3 w 258"/>
                <a:gd name="T101" fmla="*/ 1 h 614"/>
                <a:gd name="T102" fmla="*/ 4 w 258"/>
                <a:gd name="T103" fmla="*/ 1 h 614"/>
                <a:gd name="T104" fmla="*/ 4 w 258"/>
                <a:gd name="T105" fmla="*/ 1 h 614"/>
                <a:gd name="T106" fmla="*/ 4 w 258"/>
                <a:gd name="T107" fmla="*/ 1 h 614"/>
                <a:gd name="T108" fmla="*/ 4 w 258"/>
                <a:gd name="T109" fmla="*/ 1 h 614"/>
                <a:gd name="T110" fmla="*/ 5 w 258"/>
                <a:gd name="T111" fmla="*/ 0 h 6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58"/>
                <a:gd name="T169" fmla="*/ 0 h 614"/>
                <a:gd name="T170" fmla="*/ 258 w 258"/>
                <a:gd name="T171" fmla="*/ 614 h 6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58" h="614">
                  <a:moveTo>
                    <a:pt x="258" y="0"/>
                  </a:moveTo>
                  <a:lnTo>
                    <a:pt x="258" y="0"/>
                  </a:lnTo>
                  <a:lnTo>
                    <a:pt x="255" y="0"/>
                  </a:lnTo>
                  <a:lnTo>
                    <a:pt x="251" y="0"/>
                  </a:lnTo>
                  <a:lnTo>
                    <a:pt x="249" y="2"/>
                  </a:lnTo>
                  <a:lnTo>
                    <a:pt x="245" y="4"/>
                  </a:lnTo>
                  <a:lnTo>
                    <a:pt x="241" y="6"/>
                  </a:lnTo>
                  <a:lnTo>
                    <a:pt x="238" y="6"/>
                  </a:lnTo>
                  <a:lnTo>
                    <a:pt x="234" y="8"/>
                  </a:lnTo>
                  <a:lnTo>
                    <a:pt x="228" y="10"/>
                  </a:lnTo>
                  <a:lnTo>
                    <a:pt x="224" y="12"/>
                  </a:lnTo>
                  <a:lnTo>
                    <a:pt x="219" y="12"/>
                  </a:lnTo>
                  <a:lnTo>
                    <a:pt x="213" y="14"/>
                  </a:lnTo>
                  <a:lnTo>
                    <a:pt x="207" y="17"/>
                  </a:lnTo>
                  <a:lnTo>
                    <a:pt x="203" y="19"/>
                  </a:lnTo>
                  <a:lnTo>
                    <a:pt x="196" y="21"/>
                  </a:lnTo>
                  <a:lnTo>
                    <a:pt x="190" y="23"/>
                  </a:lnTo>
                  <a:lnTo>
                    <a:pt x="184" y="25"/>
                  </a:lnTo>
                  <a:lnTo>
                    <a:pt x="179" y="29"/>
                  </a:lnTo>
                  <a:lnTo>
                    <a:pt x="173" y="31"/>
                  </a:lnTo>
                  <a:lnTo>
                    <a:pt x="169" y="33"/>
                  </a:lnTo>
                  <a:lnTo>
                    <a:pt x="163" y="36"/>
                  </a:lnTo>
                  <a:lnTo>
                    <a:pt x="158" y="38"/>
                  </a:lnTo>
                  <a:lnTo>
                    <a:pt x="154" y="40"/>
                  </a:lnTo>
                  <a:lnTo>
                    <a:pt x="148" y="44"/>
                  </a:lnTo>
                  <a:lnTo>
                    <a:pt x="144" y="46"/>
                  </a:lnTo>
                  <a:lnTo>
                    <a:pt x="141" y="48"/>
                  </a:lnTo>
                  <a:lnTo>
                    <a:pt x="135" y="52"/>
                  </a:lnTo>
                  <a:lnTo>
                    <a:pt x="133" y="55"/>
                  </a:lnTo>
                  <a:lnTo>
                    <a:pt x="129" y="57"/>
                  </a:lnTo>
                  <a:lnTo>
                    <a:pt x="127" y="61"/>
                  </a:lnTo>
                  <a:lnTo>
                    <a:pt x="122" y="65"/>
                  </a:lnTo>
                  <a:lnTo>
                    <a:pt x="120" y="69"/>
                  </a:lnTo>
                  <a:lnTo>
                    <a:pt x="116" y="74"/>
                  </a:lnTo>
                  <a:lnTo>
                    <a:pt x="114" y="80"/>
                  </a:lnTo>
                  <a:lnTo>
                    <a:pt x="110" y="84"/>
                  </a:lnTo>
                  <a:lnTo>
                    <a:pt x="108" y="88"/>
                  </a:lnTo>
                  <a:lnTo>
                    <a:pt x="106" y="91"/>
                  </a:lnTo>
                  <a:lnTo>
                    <a:pt x="106" y="95"/>
                  </a:lnTo>
                  <a:lnTo>
                    <a:pt x="104" y="101"/>
                  </a:lnTo>
                  <a:lnTo>
                    <a:pt x="103" y="105"/>
                  </a:lnTo>
                  <a:lnTo>
                    <a:pt x="101" y="109"/>
                  </a:lnTo>
                  <a:lnTo>
                    <a:pt x="99" y="112"/>
                  </a:lnTo>
                  <a:lnTo>
                    <a:pt x="95" y="116"/>
                  </a:lnTo>
                  <a:lnTo>
                    <a:pt x="93" y="120"/>
                  </a:lnTo>
                  <a:lnTo>
                    <a:pt x="89" y="124"/>
                  </a:lnTo>
                  <a:lnTo>
                    <a:pt x="87" y="126"/>
                  </a:lnTo>
                  <a:lnTo>
                    <a:pt x="82" y="129"/>
                  </a:lnTo>
                  <a:lnTo>
                    <a:pt x="78" y="133"/>
                  </a:lnTo>
                  <a:lnTo>
                    <a:pt x="72" y="135"/>
                  </a:lnTo>
                  <a:lnTo>
                    <a:pt x="66" y="139"/>
                  </a:lnTo>
                  <a:lnTo>
                    <a:pt x="59" y="141"/>
                  </a:lnTo>
                  <a:lnTo>
                    <a:pt x="55" y="145"/>
                  </a:lnTo>
                  <a:lnTo>
                    <a:pt x="49" y="148"/>
                  </a:lnTo>
                  <a:lnTo>
                    <a:pt x="44" y="150"/>
                  </a:lnTo>
                  <a:lnTo>
                    <a:pt x="38" y="152"/>
                  </a:lnTo>
                  <a:lnTo>
                    <a:pt x="32" y="154"/>
                  </a:lnTo>
                  <a:lnTo>
                    <a:pt x="27" y="156"/>
                  </a:lnTo>
                  <a:lnTo>
                    <a:pt x="25" y="156"/>
                  </a:lnTo>
                  <a:lnTo>
                    <a:pt x="21" y="158"/>
                  </a:lnTo>
                  <a:lnTo>
                    <a:pt x="17" y="158"/>
                  </a:lnTo>
                  <a:lnTo>
                    <a:pt x="15" y="160"/>
                  </a:lnTo>
                  <a:lnTo>
                    <a:pt x="15" y="162"/>
                  </a:lnTo>
                  <a:lnTo>
                    <a:pt x="15" y="164"/>
                  </a:lnTo>
                  <a:lnTo>
                    <a:pt x="13" y="167"/>
                  </a:lnTo>
                  <a:lnTo>
                    <a:pt x="13" y="169"/>
                  </a:lnTo>
                  <a:lnTo>
                    <a:pt x="13" y="173"/>
                  </a:lnTo>
                  <a:lnTo>
                    <a:pt x="13" y="179"/>
                  </a:lnTo>
                  <a:lnTo>
                    <a:pt x="11" y="183"/>
                  </a:lnTo>
                  <a:lnTo>
                    <a:pt x="9" y="188"/>
                  </a:lnTo>
                  <a:lnTo>
                    <a:pt x="9" y="194"/>
                  </a:lnTo>
                  <a:lnTo>
                    <a:pt x="9" y="200"/>
                  </a:lnTo>
                  <a:lnTo>
                    <a:pt x="9" y="202"/>
                  </a:lnTo>
                  <a:lnTo>
                    <a:pt x="7" y="205"/>
                  </a:lnTo>
                  <a:lnTo>
                    <a:pt x="7" y="207"/>
                  </a:lnTo>
                  <a:lnTo>
                    <a:pt x="7" y="211"/>
                  </a:lnTo>
                  <a:lnTo>
                    <a:pt x="7" y="215"/>
                  </a:lnTo>
                  <a:lnTo>
                    <a:pt x="7" y="219"/>
                  </a:lnTo>
                  <a:lnTo>
                    <a:pt x="7" y="223"/>
                  </a:lnTo>
                  <a:lnTo>
                    <a:pt x="7" y="226"/>
                  </a:lnTo>
                  <a:lnTo>
                    <a:pt x="6" y="228"/>
                  </a:lnTo>
                  <a:lnTo>
                    <a:pt x="6" y="232"/>
                  </a:lnTo>
                  <a:lnTo>
                    <a:pt x="6" y="234"/>
                  </a:lnTo>
                  <a:lnTo>
                    <a:pt x="6" y="240"/>
                  </a:lnTo>
                  <a:lnTo>
                    <a:pt x="6" y="243"/>
                  </a:lnTo>
                  <a:lnTo>
                    <a:pt x="4" y="245"/>
                  </a:lnTo>
                  <a:lnTo>
                    <a:pt x="4" y="249"/>
                  </a:lnTo>
                  <a:lnTo>
                    <a:pt x="4" y="255"/>
                  </a:lnTo>
                  <a:lnTo>
                    <a:pt x="2" y="257"/>
                  </a:lnTo>
                  <a:lnTo>
                    <a:pt x="2" y="261"/>
                  </a:lnTo>
                  <a:lnTo>
                    <a:pt x="2" y="264"/>
                  </a:lnTo>
                  <a:lnTo>
                    <a:pt x="2" y="268"/>
                  </a:lnTo>
                  <a:lnTo>
                    <a:pt x="0" y="272"/>
                  </a:lnTo>
                  <a:lnTo>
                    <a:pt x="0" y="276"/>
                  </a:lnTo>
                  <a:lnTo>
                    <a:pt x="0" y="280"/>
                  </a:lnTo>
                  <a:lnTo>
                    <a:pt x="0" y="283"/>
                  </a:lnTo>
                  <a:lnTo>
                    <a:pt x="0" y="287"/>
                  </a:lnTo>
                  <a:lnTo>
                    <a:pt x="0" y="291"/>
                  </a:lnTo>
                  <a:lnTo>
                    <a:pt x="0" y="295"/>
                  </a:lnTo>
                  <a:lnTo>
                    <a:pt x="0" y="297"/>
                  </a:lnTo>
                  <a:lnTo>
                    <a:pt x="0" y="300"/>
                  </a:lnTo>
                  <a:lnTo>
                    <a:pt x="0" y="304"/>
                  </a:lnTo>
                  <a:lnTo>
                    <a:pt x="0" y="308"/>
                  </a:lnTo>
                  <a:lnTo>
                    <a:pt x="0" y="312"/>
                  </a:lnTo>
                  <a:lnTo>
                    <a:pt x="0" y="316"/>
                  </a:lnTo>
                  <a:lnTo>
                    <a:pt x="0" y="319"/>
                  </a:lnTo>
                  <a:lnTo>
                    <a:pt x="0" y="321"/>
                  </a:lnTo>
                  <a:lnTo>
                    <a:pt x="0" y="325"/>
                  </a:lnTo>
                  <a:lnTo>
                    <a:pt x="0" y="327"/>
                  </a:lnTo>
                  <a:lnTo>
                    <a:pt x="0" y="333"/>
                  </a:lnTo>
                  <a:lnTo>
                    <a:pt x="0" y="337"/>
                  </a:lnTo>
                  <a:lnTo>
                    <a:pt x="0" y="339"/>
                  </a:lnTo>
                  <a:lnTo>
                    <a:pt x="0" y="344"/>
                  </a:lnTo>
                  <a:lnTo>
                    <a:pt x="0" y="350"/>
                  </a:lnTo>
                  <a:lnTo>
                    <a:pt x="0" y="356"/>
                  </a:lnTo>
                  <a:lnTo>
                    <a:pt x="2" y="359"/>
                  </a:lnTo>
                  <a:lnTo>
                    <a:pt x="2" y="365"/>
                  </a:lnTo>
                  <a:lnTo>
                    <a:pt x="4" y="369"/>
                  </a:lnTo>
                  <a:lnTo>
                    <a:pt x="6" y="373"/>
                  </a:lnTo>
                  <a:lnTo>
                    <a:pt x="6" y="378"/>
                  </a:lnTo>
                  <a:lnTo>
                    <a:pt x="7" y="382"/>
                  </a:lnTo>
                  <a:lnTo>
                    <a:pt x="7" y="384"/>
                  </a:lnTo>
                  <a:lnTo>
                    <a:pt x="9" y="388"/>
                  </a:lnTo>
                  <a:lnTo>
                    <a:pt x="9" y="394"/>
                  </a:lnTo>
                  <a:lnTo>
                    <a:pt x="11" y="396"/>
                  </a:lnTo>
                  <a:lnTo>
                    <a:pt x="13" y="399"/>
                  </a:lnTo>
                  <a:lnTo>
                    <a:pt x="15" y="403"/>
                  </a:lnTo>
                  <a:lnTo>
                    <a:pt x="17" y="407"/>
                  </a:lnTo>
                  <a:lnTo>
                    <a:pt x="19" y="409"/>
                  </a:lnTo>
                  <a:lnTo>
                    <a:pt x="21" y="413"/>
                  </a:lnTo>
                  <a:lnTo>
                    <a:pt x="21" y="416"/>
                  </a:lnTo>
                  <a:lnTo>
                    <a:pt x="25" y="420"/>
                  </a:lnTo>
                  <a:lnTo>
                    <a:pt x="25" y="422"/>
                  </a:lnTo>
                  <a:lnTo>
                    <a:pt x="27" y="426"/>
                  </a:lnTo>
                  <a:lnTo>
                    <a:pt x="28" y="430"/>
                  </a:lnTo>
                  <a:lnTo>
                    <a:pt x="30" y="434"/>
                  </a:lnTo>
                  <a:lnTo>
                    <a:pt x="32" y="437"/>
                  </a:lnTo>
                  <a:lnTo>
                    <a:pt x="34" y="441"/>
                  </a:lnTo>
                  <a:lnTo>
                    <a:pt x="36" y="445"/>
                  </a:lnTo>
                  <a:lnTo>
                    <a:pt x="38" y="449"/>
                  </a:lnTo>
                  <a:lnTo>
                    <a:pt x="40" y="453"/>
                  </a:lnTo>
                  <a:lnTo>
                    <a:pt x="40" y="458"/>
                  </a:lnTo>
                  <a:lnTo>
                    <a:pt x="44" y="462"/>
                  </a:lnTo>
                  <a:lnTo>
                    <a:pt x="44" y="466"/>
                  </a:lnTo>
                  <a:lnTo>
                    <a:pt x="46" y="472"/>
                  </a:lnTo>
                  <a:lnTo>
                    <a:pt x="46" y="477"/>
                  </a:lnTo>
                  <a:lnTo>
                    <a:pt x="47" y="483"/>
                  </a:lnTo>
                  <a:lnTo>
                    <a:pt x="49" y="489"/>
                  </a:lnTo>
                  <a:lnTo>
                    <a:pt x="49" y="494"/>
                  </a:lnTo>
                  <a:lnTo>
                    <a:pt x="51" y="500"/>
                  </a:lnTo>
                  <a:lnTo>
                    <a:pt x="53" y="506"/>
                  </a:lnTo>
                  <a:lnTo>
                    <a:pt x="53" y="511"/>
                  </a:lnTo>
                  <a:lnTo>
                    <a:pt x="55" y="519"/>
                  </a:lnTo>
                  <a:lnTo>
                    <a:pt x="57" y="523"/>
                  </a:lnTo>
                  <a:lnTo>
                    <a:pt x="57" y="529"/>
                  </a:lnTo>
                  <a:lnTo>
                    <a:pt x="57" y="536"/>
                  </a:lnTo>
                  <a:lnTo>
                    <a:pt x="59" y="542"/>
                  </a:lnTo>
                  <a:lnTo>
                    <a:pt x="59" y="548"/>
                  </a:lnTo>
                  <a:lnTo>
                    <a:pt x="61" y="553"/>
                  </a:lnTo>
                  <a:lnTo>
                    <a:pt x="63" y="559"/>
                  </a:lnTo>
                  <a:lnTo>
                    <a:pt x="63" y="565"/>
                  </a:lnTo>
                  <a:lnTo>
                    <a:pt x="63" y="570"/>
                  </a:lnTo>
                  <a:lnTo>
                    <a:pt x="63" y="576"/>
                  </a:lnTo>
                  <a:lnTo>
                    <a:pt x="65" y="580"/>
                  </a:lnTo>
                  <a:lnTo>
                    <a:pt x="65" y="586"/>
                  </a:lnTo>
                  <a:lnTo>
                    <a:pt x="65" y="589"/>
                  </a:lnTo>
                  <a:lnTo>
                    <a:pt x="65" y="595"/>
                  </a:lnTo>
                  <a:lnTo>
                    <a:pt x="66" y="599"/>
                  </a:lnTo>
                  <a:lnTo>
                    <a:pt x="66" y="601"/>
                  </a:lnTo>
                  <a:lnTo>
                    <a:pt x="66" y="605"/>
                  </a:lnTo>
                  <a:lnTo>
                    <a:pt x="66" y="606"/>
                  </a:lnTo>
                  <a:lnTo>
                    <a:pt x="68" y="610"/>
                  </a:lnTo>
                  <a:lnTo>
                    <a:pt x="68" y="614"/>
                  </a:lnTo>
                  <a:lnTo>
                    <a:pt x="70" y="612"/>
                  </a:lnTo>
                  <a:lnTo>
                    <a:pt x="70" y="608"/>
                  </a:lnTo>
                  <a:lnTo>
                    <a:pt x="72" y="605"/>
                  </a:lnTo>
                  <a:lnTo>
                    <a:pt x="72" y="601"/>
                  </a:lnTo>
                  <a:lnTo>
                    <a:pt x="74" y="599"/>
                  </a:lnTo>
                  <a:lnTo>
                    <a:pt x="76" y="595"/>
                  </a:lnTo>
                  <a:lnTo>
                    <a:pt x="78" y="591"/>
                  </a:lnTo>
                  <a:lnTo>
                    <a:pt x="80" y="587"/>
                  </a:lnTo>
                  <a:lnTo>
                    <a:pt x="82" y="584"/>
                  </a:lnTo>
                  <a:lnTo>
                    <a:pt x="84" y="580"/>
                  </a:lnTo>
                  <a:lnTo>
                    <a:pt x="85" y="576"/>
                  </a:lnTo>
                  <a:lnTo>
                    <a:pt x="87" y="570"/>
                  </a:lnTo>
                  <a:lnTo>
                    <a:pt x="89" y="567"/>
                  </a:lnTo>
                  <a:lnTo>
                    <a:pt x="91" y="561"/>
                  </a:lnTo>
                  <a:lnTo>
                    <a:pt x="93" y="557"/>
                  </a:lnTo>
                  <a:lnTo>
                    <a:pt x="95" y="551"/>
                  </a:lnTo>
                  <a:lnTo>
                    <a:pt x="97" y="546"/>
                  </a:lnTo>
                  <a:lnTo>
                    <a:pt x="101" y="540"/>
                  </a:lnTo>
                  <a:lnTo>
                    <a:pt x="103" y="534"/>
                  </a:lnTo>
                  <a:lnTo>
                    <a:pt x="104" y="532"/>
                  </a:lnTo>
                  <a:lnTo>
                    <a:pt x="106" y="529"/>
                  </a:lnTo>
                  <a:lnTo>
                    <a:pt x="106" y="525"/>
                  </a:lnTo>
                  <a:lnTo>
                    <a:pt x="108" y="521"/>
                  </a:lnTo>
                  <a:lnTo>
                    <a:pt x="110" y="515"/>
                  </a:lnTo>
                  <a:lnTo>
                    <a:pt x="114" y="510"/>
                  </a:lnTo>
                  <a:lnTo>
                    <a:pt x="114" y="506"/>
                  </a:lnTo>
                  <a:lnTo>
                    <a:pt x="116" y="502"/>
                  </a:lnTo>
                  <a:lnTo>
                    <a:pt x="116" y="498"/>
                  </a:lnTo>
                  <a:lnTo>
                    <a:pt x="120" y="496"/>
                  </a:lnTo>
                  <a:lnTo>
                    <a:pt x="120" y="492"/>
                  </a:lnTo>
                  <a:lnTo>
                    <a:pt x="122" y="489"/>
                  </a:lnTo>
                  <a:lnTo>
                    <a:pt x="122" y="485"/>
                  </a:lnTo>
                  <a:lnTo>
                    <a:pt x="123" y="483"/>
                  </a:lnTo>
                  <a:lnTo>
                    <a:pt x="125" y="479"/>
                  </a:lnTo>
                  <a:lnTo>
                    <a:pt x="125" y="475"/>
                  </a:lnTo>
                  <a:lnTo>
                    <a:pt x="127" y="472"/>
                  </a:lnTo>
                  <a:lnTo>
                    <a:pt x="127" y="468"/>
                  </a:lnTo>
                  <a:lnTo>
                    <a:pt x="129" y="464"/>
                  </a:lnTo>
                  <a:lnTo>
                    <a:pt x="131" y="460"/>
                  </a:lnTo>
                  <a:lnTo>
                    <a:pt x="131" y="458"/>
                  </a:lnTo>
                  <a:lnTo>
                    <a:pt x="133" y="454"/>
                  </a:lnTo>
                  <a:lnTo>
                    <a:pt x="133" y="451"/>
                  </a:lnTo>
                  <a:lnTo>
                    <a:pt x="135" y="447"/>
                  </a:lnTo>
                  <a:lnTo>
                    <a:pt x="135" y="441"/>
                  </a:lnTo>
                  <a:lnTo>
                    <a:pt x="139" y="439"/>
                  </a:lnTo>
                  <a:lnTo>
                    <a:pt x="139" y="435"/>
                  </a:lnTo>
                  <a:lnTo>
                    <a:pt x="141" y="432"/>
                  </a:lnTo>
                  <a:lnTo>
                    <a:pt x="141" y="428"/>
                  </a:lnTo>
                  <a:lnTo>
                    <a:pt x="142" y="426"/>
                  </a:lnTo>
                  <a:lnTo>
                    <a:pt x="144" y="420"/>
                  </a:lnTo>
                  <a:lnTo>
                    <a:pt x="144" y="416"/>
                  </a:lnTo>
                  <a:lnTo>
                    <a:pt x="146" y="415"/>
                  </a:lnTo>
                  <a:lnTo>
                    <a:pt x="146" y="411"/>
                  </a:lnTo>
                  <a:lnTo>
                    <a:pt x="148" y="407"/>
                  </a:lnTo>
                  <a:lnTo>
                    <a:pt x="150" y="403"/>
                  </a:lnTo>
                  <a:lnTo>
                    <a:pt x="150" y="399"/>
                  </a:lnTo>
                  <a:lnTo>
                    <a:pt x="152" y="396"/>
                  </a:lnTo>
                  <a:lnTo>
                    <a:pt x="152" y="394"/>
                  </a:lnTo>
                  <a:lnTo>
                    <a:pt x="152" y="390"/>
                  </a:lnTo>
                  <a:lnTo>
                    <a:pt x="154" y="386"/>
                  </a:lnTo>
                  <a:lnTo>
                    <a:pt x="154" y="382"/>
                  </a:lnTo>
                  <a:lnTo>
                    <a:pt x="158" y="377"/>
                  </a:lnTo>
                  <a:lnTo>
                    <a:pt x="160" y="371"/>
                  </a:lnTo>
                  <a:lnTo>
                    <a:pt x="160" y="365"/>
                  </a:lnTo>
                  <a:lnTo>
                    <a:pt x="163" y="358"/>
                  </a:lnTo>
                  <a:lnTo>
                    <a:pt x="163" y="354"/>
                  </a:lnTo>
                  <a:lnTo>
                    <a:pt x="165" y="348"/>
                  </a:lnTo>
                  <a:lnTo>
                    <a:pt x="167" y="342"/>
                  </a:lnTo>
                  <a:lnTo>
                    <a:pt x="169" y="339"/>
                  </a:lnTo>
                  <a:lnTo>
                    <a:pt x="169" y="335"/>
                  </a:lnTo>
                  <a:lnTo>
                    <a:pt x="171" y="331"/>
                  </a:lnTo>
                  <a:lnTo>
                    <a:pt x="171" y="327"/>
                  </a:lnTo>
                  <a:lnTo>
                    <a:pt x="171" y="323"/>
                  </a:lnTo>
                  <a:lnTo>
                    <a:pt x="173" y="321"/>
                  </a:lnTo>
                  <a:lnTo>
                    <a:pt x="173" y="319"/>
                  </a:lnTo>
                  <a:lnTo>
                    <a:pt x="175" y="316"/>
                  </a:lnTo>
                  <a:lnTo>
                    <a:pt x="175" y="314"/>
                  </a:lnTo>
                  <a:lnTo>
                    <a:pt x="173" y="312"/>
                  </a:lnTo>
                  <a:lnTo>
                    <a:pt x="173" y="306"/>
                  </a:lnTo>
                  <a:lnTo>
                    <a:pt x="173" y="302"/>
                  </a:lnTo>
                  <a:lnTo>
                    <a:pt x="171" y="297"/>
                  </a:lnTo>
                  <a:lnTo>
                    <a:pt x="171" y="295"/>
                  </a:lnTo>
                  <a:lnTo>
                    <a:pt x="171" y="291"/>
                  </a:lnTo>
                  <a:lnTo>
                    <a:pt x="171" y="287"/>
                  </a:lnTo>
                  <a:lnTo>
                    <a:pt x="171" y="281"/>
                  </a:lnTo>
                  <a:lnTo>
                    <a:pt x="169" y="278"/>
                  </a:lnTo>
                  <a:lnTo>
                    <a:pt x="169" y="274"/>
                  </a:lnTo>
                  <a:lnTo>
                    <a:pt x="169" y="268"/>
                  </a:lnTo>
                  <a:lnTo>
                    <a:pt x="169" y="262"/>
                  </a:lnTo>
                  <a:lnTo>
                    <a:pt x="169" y="257"/>
                  </a:lnTo>
                  <a:lnTo>
                    <a:pt x="167" y="251"/>
                  </a:lnTo>
                  <a:lnTo>
                    <a:pt x="167" y="245"/>
                  </a:lnTo>
                  <a:lnTo>
                    <a:pt x="167" y="242"/>
                  </a:lnTo>
                  <a:lnTo>
                    <a:pt x="167" y="238"/>
                  </a:lnTo>
                  <a:lnTo>
                    <a:pt x="167" y="234"/>
                  </a:lnTo>
                  <a:lnTo>
                    <a:pt x="167" y="232"/>
                  </a:lnTo>
                  <a:lnTo>
                    <a:pt x="167" y="228"/>
                  </a:lnTo>
                  <a:lnTo>
                    <a:pt x="167" y="226"/>
                  </a:lnTo>
                  <a:lnTo>
                    <a:pt x="167" y="223"/>
                  </a:lnTo>
                  <a:lnTo>
                    <a:pt x="167" y="219"/>
                  </a:lnTo>
                  <a:lnTo>
                    <a:pt x="167" y="215"/>
                  </a:lnTo>
                  <a:lnTo>
                    <a:pt x="167" y="213"/>
                  </a:lnTo>
                  <a:lnTo>
                    <a:pt x="167" y="209"/>
                  </a:lnTo>
                  <a:lnTo>
                    <a:pt x="167" y="205"/>
                  </a:lnTo>
                  <a:lnTo>
                    <a:pt x="167" y="202"/>
                  </a:lnTo>
                  <a:lnTo>
                    <a:pt x="167" y="198"/>
                  </a:lnTo>
                  <a:lnTo>
                    <a:pt x="167" y="194"/>
                  </a:lnTo>
                  <a:lnTo>
                    <a:pt x="169" y="192"/>
                  </a:lnTo>
                  <a:lnTo>
                    <a:pt x="169" y="188"/>
                  </a:lnTo>
                  <a:lnTo>
                    <a:pt x="169" y="185"/>
                  </a:lnTo>
                  <a:lnTo>
                    <a:pt x="169" y="181"/>
                  </a:lnTo>
                  <a:lnTo>
                    <a:pt x="169" y="177"/>
                  </a:lnTo>
                  <a:lnTo>
                    <a:pt x="169" y="173"/>
                  </a:lnTo>
                  <a:lnTo>
                    <a:pt x="169" y="169"/>
                  </a:lnTo>
                  <a:lnTo>
                    <a:pt x="171" y="167"/>
                  </a:lnTo>
                  <a:lnTo>
                    <a:pt x="171" y="164"/>
                  </a:lnTo>
                  <a:lnTo>
                    <a:pt x="171" y="160"/>
                  </a:lnTo>
                  <a:lnTo>
                    <a:pt x="171" y="156"/>
                  </a:lnTo>
                  <a:lnTo>
                    <a:pt x="173" y="152"/>
                  </a:lnTo>
                  <a:lnTo>
                    <a:pt x="173" y="148"/>
                  </a:lnTo>
                  <a:lnTo>
                    <a:pt x="173" y="145"/>
                  </a:lnTo>
                  <a:lnTo>
                    <a:pt x="175" y="141"/>
                  </a:lnTo>
                  <a:lnTo>
                    <a:pt x="177" y="137"/>
                  </a:lnTo>
                  <a:lnTo>
                    <a:pt x="179" y="133"/>
                  </a:lnTo>
                  <a:lnTo>
                    <a:pt x="179" y="129"/>
                  </a:lnTo>
                  <a:lnTo>
                    <a:pt x="179" y="126"/>
                  </a:lnTo>
                  <a:lnTo>
                    <a:pt x="180" y="122"/>
                  </a:lnTo>
                  <a:lnTo>
                    <a:pt x="182" y="118"/>
                  </a:lnTo>
                  <a:lnTo>
                    <a:pt x="184" y="114"/>
                  </a:lnTo>
                  <a:lnTo>
                    <a:pt x="186" y="112"/>
                  </a:lnTo>
                  <a:lnTo>
                    <a:pt x="188" y="109"/>
                  </a:lnTo>
                  <a:lnTo>
                    <a:pt x="190" y="105"/>
                  </a:lnTo>
                  <a:lnTo>
                    <a:pt x="190" y="101"/>
                  </a:lnTo>
                  <a:lnTo>
                    <a:pt x="192" y="99"/>
                  </a:lnTo>
                  <a:lnTo>
                    <a:pt x="194" y="93"/>
                  </a:lnTo>
                  <a:lnTo>
                    <a:pt x="196" y="91"/>
                  </a:lnTo>
                  <a:lnTo>
                    <a:pt x="198" y="88"/>
                  </a:lnTo>
                  <a:lnTo>
                    <a:pt x="199" y="84"/>
                  </a:lnTo>
                  <a:lnTo>
                    <a:pt x="201" y="80"/>
                  </a:lnTo>
                  <a:lnTo>
                    <a:pt x="203" y="76"/>
                  </a:lnTo>
                  <a:lnTo>
                    <a:pt x="205" y="74"/>
                  </a:lnTo>
                  <a:lnTo>
                    <a:pt x="207" y="71"/>
                  </a:lnTo>
                  <a:lnTo>
                    <a:pt x="209" y="67"/>
                  </a:lnTo>
                  <a:lnTo>
                    <a:pt x="213" y="63"/>
                  </a:lnTo>
                  <a:lnTo>
                    <a:pt x="215" y="57"/>
                  </a:lnTo>
                  <a:lnTo>
                    <a:pt x="220" y="52"/>
                  </a:lnTo>
                  <a:lnTo>
                    <a:pt x="222" y="46"/>
                  </a:lnTo>
                  <a:lnTo>
                    <a:pt x="226" y="42"/>
                  </a:lnTo>
                  <a:lnTo>
                    <a:pt x="230" y="36"/>
                  </a:lnTo>
                  <a:lnTo>
                    <a:pt x="234" y="31"/>
                  </a:lnTo>
                  <a:lnTo>
                    <a:pt x="236" y="25"/>
                  </a:lnTo>
                  <a:lnTo>
                    <a:pt x="239" y="21"/>
                  </a:lnTo>
                  <a:lnTo>
                    <a:pt x="243" y="17"/>
                  </a:lnTo>
                  <a:lnTo>
                    <a:pt x="247" y="14"/>
                  </a:lnTo>
                  <a:lnTo>
                    <a:pt x="249" y="12"/>
                  </a:lnTo>
                  <a:lnTo>
                    <a:pt x="251" y="8"/>
                  </a:lnTo>
                  <a:lnTo>
                    <a:pt x="253" y="6"/>
                  </a:lnTo>
                  <a:lnTo>
                    <a:pt x="255" y="4"/>
                  </a:lnTo>
                  <a:lnTo>
                    <a:pt x="258" y="0"/>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4" name="Freeform 151">
              <a:extLst>
                <a:ext uri="{FF2B5EF4-FFF2-40B4-BE49-F238E27FC236}">
                  <a16:creationId xmlns:a16="http://schemas.microsoft.com/office/drawing/2014/main" id="{524A3606-D9CC-42F7-A73A-D3FF685CB6AE}"/>
                </a:ext>
              </a:extLst>
            </p:cNvPr>
            <p:cNvSpPr>
              <a:spLocks/>
            </p:cNvSpPr>
            <p:nvPr/>
          </p:nvSpPr>
          <p:spPr bwMode="auto">
            <a:xfrm>
              <a:off x="800" y="2788"/>
              <a:ext cx="148" cy="359"/>
            </a:xfrm>
            <a:custGeom>
              <a:avLst/>
              <a:gdLst>
                <a:gd name="T0" fmla="*/ 4 w 294"/>
                <a:gd name="T1" fmla="*/ 0 h 719"/>
                <a:gd name="T2" fmla="*/ 4 w 294"/>
                <a:gd name="T3" fmla="*/ 0 h 719"/>
                <a:gd name="T4" fmla="*/ 4 w 294"/>
                <a:gd name="T5" fmla="*/ 0 h 719"/>
                <a:gd name="T6" fmla="*/ 3 w 294"/>
                <a:gd name="T7" fmla="*/ 0 h 719"/>
                <a:gd name="T8" fmla="*/ 3 w 294"/>
                <a:gd name="T9" fmla="*/ 0 h 719"/>
                <a:gd name="T10" fmla="*/ 3 w 294"/>
                <a:gd name="T11" fmla="*/ 0 h 719"/>
                <a:gd name="T12" fmla="*/ 2 w 294"/>
                <a:gd name="T13" fmla="*/ 0 h 719"/>
                <a:gd name="T14" fmla="*/ 2 w 294"/>
                <a:gd name="T15" fmla="*/ 1 h 719"/>
                <a:gd name="T16" fmla="*/ 2 w 294"/>
                <a:gd name="T17" fmla="*/ 1 h 719"/>
                <a:gd name="T18" fmla="*/ 1 w 294"/>
                <a:gd name="T19" fmla="*/ 1 h 719"/>
                <a:gd name="T20" fmla="*/ 1 w 294"/>
                <a:gd name="T21" fmla="*/ 1 h 719"/>
                <a:gd name="T22" fmla="*/ 1 w 294"/>
                <a:gd name="T23" fmla="*/ 2 h 719"/>
                <a:gd name="T24" fmla="*/ 1 w 294"/>
                <a:gd name="T25" fmla="*/ 2 h 719"/>
                <a:gd name="T26" fmla="*/ 1 w 294"/>
                <a:gd name="T27" fmla="*/ 2 h 719"/>
                <a:gd name="T28" fmla="*/ 1 w 294"/>
                <a:gd name="T29" fmla="*/ 2 h 719"/>
                <a:gd name="T30" fmla="*/ 1 w 294"/>
                <a:gd name="T31" fmla="*/ 2 h 719"/>
                <a:gd name="T32" fmla="*/ 1 w 294"/>
                <a:gd name="T33" fmla="*/ 3 h 719"/>
                <a:gd name="T34" fmla="*/ 1 w 294"/>
                <a:gd name="T35" fmla="*/ 3 h 719"/>
                <a:gd name="T36" fmla="*/ 0 w 294"/>
                <a:gd name="T37" fmla="*/ 4 h 719"/>
                <a:gd name="T38" fmla="*/ 0 w 294"/>
                <a:gd name="T39" fmla="*/ 4 h 719"/>
                <a:gd name="T40" fmla="*/ 0 w 294"/>
                <a:gd name="T41" fmla="*/ 5 h 719"/>
                <a:gd name="T42" fmla="*/ 0 w 294"/>
                <a:gd name="T43" fmla="*/ 5 h 719"/>
                <a:gd name="T44" fmla="*/ 1 w 294"/>
                <a:gd name="T45" fmla="*/ 5 h 719"/>
                <a:gd name="T46" fmla="*/ 1 w 294"/>
                <a:gd name="T47" fmla="*/ 6 h 719"/>
                <a:gd name="T48" fmla="*/ 1 w 294"/>
                <a:gd name="T49" fmla="*/ 6 h 719"/>
                <a:gd name="T50" fmla="*/ 1 w 294"/>
                <a:gd name="T51" fmla="*/ 6 h 719"/>
                <a:gd name="T52" fmla="*/ 1 w 294"/>
                <a:gd name="T53" fmla="*/ 7 h 719"/>
                <a:gd name="T54" fmla="*/ 1 w 294"/>
                <a:gd name="T55" fmla="*/ 7 h 719"/>
                <a:gd name="T56" fmla="*/ 1 w 294"/>
                <a:gd name="T57" fmla="*/ 7 h 719"/>
                <a:gd name="T58" fmla="*/ 1 w 294"/>
                <a:gd name="T59" fmla="*/ 8 h 719"/>
                <a:gd name="T60" fmla="*/ 2 w 294"/>
                <a:gd name="T61" fmla="*/ 8 h 719"/>
                <a:gd name="T62" fmla="*/ 2 w 294"/>
                <a:gd name="T63" fmla="*/ 8 h 719"/>
                <a:gd name="T64" fmla="*/ 3 w 294"/>
                <a:gd name="T65" fmla="*/ 9 h 719"/>
                <a:gd name="T66" fmla="*/ 3 w 294"/>
                <a:gd name="T67" fmla="*/ 9 h 719"/>
                <a:gd name="T68" fmla="*/ 3 w 294"/>
                <a:gd name="T69" fmla="*/ 10 h 719"/>
                <a:gd name="T70" fmla="*/ 4 w 294"/>
                <a:gd name="T71" fmla="*/ 10 h 719"/>
                <a:gd name="T72" fmla="*/ 4 w 294"/>
                <a:gd name="T73" fmla="*/ 10 h 719"/>
                <a:gd name="T74" fmla="*/ 4 w 294"/>
                <a:gd name="T75" fmla="*/ 11 h 719"/>
                <a:gd name="T76" fmla="*/ 5 w 294"/>
                <a:gd name="T77" fmla="*/ 7 h 719"/>
                <a:gd name="T78" fmla="*/ 5 w 294"/>
                <a:gd name="T79" fmla="*/ 7 h 719"/>
                <a:gd name="T80" fmla="*/ 5 w 294"/>
                <a:gd name="T81" fmla="*/ 6 h 719"/>
                <a:gd name="T82" fmla="*/ 5 w 294"/>
                <a:gd name="T83" fmla="*/ 6 h 719"/>
                <a:gd name="T84" fmla="*/ 5 w 294"/>
                <a:gd name="T85" fmla="*/ 6 h 719"/>
                <a:gd name="T86" fmla="*/ 5 w 294"/>
                <a:gd name="T87" fmla="*/ 5 h 719"/>
                <a:gd name="T88" fmla="*/ 5 w 294"/>
                <a:gd name="T89" fmla="*/ 5 h 719"/>
                <a:gd name="T90" fmla="*/ 5 w 294"/>
                <a:gd name="T91" fmla="*/ 4 h 719"/>
                <a:gd name="T92" fmla="*/ 5 w 294"/>
                <a:gd name="T93" fmla="*/ 4 h 719"/>
                <a:gd name="T94" fmla="*/ 5 w 294"/>
                <a:gd name="T95" fmla="*/ 4 h 719"/>
                <a:gd name="T96" fmla="*/ 5 w 294"/>
                <a:gd name="T97" fmla="*/ 3 h 719"/>
                <a:gd name="T98" fmla="*/ 5 w 294"/>
                <a:gd name="T99" fmla="*/ 3 h 719"/>
                <a:gd name="T100" fmla="*/ 5 w 294"/>
                <a:gd name="T101" fmla="*/ 3 h 719"/>
                <a:gd name="T102" fmla="*/ 5 w 294"/>
                <a:gd name="T103" fmla="*/ 2 h 719"/>
                <a:gd name="T104" fmla="*/ 5 w 294"/>
                <a:gd name="T105" fmla="*/ 2 h 719"/>
                <a:gd name="T106" fmla="*/ 5 w 294"/>
                <a:gd name="T107" fmla="*/ 2 h 719"/>
                <a:gd name="T108" fmla="*/ 5 w 294"/>
                <a:gd name="T109" fmla="*/ 2 h 719"/>
                <a:gd name="T110" fmla="*/ 5 w 294"/>
                <a:gd name="T111" fmla="*/ 1 h 719"/>
                <a:gd name="T112" fmla="*/ 5 w 294"/>
                <a:gd name="T113" fmla="*/ 1 h 719"/>
                <a:gd name="T114" fmla="*/ 5 w 294"/>
                <a:gd name="T115" fmla="*/ 1 h 719"/>
                <a:gd name="T116" fmla="*/ 5 w 294"/>
                <a:gd name="T117" fmla="*/ 0 h 719"/>
                <a:gd name="T118" fmla="*/ 5 w 294"/>
                <a:gd name="T119" fmla="*/ 0 h 719"/>
                <a:gd name="T120" fmla="*/ 5 w 294"/>
                <a:gd name="T121" fmla="*/ 0 h 71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94"/>
                <a:gd name="T184" fmla="*/ 0 h 719"/>
                <a:gd name="T185" fmla="*/ 294 w 294"/>
                <a:gd name="T186" fmla="*/ 719 h 71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94" h="719">
                  <a:moveTo>
                    <a:pt x="258" y="4"/>
                  </a:moveTo>
                  <a:lnTo>
                    <a:pt x="258" y="2"/>
                  </a:lnTo>
                  <a:lnTo>
                    <a:pt x="254" y="2"/>
                  </a:lnTo>
                  <a:lnTo>
                    <a:pt x="252" y="2"/>
                  </a:lnTo>
                  <a:lnTo>
                    <a:pt x="249" y="2"/>
                  </a:lnTo>
                  <a:lnTo>
                    <a:pt x="245" y="0"/>
                  </a:lnTo>
                  <a:lnTo>
                    <a:pt x="239" y="0"/>
                  </a:lnTo>
                  <a:lnTo>
                    <a:pt x="233" y="0"/>
                  </a:lnTo>
                  <a:lnTo>
                    <a:pt x="228" y="0"/>
                  </a:lnTo>
                  <a:lnTo>
                    <a:pt x="224" y="0"/>
                  </a:lnTo>
                  <a:lnTo>
                    <a:pt x="220" y="0"/>
                  </a:lnTo>
                  <a:lnTo>
                    <a:pt x="216" y="0"/>
                  </a:lnTo>
                  <a:lnTo>
                    <a:pt x="214" y="0"/>
                  </a:lnTo>
                  <a:lnTo>
                    <a:pt x="209" y="0"/>
                  </a:lnTo>
                  <a:lnTo>
                    <a:pt x="207" y="0"/>
                  </a:lnTo>
                  <a:lnTo>
                    <a:pt x="203" y="0"/>
                  </a:lnTo>
                  <a:lnTo>
                    <a:pt x="199" y="0"/>
                  </a:lnTo>
                  <a:lnTo>
                    <a:pt x="195" y="0"/>
                  </a:lnTo>
                  <a:lnTo>
                    <a:pt x="192" y="2"/>
                  </a:lnTo>
                  <a:lnTo>
                    <a:pt x="188" y="2"/>
                  </a:lnTo>
                  <a:lnTo>
                    <a:pt x="184" y="2"/>
                  </a:lnTo>
                  <a:lnTo>
                    <a:pt x="180" y="4"/>
                  </a:lnTo>
                  <a:lnTo>
                    <a:pt x="176" y="6"/>
                  </a:lnTo>
                  <a:lnTo>
                    <a:pt x="173" y="6"/>
                  </a:lnTo>
                  <a:lnTo>
                    <a:pt x="171" y="8"/>
                  </a:lnTo>
                  <a:lnTo>
                    <a:pt x="167" y="10"/>
                  </a:lnTo>
                  <a:lnTo>
                    <a:pt x="163" y="10"/>
                  </a:lnTo>
                  <a:lnTo>
                    <a:pt x="159" y="14"/>
                  </a:lnTo>
                  <a:lnTo>
                    <a:pt x="157" y="16"/>
                  </a:lnTo>
                  <a:lnTo>
                    <a:pt x="152" y="19"/>
                  </a:lnTo>
                  <a:lnTo>
                    <a:pt x="146" y="23"/>
                  </a:lnTo>
                  <a:lnTo>
                    <a:pt x="140" y="27"/>
                  </a:lnTo>
                  <a:lnTo>
                    <a:pt x="137" y="33"/>
                  </a:lnTo>
                  <a:lnTo>
                    <a:pt x="133" y="38"/>
                  </a:lnTo>
                  <a:lnTo>
                    <a:pt x="127" y="46"/>
                  </a:lnTo>
                  <a:lnTo>
                    <a:pt x="121" y="50"/>
                  </a:lnTo>
                  <a:lnTo>
                    <a:pt x="117" y="57"/>
                  </a:lnTo>
                  <a:lnTo>
                    <a:pt x="114" y="63"/>
                  </a:lnTo>
                  <a:lnTo>
                    <a:pt x="108" y="69"/>
                  </a:lnTo>
                  <a:lnTo>
                    <a:pt x="102" y="75"/>
                  </a:lnTo>
                  <a:lnTo>
                    <a:pt x="97" y="80"/>
                  </a:lnTo>
                  <a:lnTo>
                    <a:pt x="91" y="88"/>
                  </a:lnTo>
                  <a:lnTo>
                    <a:pt x="87" y="92"/>
                  </a:lnTo>
                  <a:lnTo>
                    <a:pt x="83" y="95"/>
                  </a:lnTo>
                  <a:lnTo>
                    <a:pt x="81" y="97"/>
                  </a:lnTo>
                  <a:lnTo>
                    <a:pt x="76" y="99"/>
                  </a:lnTo>
                  <a:lnTo>
                    <a:pt x="74" y="103"/>
                  </a:lnTo>
                  <a:lnTo>
                    <a:pt x="70" y="103"/>
                  </a:lnTo>
                  <a:lnTo>
                    <a:pt x="68" y="107"/>
                  </a:lnTo>
                  <a:lnTo>
                    <a:pt x="62" y="109"/>
                  </a:lnTo>
                  <a:lnTo>
                    <a:pt x="60" y="111"/>
                  </a:lnTo>
                  <a:lnTo>
                    <a:pt x="57" y="113"/>
                  </a:lnTo>
                  <a:lnTo>
                    <a:pt x="53" y="114"/>
                  </a:lnTo>
                  <a:lnTo>
                    <a:pt x="51" y="116"/>
                  </a:lnTo>
                  <a:lnTo>
                    <a:pt x="45" y="118"/>
                  </a:lnTo>
                  <a:lnTo>
                    <a:pt x="40" y="122"/>
                  </a:lnTo>
                  <a:lnTo>
                    <a:pt x="34" y="126"/>
                  </a:lnTo>
                  <a:lnTo>
                    <a:pt x="28" y="126"/>
                  </a:lnTo>
                  <a:lnTo>
                    <a:pt x="24" y="128"/>
                  </a:lnTo>
                  <a:lnTo>
                    <a:pt x="19" y="130"/>
                  </a:lnTo>
                  <a:lnTo>
                    <a:pt x="15" y="133"/>
                  </a:lnTo>
                  <a:lnTo>
                    <a:pt x="11" y="133"/>
                  </a:lnTo>
                  <a:lnTo>
                    <a:pt x="9" y="135"/>
                  </a:lnTo>
                  <a:lnTo>
                    <a:pt x="7" y="135"/>
                  </a:lnTo>
                  <a:lnTo>
                    <a:pt x="7" y="137"/>
                  </a:lnTo>
                  <a:lnTo>
                    <a:pt x="7" y="139"/>
                  </a:lnTo>
                  <a:lnTo>
                    <a:pt x="7" y="143"/>
                  </a:lnTo>
                  <a:lnTo>
                    <a:pt x="5" y="147"/>
                  </a:lnTo>
                  <a:lnTo>
                    <a:pt x="5" y="152"/>
                  </a:lnTo>
                  <a:lnTo>
                    <a:pt x="5" y="154"/>
                  </a:lnTo>
                  <a:lnTo>
                    <a:pt x="5" y="158"/>
                  </a:lnTo>
                  <a:lnTo>
                    <a:pt x="5" y="162"/>
                  </a:lnTo>
                  <a:lnTo>
                    <a:pt x="5" y="166"/>
                  </a:lnTo>
                  <a:lnTo>
                    <a:pt x="5" y="170"/>
                  </a:lnTo>
                  <a:lnTo>
                    <a:pt x="5" y="173"/>
                  </a:lnTo>
                  <a:lnTo>
                    <a:pt x="3" y="177"/>
                  </a:lnTo>
                  <a:lnTo>
                    <a:pt x="3" y="181"/>
                  </a:lnTo>
                  <a:lnTo>
                    <a:pt x="3" y="185"/>
                  </a:lnTo>
                  <a:lnTo>
                    <a:pt x="3" y="189"/>
                  </a:lnTo>
                  <a:lnTo>
                    <a:pt x="3" y="192"/>
                  </a:lnTo>
                  <a:lnTo>
                    <a:pt x="3" y="198"/>
                  </a:lnTo>
                  <a:lnTo>
                    <a:pt x="2" y="204"/>
                  </a:lnTo>
                  <a:lnTo>
                    <a:pt x="2" y="208"/>
                  </a:lnTo>
                  <a:lnTo>
                    <a:pt x="2" y="213"/>
                  </a:lnTo>
                  <a:lnTo>
                    <a:pt x="2" y="217"/>
                  </a:lnTo>
                  <a:lnTo>
                    <a:pt x="2" y="223"/>
                  </a:lnTo>
                  <a:lnTo>
                    <a:pt x="2" y="229"/>
                  </a:lnTo>
                  <a:lnTo>
                    <a:pt x="2" y="234"/>
                  </a:lnTo>
                  <a:lnTo>
                    <a:pt x="2" y="240"/>
                  </a:lnTo>
                  <a:lnTo>
                    <a:pt x="0" y="246"/>
                  </a:lnTo>
                  <a:lnTo>
                    <a:pt x="0" y="249"/>
                  </a:lnTo>
                  <a:lnTo>
                    <a:pt x="0" y="257"/>
                  </a:lnTo>
                  <a:lnTo>
                    <a:pt x="0" y="263"/>
                  </a:lnTo>
                  <a:lnTo>
                    <a:pt x="0" y="267"/>
                  </a:lnTo>
                  <a:lnTo>
                    <a:pt x="0" y="274"/>
                  </a:lnTo>
                  <a:lnTo>
                    <a:pt x="0" y="280"/>
                  </a:lnTo>
                  <a:lnTo>
                    <a:pt x="0" y="286"/>
                  </a:lnTo>
                  <a:lnTo>
                    <a:pt x="0" y="291"/>
                  </a:lnTo>
                  <a:lnTo>
                    <a:pt x="0" y="297"/>
                  </a:lnTo>
                  <a:lnTo>
                    <a:pt x="0" y="303"/>
                  </a:lnTo>
                  <a:lnTo>
                    <a:pt x="0" y="310"/>
                  </a:lnTo>
                  <a:lnTo>
                    <a:pt x="0" y="314"/>
                  </a:lnTo>
                  <a:lnTo>
                    <a:pt x="0" y="322"/>
                  </a:lnTo>
                  <a:lnTo>
                    <a:pt x="0" y="327"/>
                  </a:lnTo>
                  <a:lnTo>
                    <a:pt x="0" y="333"/>
                  </a:lnTo>
                  <a:lnTo>
                    <a:pt x="0" y="339"/>
                  </a:lnTo>
                  <a:lnTo>
                    <a:pt x="0" y="344"/>
                  </a:lnTo>
                  <a:lnTo>
                    <a:pt x="0" y="350"/>
                  </a:lnTo>
                  <a:lnTo>
                    <a:pt x="0" y="356"/>
                  </a:lnTo>
                  <a:lnTo>
                    <a:pt x="0" y="360"/>
                  </a:lnTo>
                  <a:lnTo>
                    <a:pt x="2" y="367"/>
                  </a:lnTo>
                  <a:lnTo>
                    <a:pt x="2" y="373"/>
                  </a:lnTo>
                  <a:lnTo>
                    <a:pt x="2" y="379"/>
                  </a:lnTo>
                  <a:lnTo>
                    <a:pt x="2" y="384"/>
                  </a:lnTo>
                  <a:lnTo>
                    <a:pt x="3" y="388"/>
                  </a:lnTo>
                  <a:lnTo>
                    <a:pt x="3" y="394"/>
                  </a:lnTo>
                  <a:lnTo>
                    <a:pt x="5" y="400"/>
                  </a:lnTo>
                  <a:lnTo>
                    <a:pt x="5" y="403"/>
                  </a:lnTo>
                  <a:lnTo>
                    <a:pt x="5" y="409"/>
                  </a:lnTo>
                  <a:lnTo>
                    <a:pt x="7" y="413"/>
                  </a:lnTo>
                  <a:lnTo>
                    <a:pt x="7" y="419"/>
                  </a:lnTo>
                  <a:lnTo>
                    <a:pt x="7" y="422"/>
                  </a:lnTo>
                  <a:lnTo>
                    <a:pt x="9" y="428"/>
                  </a:lnTo>
                  <a:lnTo>
                    <a:pt x="9" y="432"/>
                  </a:lnTo>
                  <a:lnTo>
                    <a:pt x="9" y="436"/>
                  </a:lnTo>
                  <a:lnTo>
                    <a:pt x="11" y="439"/>
                  </a:lnTo>
                  <a:lnTo>
                    <a:pt x="13" y="443"/>
                  </a:lnTo>
                  <a:lnTo>
                    <a:pt x="13" y="447"/>
                  </a:lnTo>
                  <a:lnTo>
                    <a:pt x="13" y="453"/>
                  </a:lnTo>
                  <a:lnTo>
                    <a:pt x="15" y="455"/>
                  </a:lnTo>
                  <a:lnTo>
                    <a:pt x="15" y="458"/>
                  </a:lnTo>
                  <a:lnTo>
                    <a:pt x="17" y="462"/>
                  </a:lnTo>
                  <a:lnTo>
                    <a:pt x="19" y="466"/>
                  </a:lnTo>
                  <a:lnTo>
                    <a:pt x="21" y="468"/>
                  </a:lnTo>
                  <a:lnTo>
                    <a:pt x="21" y="472"/>
                  </a:lnTo>
                  <a:lnTo>
                    <a:pt x="22" y="476"/>
                  </a:lnTo>
                  <a:lnTo>
                    <a:pt x="24" y="479"/>
                  </a:lnTo>
                  <a:lnTo>
                    <a:pt x="26" y="483"/>
                  </a:lnTo>
                  <a:lnTo>
                    <a:pt x="28" y="489"/>
                  </a:lnTo>
                  <a:lnTo>
                    <a:pt x="34" y="495"/>
                  </a:lnTo>
                  <a:lnTo>
                    <a:pt x="38" y="498"/>
                  </a:lnTo>
                  <a:lnTo>
                    <a:pt x="40" y="504"/>
                  </a:lnTo>
                  <a:lnTo>
                    <a:pt x="43" y="508"/>
                  </a:lnTo>
                  <a:lnTo>
                    <a:pt x="47" y="512"/>
                  </a:lnTo>
                  <a:lnTo>
                    <a:pt x="51" y="517"/>
                  </a:lnTo>
                  <a:lnTo>
                    <a:pt x="55" y="519"/>
                  </a:lnTo>
                  <a:lnTo>
                    <a:pt x="59" y="523"/>
                  </a:lnTo>
                  <a:lnTo>
                    <a:pt x="62" y="527"/>
                  </a:lnTo>
                  <a:lnTo>
                    <a:pt x="68" y="531"/>
                  </a:lnTo>
                  <a:lnTo>
                    <a:pt x="72" y="534"/>
                  </a:lnTo>
                  <a:lnTo>
                    <a:pt x="76" y="538"/>
                  </a:lnTo>
                  <a:lnTo>
                    <a:pt x="81" y="542"/>
                  </a:lnTo>
                  <a:lnTo>
                    <a:pt x="87" y="546"/>
                  </a:lnTo>
                  <a:lnTo>
                    <a:pt x="91" y="550"/>
                  </a:lnTo>
                  <a:lnTo>
                    <a:pt x="95" y="554"/>
                  </a:lnTo>
                  <a:lnTo>
                    <a:pt x="100" y="557"/>
                  </a:lnTo>
                  <a:lnTo>
                    <a:pt x="106" y="561"/>
                  </a:lnTo>
                  <a:lnTo>
                    <a:pt x="110" y="565"/>
                  </a:lnTo>
                  <a:lnTo>
                    <a:pt x="116" y="569"/>
                  </a:lnTo>
                  <a:lnTo>
                    <a:pt x="121" y="574"/>
                  </a:lnTo>
                  <a:lnTo>
                    <a:pt x="127" y="578"/>
                  </a:lnTo>
                  <a:lnTo>
                    <a:pt x="133" y="584"/>
                  </a:lnTo>
                  <a:lnTo>
                    <a:pt x="137" y="588"/>
                  </a:lnTo>
                  <a:lnTo>
                    <a:pt x="142" y="593"/>
                  </a:lnTo>
                  <a:lnTo>
                    <a:pt x="148" y="599"/>
                  </a:lnTo>
                  <a:lnTo>
                    <a:pt x="154" y="605"/>
                  </a:lnTo>
                  <a:lnTo>
                    <a:pt x="159" y="611"/>
                  </a:lnTo>
                  <a:lnTo>
                    <a:pt x="165" y="616"/>
                  </a:lnTo>
                  <a:lnTo>
                    <a:pt x="171" y="622"/>
                  </a:lnTo>
                  <a:lnTo>
                    <a:pt x="175" y="628"/>
                  </a:lnTo>
                  <a:lnTo>
                    <a:pt x="180" y="633"/>
                  </a:lnTo>
                  <a:lnTo>
                    <a:pt x="186" y="639"/>
                  </a:lnTo>
                  <a:lnTo>
                    <a:pt x="190" y="645"/>
                  </a:lnTo>
                  <a:lnTo>
                    <a:pt x="195" y="650"/>
                  </a:lnTo>
                  <a:lnTo>
                    <a:pt x="201" y="656"/>
                  </a:lnTo>
                  <a:lnTo>
                    <a:pt x="205" y="662"/>
                  </a:lnTo>
                  <a:lnTo>
                    <a:pt x="211" y="668"/>
                  </a:lnTo>
                  <a:lnTo>
                    <a:pt x="214" y="673"/>
                  </a:lnTo>
                  <a:lnTo>
                    <a:pt x="218" y="677"/>
                  </a:lnTo>
                  <a:lnTo>
                    <a:pt x="222" y="683"/>
                  </a:lnTo>
                  <a:lnTo>
                    <a:pt x="226" y="687"/>
                  </a:lnTo>
                  <a:lnTo>
                    <a:pt x="228" y="692"/>
                  </a:lnTo>
                  <a:lnTo>
                    <a:pt x="232" y="696"/>
                  </a:lnTo>
                  <a:lnTo>
                    <a:pt x="235" y="700"/>
                  </a:lnTo>
                  <a:lnTo>
                    <a:pt x="239" y="704"/>
                  </a:lnTo>
                  <a:lnTo>
                    <a:pt x="241" y="707"/>
                  </a:lnTo>
                  <a:lnTo>
                    <a:pt x="243" y="709"/>
                  </a:lnTo>
                  <a:lnTo>
                    <a:pt x="245" y="711"/>
                  </a:lnTo>
                  <a:lnTo>
                    <a:pt x="247" y="715"/>
                  </a:lnTo>
                  <a:lnTo>
                    <a:pt x="249" y="717"/>
                  </a:lnTo>
                  <a:lnTo>
                    <a:pt x="251" y="719"/>
                  </a:lnTo>
                  <a:lnTo>
                    <a:pt x="273" y="582"/>
                  </a:lnTo>
                  <a:lnTo>
                    <a:pt x="294" y="481"/>
                  </a:lnTo>
                  <a:lnTo>
                    <a:pt x="294" y="479"/>
                  </a:lnTo>
                  <a:lnTo>
                    <a:pt x="294" y="474"/>
                  </a:lnTo>
                  <a:lnTo>
                    <a:pt x="294" y="468"/>
                  </a:lnTo>
                  <a:lnTo>
                    <a:pt x="294" y="466"/>
                  </a:lnTo>
                  <a:lnTo>
                    <a:pt x="294" y="462"/>
                  </a:lnTo>
                  <a:lnTo>
                    <a:pt x="294" y="457"/>
                  </a:lnTo>
                  <a:lnTo>
                    <a:pt x="294" y="453"/>
                  </a:lnTo>
                  <a:lnTo>
                    <a:pt x="294" y="449"/>
                  </a:lnTo>
                  <a:lnTo>
                    <a:pt x="294" y="445"/>
                  </a:lnTo>
                  <a:lnTo>
                    <a:pt x="294" y="439"/>
                  </a:lnTo>
                  <a:lnTo>
                    <a:pt x="294" y="436"/>
                  </a:lnTo>
                  <a:lnTo>
                    <a:pt x="294" y="430"/>
                  </a:lnTo>
                  <a:lnTo>
                    <a:pt x="294" y="424"/>
                  </a:lnTo>
                  <a:lnTo>
                    <a:pt x="294" y="419"/>
                  </a:lnTo>
                  <a:lnTo>
                    <a:pt x="294" y="413"/>
                  </a:lnTo>
                  <a:lnTo>
                    <a:pt x="292" y="409"/>
                  </a:lnTo>
                  <a:lnTo>
                    <a:pt x="292" y="403"/>
                  </a:lnTo>
                  <a:lnTo>
                    <a:pt x="292" y="398"/>
                  </a:lnTo>
                  <a:lnTo>
                    <a:pt x="292" y="392"/>
                  </a:lnTo>
                  <a:lnTo>
                    <a:pt x="292" y="386"/>
                  </a:lnTo>
                  <a:lnTo>
                    <a:pt x="292" y="381"/>
                  </a:lnTo>
                  <a:lnTo>
                    <a:pt x="292" y="373"/>
                  </a:lnTo>
                  <a:lnTo>
                    <a:pt x="290" y="369"/>
                  </a:lnTo>
                  <a:lnTo>
                    <a:pt x="290" y="362"/>
                  </a:lnTo>
                  <a:lnTo>
                    <a:pt x="290" y="358"/>
                  </a:lnTo>
                  <a:lnTo>
                    <a:pt x="290" y="352"/>
                  </a:lnTo>
                  <a:lnTo>
                    <a:pt x="290" y="348"/>
                  </a:lnTo>
                  <a:lnTo>
                    <a:pt x="289" y="343"/>
                  </a:lnTo>
                  <a:lnTo>
                    <a:pt x="289" y="337"/>
                  </a:lnTo>
                  <a:lnTo>
                    <a:pt x="287" y="333"/>
                  </a:lnTo>
                  <a:lnTo>
                    <a:pt x="285" y="327"/>
                  </a:lnTo>
                  <a:lnTo>
                    <a:pt x="285" y="324"/>
                  </a:lnTo>
                  <a:lnTo>
                    <a:pt x="283" y="320"/>
                  </a:lnTo>
                  <a:lnTo>
                    <a:pt x="283" y="314"/>
                  </a:lnTo>
                  <a:lnTo>
                    <a:pt x="283" y="310"/>
                  </a:lnTo>
                  <a:lnTo>
                    <a:pt x="281" y="306"/>
                  </a:lnTo>
                  <a:lnTo>
                    <a:pt x="279" y="303"/>
                  </a:lnTo>
                  <a:lnTo>
                    <a:pt x="279" y="297"/>
                  </a:lnTo>
                  <a:lnTo>
                    <a:pt x="277" y="293"/>
                  </a:lnTo>
                  <a:lnTo>
                    <a:pt x="277" y="289"/>
                  </a:lnTo>
                  <a:lnTo>
                    <a:pt x="275" y="286"/>
                  </a:lnTo>
                  <a:lnTo>
                    <a:pt x="273" y="280"/>
                  </a:lnTo>
                  <a:lnTo>
                    <a:pt x="273" y="278"/>
                  </a:lnTo>
                  <a:lnTo>
                    <a:pt x="271" y="272"/>
                  </a:lnTo>
                  <a:lnTo>
                    <a:pt x="270" y="268"/>
                  </a:lnTo>
                  <a:lnTo>
                    <a:pt x="270" y="265"/>
                  </a:lnTo>
                  <a:lnTo>
                    <a:pt x="268" y="259"/>
                  </a:lnTo>
                  <a:lnTo>
                    <a:pt x="266" y="253"/>
                  </a:lnTo>
                  <a:lnTo>
                    <a:pt x="266" y="249"/>
                  </a:lnTo>
                  <a:lnTo>
                    <a:pt x="264" y="246"/>
                  </a:lnTo>
                  <a:lnTo>
                    <a:pt x="264" y="240"/>
                  </a:lnTo>
                  <a:lnTo>
                    <a:pt x="262" y="234"/>
                  </a:lnTo>
                  <a:lnTo>
                    <a:pt x="262" y="229"/>
                  </a:lnTo>
                  <a:lnTo>
                    <a:pt x="260" y="223"/>
                  </a:lnTo>
                  <a:lnTo>
                    <a:pt x="260" y="217"/>
                  </a:lnTo>
                  <a:lnTo>
                    <a:pt x="260" y="215"/>
                  </a:lnTo>
                  <a:lnTo>
                    <a:pt x="260" y="211"/>
                  </a:lnTo>
                  <a:lnTo>
                    <a:pt x="258" y="208"/>
                  </a:lnTo>
                  <a:lnTo>
                    <a:pt x="258" y="204"/>
                  </a:lnTo>
                  <a:lnTo>
                    <a:pt x="258" y="202"/>
                  </a:lnTo>
                  <a:lnTo>
                    <a:pt x="258" y="198"/>
                  </a:lnTo>
                  <a:lnTo>
                    <a:pt x="258" y="196"/>
                  </a:lnTo>
                  <a:lnTo>
                    <a:pt x="258" y="192"/>
                  </a:lnTo>
                  <a:lnTo>
                    <a:pt x="258" y="189"/>
                  </a:lnTo>
                  <a:lnTo>
                    <a:pt x="258" y="185"/>
                  </a:lnTo>
                  <a:lnTo>
                    <a:pt x="258" y="181"/>
                  </a:lnTo>
                  <a:lnTo>
                    <a:pt x="258" y="177"/>
                  </a:lnTo>
                  <a:lnTo>
                    <a:pt x="256" y="173"/>
                  </a:lnTo>
                  <a:lnTo>
                    <a:pt x="256" y="170"/>
                  </a:lnTo>
                  <a:lnTo>
                    <a:pt x="256" y="166"/>
                  </a:lnTo>
                  <a:lnTo>
                    <a:pt x="256" y="162"/>
                  </a:lnTo>
                  <a:lnTo>
                    <a:pt x="256" y="158"/>
                  </a:lnTo>
                  <a:lnTo>
                    <a:pt x="256" y="154"/>
                  </a:lnTo>
                  <a:lnTo>
                    <a:pt x="256" y="149"/>
                  </a:lnTo>
                  <a:lnTo>
                    <a:pt x="256" y="147"/>
                  </a:lnTo>
                  <a:lnTo>
                    <a:pt x="256" y="141"/>
                  </a:lnTo>
                  <a:lnTo>
                    <a:pt x="256" y="139"/>
                  </a:lnTo>
                  <a:lnTo>
                    <a:pt x="256" y="133"/>
                  </a:lnTo>
                  <a:lnTo>
                    <a:pt x="256" y="130"/>
                  </a:lnTo>
                  <a:lnTo>
                    <a:pt x="256" y="126"/>
                  </a:lnTo>
                  <a:lnTo>
                    <a:pt x="256" y="122"/>
                  </a:lnTo>
                  <a:lnTo>
                    <a:pt x="256" y="118"/>
                  </a:lnTo>
                  <a:lnTo>
                    <a:pt x="256" y="114"/>
                  </a:lnTo>
                  <a:lnTo>
                    <a:pt x="256" y="111"/>
                  </a:lnTo>
                  <a:lnTo>
                    <a:pt x="256" y="107"/>
                  </a:lnTo>
                  <a:lnTo>
                    <a:pt x="256" y="103"/>
                  </a:lnTo>
                  <a:lnTo>
                    <a:pt x="256" y="99"/>
                  </a:lnTo>
                  <a:lnTo>
                    <a:pt x="256" y="95"/>
                  </a:lnTo>
                  <a:lnTo>
                    <a:pt x="256" y="92"/>
                  </a:lnTo>
                  <a:lnTo>
                    <a:pt x="256" y="88"/>
                  </a:lnTo>
                  <a:lnTo>
                    <a:pt x="256" y="84"/>
                  </a:lnTo>
                  <a:lnTo>
                    <a:pt x="256" y="80"/>
                  </a:lnTo>
                  <a:lnTo>
                    <a:pt x="256" y="76"/>
                  </a:lnTo>
                  <a:lnTo>
                    <a:pt x="256" y="73"/>
                  </a:lnTo>
                  <a:lnTo>
                    <a:pt x="256" y="71"/>
                  </a:lnTo>
                  <a:lnTo>
                    <a:pt x="256" y="65"/>
                  </a:lnTo>
                  <a:lnTo>
                    <a:pt x="256" y="63"/>
                  </a:lnTo>
                  <a:lnTo>
                    <a:pt x="256" y="59"/>
                  </a:lnTo>
                  <a:lnTo>
                    <a:pt x="256" y="56"/>
                  </a:lnTo>
                  <a:lnTo>
                    <a:pt x="256" y="48"/>
                  </a:lnTo>
                  <a:lnTo>
                    <a:pt x="256" y="44"/>
                  </a:lnTo>
                  <a:lnTo>
                    <a:pt x="256" y="37"/>
                  </a:lnTo>
                  <a:lnTo>
                    <a:pt x="256" y="33"/>
                  </a:lnTo>
                  <a:lnTo>
                    <a:pt x="256" y="27"/>
                  </a:lnTo>
                  <a:lnTo>
                    <a:pt x="258" y="21"/>
                  </a:lnTo>
                  <a:lnTo>
                    <a:pt x="258" y="18"/>
                  </a:lnTo>
                  <a:lnTo>
                    <a:pt x="258" y="14"/>
                  </a:lnTo>
                  <a:lnTo>
                    <a:pt x="258" y="10"/>
                  </a:lnTo>
                  <a:lnTo>
                    <a:pt x="258" y="8"/>
                  </a:lnTo>
                  <a:lnTo>
                    <a:pt x="258" y="6"/>
                  </a:lnTo>
                  <a:lnTo>
                    <a:pt x="258" y="4"/>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5" name="Freeform 152">
              <a:extLst>
                <a:ext uri="{FF2B5EF4-FFF2-40B4-BE49-F238E27FC236}">
                  <a16:creationId xmlns:a16="http://schemas.microsoft.com/office/drawing/2014/main" id="{D315D458-B056-4983-8B6C-1AF449B2FE73}"/>
                </a:ext>
              </a:extLst>
            </p:cNvPr>
            <p:cNvSpPr>
              <a:spLocks/>
            </p:cNvSpPr>
            <p:nvPr/>
          </p:nvSpPr>
          <p:spPr bwMode="auto">
            <a:xfrm>
              <a:off x="699" y="2873"/>
              <a:ext cx="225" cy="479"/>
            </a:xfrm>
            <a:custGeom>
              <a:avLst/>
              <a:gdLst>
                <a:gd name="T0" fmla="*/ 2 w 451"/>
                <a:gd name="T1" fmla="*/ 1 h 957"/>
                <a:gd name="T2" fmla="*/ 1 w 451"/>
                <a:gd name="T3" fmla="*/ 1 h 957"/>
                <a:gd name="T4" fmla="*/ 1 w 451"/>
                <a:gd name="T5" fmla="*/ 2 h 957"/>
                <a:gd name="T6" fmla="*/ 1 w 451"/>
                <a:gd name="T7" fmla="*/ 2 h 957"/>
                <a:gd name="T8" fmla="*/ 0 w 451"/>
                <a:gd name="T9" fmla="*/ 3 h 957"/>
                <a:gd name="T10" fmla="*/ 0 w 451"/>
                <a:gd name="T11" fmla="*/ 3 h 957"/>
                <a:gd name="T12" fmla="*/ 0 w 451"/>
                <a:gd name="T13" fmla="*/ 4 h 957"/>
                <a:gd name="T14" fmla="*/ 0 w 451"/>
                <a:gd name="T15" fmla="*/ 4 h 957"/>
                <a:gd name="T16" fmla="*/ 0 w 451"/>
                <a:gd name="T17" fmla="*/ 5 h 957"/>
                <a:gd name="T18" fmla="*/ 0 w 451"/>
                <a:gd name="T19" fmla="*/ 5 h 957"/>
                <a:gd name="T20" fmla="*/ 0 w 451"/>
                <a:gd name="T21" fmla="*/ 6 h 957"/>
                <a:gd name="T22" fmla="*/ 0 w 451"/>
                <a:gd name="T23" fmla="*/ 6 h 957"/>
                <a:gd name="T24" fmla="*/ 0 w 451"/>
                <a:gd name="T25" fmla="*/ 7 h 957"/>
                <a:gd name="T26" fmla="*/ 0 w 451"/>
                <a:gd name="T27" fmla="*/ 8 h 957"/>
                <a:gd name="T28" fmla="*/ 0 w 451"/>
                <a:gd name="T29" fmla="*/ 9 h 957"/>
                <a:gd name="T30" fmla="*/ 0 w 451"/>
                <a:gd name="T31" fmla="*/ 10 h 957"/>
                <a:gd name="T32" fmla="*/ 0 w 451"/>
                <a:gd name="T33" fmla="*/ 11 h 957"/>
                <a:gd name="T34" fmla="*/ 0 w 451"/>
                <a:gd name="T35" fmla="*/ 11 h 957"/>
                <a:gd name="T36" fmla="*/ 1 w 451"/>
                <a:gd name="T37" fmla="*/ 12 h 957"/>
                <a:gd name="T38" fmla="*/ 1 w 451"/>
                <a:gd name="T39" fmla="*/ 12 h 957"/>
                <a:gd name="T40" fmla="*/ 2 w 451"/>
                <a:gd name="T41" fmla="*/ 13 h 957"/>
                <a:gd name="T42" fmla="*/ 2 w 451"/>
                <a:gd name="T43" fmla="*/ 13 h 957"/>
                <a:gd name="T44" fmla="*/ 3 w 451"/>
                <a:gd name="T45" fmla="*/ 13 h 957"/>
                <a:gd name="T46" fmla="*/ 4 w 451"/>
                <a:gd name="T47" fmla="*/ 14 h 957"/>
                <a:gd name="T48" fmla="*/ 4 w 451"/>
                <a:gd name="T49" fmla="*/ 14 h 957"/>
                <a:gd name="T50" fmla="*/ 5 w 451"/>
                <a:gd name="T51" fmla="*/ 14 h 957"/>
                <a:gd name="T52" fmla="*/ 6 w 451"/>
                <a:gd name="T53" fmla="*/ 15 h 957"/>
                <a:gd name="T54" fmla="*/ 6 w 451"/>
                <a:gd name="T55" fmla="*/ 15 h 957"/>
                <a:gd name="T56" fmla="*/ 7 w 451"/>
                <a:gd name="T57" fmla="*/ 15 h 957"/>
                <a:gd name="T58" fmla="*/ 6 w 451"/>
                <a:gd name="T59" fmla="*/ 15 h 957"/>
                <a:gd name="T60" fmla="*/ 6 w 451"/>
                <a:gd name="T61" fmla="*/ 15 h 957"/>
                <a:gd name="T62" fmla="*/ 6 w 451"/>
                <a:gd name="T63" fmla="*/ 14 h 957"/>
                <a:gd name="T64" fmla="*/ 6 w 451"/>
                <a:gd name="T65" fmla="*/ 14 h 957"/>
                <a:gd name="T66" fmla="*/ 6 w 451"/>
                <a:gd name="T67" fmla="*/ 13 h 957"/>
                <a:gd name="T68" fmla="*/ 6 w 451"/>
                <a:gd name="T69" fmla="*/ 13 h 957"/>
                <a:gd name="T70" fmla="*/ 6 w 451"/>
                <a:gd name="T71" fmla="*/ 12 h 957"/>
                <a:gd name="T72" fmla="*/ 6 w 451"/>
                <a:gd name="T73" fmla="*/ 12 h 957"/>
                <a:gd name="T74" fmla="*/ 6 w 451"/>
                <a:gd name="T75" fmla="*/ 11 h 957"/>
                <a:gd name="T76" fmla="*/ 6 w 451"/>
                <a:gd name="T77" fmla="*/ 11 h 957"/>
                <a:gd name="T78" fmla="*/ 6 w 451"/>
                <a:gd name="T79" fmla="*/ 10 h 957"/>
                <a:gd name="T80" fmla="*/ 6 w 451"/>
                <a:gd name="T81" fmla="*/ 10 h 957"/>
                <a:gd name="T82" fmla="*/ 5 w 451"/>
                <a:gd name="T83" fmla="*/ 9 h 957"/>
                <a:gd name="T84" fmla="*/ 5 w 451"/>
                <a:gd name="T85" fmla="*/ 9 h 957"/>
                <a:gd name="T86" fmla="*/ 5 w 451"/>
                <a:gd name="T87" fmla="*/ 9 h 957"/>
                <a:gd name="T88" fmla="*/ 4 w 451"/>
                <a:gd name="T89" fmla="*/ 8 h 957"/>
                <a:gd name="T90" fmla="*/ 4 w 451"/>
                <a:gd name="T91" fmla="*/ 8 h 957"/>
                <a:gd name="T92" fmla="*/ 4 w 451"/>
                <a:gd name="T93" fmla="*/ 7 h 957"/>
                <a:gd name="T94" fmla="*/ 3 w 451"/>
                <a:gd name="T95" fmla="*/ 7 h 957"/>
                <a:gd name="T96" fmla="*/ 3 w 451"/>
                <a:gd name="T97" fmla="*/ 6 h 957"/>
                <a:gd name="T98" fmla="*/ 2 w 451"/>
                <a:gd name="T99" fmla="*/ 6 h 957"/>
                <a:gd name="T100" fmla="*/ 2 w 451"/>
                <a:gd name="T101" fmla="*/ 5 h 957"/>
                <a:gd name="T102" fmla="*/ 2 w 451"/>
                <a:gd name="T103" fmla="*/ 5 h 957"/>
                <a:gd name="T104" fmla="*/ 2 w 451"/>
                <a:gd name="T105" fmla="*/ 4 h 957"/>
                <a:gd name="T106" fmla="*/ 2 w 451"/>
                <a:gd name="T107" fmla="*/ 4 h 957"/>
                <a:gd name="T108" fmla="*/ 2 w 451"/>
                <a:gd name="T109" fmla="*/ 3 h 957"/>
                <a:gd name="T110" fmla="*/ 2 w 451"/>
                <a:gd name="T111" fmla="*/ 2 h 957"/>
                <a:gd name="T112" fmla="*/ 2 w 451"/>
                <a:gd name="T113" fmla="*/ 1 h 957"/>
                <a:gd name="T114" fmla="*/ 2 w 451"/>
                <a:gd name="T115" fmla="*/ 1 h 957"/>
                <a:gd name="T116" fmla="*/ 2 w 451"/>
                <a:gd name="T117" fmla="*/ 1 h 95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51"/>
                <a:gd name="T178" fmla="*/ 0 h 957"/>
                <a:gd name="T179" fmla="*/ 451 w 451"/>
                <a:gd name="T180" fmla="*/ 957 h 95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51" h="957">
                  <a:moveTo>
                    <a:pt x="179" y="0"/>
                  </a:moveTo>
                  <a:lnTo>
                    <a:pt x="177" y="0"/>
                  </a:lnTo>
                  <a:lnTo>
                    <a:pt x="175" y="1"/>
                  </a:lnTo>
                  <a:lnTo>
                    <a:pt x="171" y="1"/>
                  </a:lnTo>
                  <a:lnTo>
                    <a:pt x="168" y="5"/>
                  </a:lnTo>
                  <a:lnTo>
                    <a:pt x="164" y="9"/>
                  </a:lnTo>
                  <a:lnTo>
                    <a:pt x="158" y="13"/>
                  </a:lnTo>
                  <a:lnTo>
                    <a:pt x="154" y="15"/>
                  </a:lnTo>
                  <a:lnTo>
                    <a:pt x="150" y="19"/>
                  </a:lnTo>
                  <a:lnTo>
                    <a:pt x="149" y="20"/>
                  </a:lnTo>
                  <a:lnTo>
                    <a:pt x="147" y="24"/>
                  </a:lnTo>
                  <a:lnTo>
                    <a:pt x="141" y="26"/>
                  </a:lnTo>
                  <a:lnTo>
                    <a:pt x="137" y="30"/>
                  </a:lnTo>
                  <a:lnTo>
                    <a:pt x="133" y="34"/>
                  </a:lnTo>
                  <a:lnTo>
                    <a:pt x="129" y="39"/>
                  </a:lnTo>
                  <a:lnTo>
                    <a:pt x="126" y="43"/>
                  </a:lnTo>
                  <a:lnTo>
                    <a:pt x="122" y="47"/>
                  </a:lnTo>
                  <a:lnTo>
                    <a:pt x="116" y="51"/>
                  </a:lnTo>
                  <a:lnTo>
                    <a:pt x="112" y="57"/>
                  </a:lnTo>
                  <a:lnTo>
                    <a:pt x="109" y="62"/>
                  </a:lnTo>
                  <a:lnTo>
                    <a:pt x="105" y="66"/>
                  </a:lnTo>
                  <a:lnTo>
                    <a:pt x="99" y="72"/>
                  </a:lnTo>
                  <a:lnTo>
                    <a:pt x="95" y="77"/>
                  </a:lnTo>
                  <a:lnTo>
                    <a:pt x="91" y="83"/>
                  </a:lnTo>
                  <a:lnTo>
                    <a:pt x="86" y="89"/>
                  </a:lnTo>
                  <a:lnTo>
                    <a:pt x="84" y="93"/>
                  </a:lnTo>
                  <a:lnTo>
                    <a:pt x="82" y="96"/>
                  </a:lnTo>
                  <a:lnTo>
                    <a:pt x="80" y="100"/>
                  </a:lnTo>
                  <a:lnTo>
                    <a:pt x="78" y="102"/>
                  </a:lnTo>
                  <a:lnTo>
                    <a:pt x="76" y="106"/>
                  </a:lnTo>
                  <a:lnTo>
                    <a:pt x="74" y="110"/>
                  </a:lnTo>
                  <a:lnTo>
                    <a:pt x="72" y="114"/>
                  </a:lnTo>
                  <a:lnTo>
                    <a:pt x="69" y="117"/>
                  </a:lnTo>
                  <a:lnTo>
                    <a:pt x="67" y="119"/>
                  </a:lnTo>
                  <a:lnTo>
                    <a:pt x="67" y="125"/>
                  </a:lnTo>
                  <a:lnTo>
                    <a:pt x="65" y="127"/>
                  </a:lnTo>
                  <a:lnTo>
                    <a:pt x="63" y="133"/>
                  </a:lnTo>
                  <a:lnTo>
                    <a:pt x="59" y="136"/>
                  </a:lnTo>
                  <a:lnTo>
                    <a:pt x="59" y="138"/>
                  </a:lnTo>
                  <a:lnTo>
                    <a:pt x="55" y="142"/>
                  </a:lnTo>
                  <a:lnTo>
                    <a:pt x="53" y="146"/>
                  </a:lnTo>
                  <a:lnTo>
                    <a:pt x="53" y="150"/>
                  </a:lnTo>
                  <a:lnTo>
                    <a:pt x="50" y="153"/>
                  </a:lnTo>
                  <a:lnTo>
                    <a:pt x="50" y="157"/>
                  </a:lnTo>
                  <a:lnTo>
                    <a:pt x="48" y="163"/>
                  </a:lnTo>
                  <a:lnTo>
                    <a:pt x="46" y="165"/>
                  </a:lnTo>
                  <a:lnTo>
                    <a:pt x="44" y="169"/>
                  </a:lnTo>
                  <a:lnTo>
                    <a:pt x="42" y="172"/>
                  </a:lnTo>
                  <a:lnTo>
                    <a:pt x="40" y="176"/>
                  </a:lnTo>
                  <a:lnTo>
                    <a:pt x="38" y="180"/>
                  </a:lnTo>
                  <a:lnTo>
                    <a:pt x="36" y="184"/>
                  </a:lnTo>
                  <a:lnTo>
                    <a:pt x="34" y="188"/>
                  </a:lnTo>
                  <a:lnTo>
                    <a:pt x="34" y="193"/>
                  </a:lnTo>
                  <a:lnTo>
                    <a:pt x="33" y="195"/>
                  </a:lnTo>
                  <a:lnTo>
                    <a:pt x="31" y="199"/>
                  </a:lnTo>
                  <a:lnTo>
                    <a:pt x="29" y="203"/>
                  </a:lnTo>
                  <a:lnTo>
                    <a:pt x="27" y="207"/>
                  </a:lnTo>
                  <a:lnTo>
                    <a:pt x="27" y="210"/>
                  </a:lnTo>
                  <a:lnTo>
                    <a:pt x="25" y="214"/>
                  </a:lnTo>
                  <a:lnTo>
                    <a:pt x="23" y="218"/>
                  </a:lnTo>
                  <a:lnTo>
                    <a:pt x="23" y="222"/>
                  </a:lnTo>
                  <a:lnTo>
                    <a:pt x="21" y="226"/>
                  </a:lnTo>
                  <a:lnTo>
                    <a:pt x="19" y="228"/>
                  </a:lnTo>
                  <a:lnTo>
                    <a:pt x="17" y="231"/>
                  </a:lnTo>
                  <a:lnTo>
                    <a:pt x="17" y="235"/>
                  </a:lnTo>
                  <a:lnTo>
                    <a:pt x="15" y="241"/>
                  </a:lnTo>
                  <a:lnTo>
                    <a:pt x="12" y="247"/>
                  </a:lnTo>
                  <a:lnTo>
                    <a:pt x="10" y="252"/>
                  </a:lnTo>
                  <a:lnTo>
                    <a:pt x="8" y="258"/>
                  </a:lnTo>
                  <a:lnTo>
                    <a:pt x="8" y="264"/>
                  </a:lnTo>
                  <a:lnTo>
                    <a:pt x="6" y="267"/>
                  </a:lnTo>
                  <a:lnTo>
                    <a:pt x="4" y="271"/>
                  </a:lnTo>
                  <a:lnTo>
                    <a:pt x="2" y="275"/>
                  </a:lnTo>
                  <a:lnTo>
                    <a:pt x="2" y="279"/>
                  </a:lnTo>
                  <a:lnTo>
                    <a:pt x="2" y="281"/>
                  </a:lnTo>
                  <a:lnTo>
                    <a:pt x="0" y="285"/>
                  </a:lnTo>
                  <a:lnTo>
                    <a:pt x="0" y="286"/>
                  </a:lnTo>
                  <a:lnTo>
                    <a:pt x="0" y="288"/>
                  </a:lnTo>
                  <a:lnTo>
                    <a:pt x="0" y="290"/>
                  </a:lnTo>
                  <a:lnTo>
                    <a:pt x="0" y="296"/>
                  </a:lnTo>
                  <a:lnTo>
                    <a:pt x="0" y="302"/>
                  </a:lnTo>
                  <a:lnTo>
                    <a:pt x="0" y="307"/>
                  </a:lnTo>
                  <a:lnTo>
                    <a:pt x="0" y="309"/>
                  </a:lnTo>
                  <a:lnTo>
                    <a:pt x="0" y="313"/>
                  </a:lnTo>
                  <a:lnTo>
                    <a:pt x="0" y="319"/>
                  </a:lnTo>
                  <a:lnTo>
                    <a:pt x="0" y="323"/>
                  </a:lnTo>
                  <a:lnTo>
                    <a:pt x="0" y="326"/>
                  </a:lnTo>
                  <a:lnTo>
                    <a:pt x="0" y="330"/>
                  </a:lnTo>
                  <a:lnTo>
                    <a:pt x="0" y="336"/>
                  </a:lnTo>
                  <a:lnTo>
                    <a:pt x="2" y="340"/>
                  </a:lnTo>
                  <a:lnTo>
                    <a:pt x="2" y="345"/>
                  </a:lnTo>
                  <a:lnTo>
                    <a:pt x="2" y="351"/>
                  </a:lnTo>
                  <a:lnTo>
                    <a:pt x="2" y="357"/>
                  </a:lnTo>
                  <a:lnTo>
                    <a:pt x="2" y="362"/>
                  </a:lnTo>
                  <a:lnTo>
                    <a:pt x="2" y="368"/>
                  </a:lnTo>
                  <a:lnTo>
                    <a:pt x="2" y="374"/>
                  </a:lnTo>
                  <a:lnTo>
                    <a:pt x="4" y="380"/>
                  </a:lnTo>
                  <a:lnTo>
                    <a:pt x="4" y="385"/>
                  </a:lnTo>
                  <a:lnTo>
                    <a:pt x="4" y="391"/>
                  </a:lnTo>
                  <a:lnTo>
                    <a:pt x="4" y="399"/>
                  </a:lnTo>
                  <a:lnTo>
                    <a:pt x="4" y="404"/>
                  </a:lnTo>
                  <a:lnTo>
                    <a:pt x="6" y="414"/>
                  </a:lnTo>
                  <a:lnTo>
                    <a:pt x="6" y="420"/>
                  </a:lnTo>
                  <a:lnTo>
                    <a:pt x="8" y="425"/>
                  </a:lnTo>
                  <a:lnTo>
                    <a:pt x="8" y="433"/>
                  </a:lnTo>
                  <a:lnTo>
                    <a:pt x="8" y="440"/>
                  </a:lnTo>
                  <a:lnTo>
                    <a:pt x="8" y="446"/>
                  </a:lnTo>
                  <a:lnTo>
                    <a:pt x="10" y="454"/>
                  </a:lnTo>
                  <a:lnTo>
                    <a:pt x="10" y="459"/>
                  </a:lnTo>
                  <a:lnTo>
                    <a:pt x="10" y="467"/>
                  </a:lnTo>
                  <a:lnTo>
                    <a:pt x="10" y="475"/>
                  </a:lnTo>
                  <a:lnTo>
                    <a:pt x="12" y="482"/>
                  </a:lnTo>
                  <a:lnTo>
                    <a:pt x="12" y="490"/>
                  </a:lnTo>
                  <a:lnTo>
                    <a:pt x="14" y="497"/>
                  </a:lnTo>
                  <a:lnTo>
                    <a:pt x="15" y="503"/>
                  </a:lnTo>
                  <a:lnTo>
                    <a:pt x="15" y="511"/>
                  </a:lnTo>
                  <a:lnTo>
                    <a:pt x="15" y="520"/>
                  </a:lnTo>
                  <a:lnTo>
                    <a:pt x="17" y="526"/>
                  </a:lnTo>
                  <a:lnTo>
                    <a:pt x="17" y="534"/>
                  </a:lnTo>
                  <a:lnTo>
                    <a:pt x="19" y="541"/>
                  </a:lnTo>
                  <a:lnTo>
                    <a:pt x="21" y="547"/>
                  </a:lnTo>
                  <a:lnTo>
                    <a:pt x="21" y="554"/>
                  </a:lnTo>
                  <a:lnTo>
                    <a:pt x="23" y="562"/>
                  </a:lnTo>
                  <a:lnTo>
                    <a:pt x="23" y="568"/>
                  </a:lnTo>
                  <a:lnTo>
                    <a:pt x="25" y="575"/>
                  </a:lnTo>
                  <a:lnTo>
                    <a:pt x="27" y="583"/>
                  </a:lnTo>
                  <a:lnTo>
                    <a:pt x="27" y="591"/>
                  </a:lnTo>
                  <a:lnTo>
                    <a:pt x="29" y="596"/>
                  </a:lnTo>
                  <a:lnTo>
                    <a:pt x="31" y="602"/>
                  </a:lnTo>
                  <a:lnTo>
                    <a:pt x="33" y="610"/>
                  </a:lnTo>
                  <a:lnTo>
                    <a:pt x="34" y="615"/>
                  </a:lnTo>
                  <a:lnTo>
                    <a:pt x="36" y="623"/>
                  </a:lnTo>
                  <a:lnTo>
                    <a:pt x="36" y="629"/>
                  </a:lnTo>
                  <a:lnTo>
                    <a:pt x="40" y="634"/>
                  </a:lnTo>
                  <a:lnTo>
                    <a:pt x="40" y="640"/>
                  </a:lnTo>
                  <a:lnTo>
                    <a:pt x="42" y="646"/>
                  </a:lnTo>
                  <a:lnTo>
                    <a:pt x="44" y="651"/>
                  </a:lnTo>
                  <a:lnTo>
                    <a:pt x="46" y="657"/>
                  </a:lnTo>
                  <a:lnTo>
                    <a:pt x="48" y="661"/>
                  </a:lnTo>
                  <a:lnTo>
                    <a:pt x="50" y="667"/>
                  </a:lnTo>
                  <a:lnTo>
                    <a:pt x="50" y="672"/>
                  </a:lnTo>
                  <a:lnTo>
                    <a:pt x="53" y="678"/>
                  </a:lnTo>
                  <a:lnTo>
                    <a:pt x="55" y="682"/>
                  </a:lnTo>
                  <a:lnTo>
                    <a:pt x="55" y="686"/>
                  </a:lnTo>
                  <a:lnTo>
                    <a:pt x="59" y="691"/>
                  </a:lnTo>
                  <a:lnTo>
                    <a:pt x="61" y="697"/>
                  </a:lnTo>
                  <a:lnTo>
                    <a:pt x="63" y="699"/>
                  </a:lnTo>
                  <a:lnTo>
                    <a:pt x="65" y="705"/>
                  </a:lnTo>
                  <a:lnTo>
                    <a:pt x="67" y="708"/>
                  </a:lnTo>
                  <a:lnTo>
                    <a:pt x="69" y="712"/>
                  </a:lnTo>
                  <a:lnTo>
                    <a:pt x="72" y="716"/>
                  </a:lnTo>
                  <a:lnTo>
                    <a:pt x="74" y="720"/>
                  </a:lnTo>
                  <a:lnTo>
                    <a:pt x="76" y="724"/>
                  </a:lnTo>
                  <a:lnTo>
                    <a:pt x="78" y="727"/>
                  </a:lnTo>
                  <a:lnTo>
                    <a:pt x="80" y="729"/>
                  </a:lnTo>
                  <a:lnTo>
                    <a:pt x="84" y="735"/>
                  </a:lnTo>
                  <a:lnTo>
                    <a:pt x="86" y="737"/>
                  </a:lnTo>
                  <a:lnTo>
                    <a:pt x="90" y="741"/>
                  </a:lnTo>
                  <a:lnTo>
                    <a:pt x="93" y="746"/>
                  </a:lnTo>
                  <a:lnTo>
                    <a:pt x="99" y="752"/>
                  </a:lnTo>
                  <a:lnTo>
                    <a:pt x="105" y="758"/>
                  </a:lnTo>
                  <a:lnTo>
                    <a:pt x="110" y="764"/>
                  </a:lnTo>
                  <a:lnTo>
                    <a:pt x="114" y="767"/>
                  </a:lnTo>
                  <a:lnTo>
                    <a:pt x="120" y="773"/>
                  </a:lnTo>
                  <a:lnTo>
                    <a:pt x="126" y="775"/>
                  </a:lnTo>
                  <a:lnTo>
                    <a:pt x="131" y="781"/>
                  </a:lnTo>
                  <a:lnTo>
                    <a:pt x="135" y="784"/>
                  </a:lnTo>
                  <a:lnTo>
                    <a:pt x="141" y="786"/>
                  </a:lnTo>
                  <a:lnTo>
                    <a:pt x="147" y="790"/>
                  </a:lnTo>
                  <a:lnTo>
                    <a:pt x="152" y="794"/>
                  </a:lnTo>
                  <a:lnTo>
                    <a:pt x="158" y="798"/>
                  </a:lnTo>
                  <a:lnTo>
                    <a:pt x="164" y="800"/>
                  </a:lnTo>
                  <a:lnTo>
                    <a:pt x="169" y="803"/>
                  </a:lnTo>
                  <a:lnTo>
                    <a:pt x="175" y="805"/>
                  </a:lnTo>
                  <a:lnTo>
                    <a:pt x="181" y="807"/>
                  </a:lnTo>
                  <a:lnTo>
                    <a:pt x="187" y="809"/>
                  </a:lnTo>
                  <a:lnTo>
                    <a:pt x="192" y="811"/>
                  </a:lnTo>
                  <a:lnTo>
                    <a:pt x="198" y="815"/>
                  </a:lnTo>
                  <a:lnTo>
                    <a:pt x="204" y="817"/>
                  </a:lnTo>
                  <a:lnTo>
                    <a:pt x="209" y="819"/>
                  </a:lnTo>
                  <a:lnTo>
                    <a:pt x="215" y="819"/>
                  </a:lnTo>
                  <a:lnTo>
                    <a:pt x="221" y="822"/>
                  </a:lnTo>
                  <a:lnTo>
                    <a:pt x="226" y="824"/>
                  </a:lnTo>
                  <a:lnTo>
                    <a:pt x="232" y="824"/>
                  </a:lnTo>
                  <a:lnTo>
                    <a:pt x="238" y="828"/>
                  </a:lnTo>
                  <a:lnTo>
                    <a:pt x="244" y="830"/>
                  </a:lnTo>
                  <a:lnTo>
                    <a:pt x="247" y="832"/>
                  </a:lnTo>
                  <a:lnTo>
                    <a:pt x="253" y="832"/>
                  </a:lnTo>
                  <a:lnTo>
                    <a:pt x="259" y="836"/>
                  </a:lnTo>
                  <a:lnTo>
                    <a:pt x="263" y="838"/>
                  </a:lnTo>
                  <a:lnTo>
                    <a:pt x="268" y="838"/>
                  </a:lnTo>
                  <a:lnTo>
                    <a:pt x="274" y="841"/>
                  </a:lnTo>
                  <a:lnTo>
                    <a:pt x="280" y="843"/>
                  </a:lnTo>
                  <a:lnTo>
                    <a:pt x="285" y="845"/>
                  </a:lnTo>
                  <a:lnTo>
                    <a:pt x="291" y="847"/>
                  </a:lnTo>
                  <a:lnTo>
                    <a:pt x="295" y="849"/>
                  </a:lnTo>
                  <a:lnTo>
                    <a:pt x="301" y="851"/>
                  </a:lnTo>
                  <a:lnTo>
                    <a:pt x="304" y="853"/>
                  </a:lnTo>
                  <a:lnTo>
                    <a:pt x="310" y="855"/>
                  </a:lnTo>
                  <a:lnTo>
                    <a:pt x="314" y="857"/>
                  </a:lnTo>
                  <a:lnTo>
                    <a:pt x="320" y="860"/>
                  </a:lnTo>
                  <a:lnTo>
                    <a:pt x="325" y="862"/>
                  </a:lnTo>
                  <a:lnTo>
                    <a:pt x="329" y="862"/>
                  </a:lnTo>
                  <a:lnTo>
                    <a:pt x="333" y="866"/>
                  </a:lnTo>
                  <a:lnTo>
                    <a:pt x="339" y="868"/>
                  </a:lnTo>
                  <a:lnTo>
                    <a:pt x="344" y="870"/>
                  </a:lnTo>
                  <a:lnTo>
                    <a:pt x="348" y="874"/>
                  </a:lnTo>
                  <a:lnTo>
                    <a:pt x="354" y="876"/>
                  </a:lnTo>
                  <a:lnTo>
                    <a:pt x="358" y="879"/>
                  </a:lnTo>
                  <a:lnTo>
                    <a:pt x="361" y="881"/>
                  </a:lnTo>
                  <a:lnTo>
                    <a:pt x="367" y="885"/>
                  </a:lnTo>
                  <a:lnTo>
                    <a:pt x="371" y="887"/>
                  </a:lnTo>
                  <a:lnTo>
                    <a:pt x="375" y="889"/>
                  </a:lnTo>
                  <a:lnTo>
                    <a:pt x="379" y="893"/>
                  </a:lnTo>
                  <a:lnTo>
                    <a:pt x="382" y="897"/>
                  </a:lnTo>
                  <a:lnTo>
                    <a:pt x="388" y="900"/>
                  </a:lnTo>
                  <a:lnTo>
                    <a:pt x="392" y="902"/>
                  </a:lnTo>
                  <a:lnTo>
                    <a:pt x="396" y="906"/>
                  </a:lnTo>
                  <a:lnTo>
                    <a:pt x="399" y="910"/>
                  </a:lnTo>
                  <a:lnTo>
                    <a:pt x="403" y="912"/>
                  </a:lnTo>
                  <a:lnTo>
                    <a:pt x="407" y="916"/>
                  </a:lnTo>
                  <a:lnTo>
                    <a:pt x="411" y="919"/>
                  </a:lnTo>
                  <a:lnTo>
                    <a:pt x="413" y="923"/>
                  </a:lnTo>
                  <a:lnTo>
                    <a:pt x="417" y="925"/>
                  </a:lnTo>
                  <a:lnTo>
                    <a:pt x="420" y="929"/>
                  </a:lnTo>
                  <a:lnTo>
                    <a:pt x="424" y="931"/>
                  </a:lnTo>
                  <a:lnTo>
                    <a:pt x="430" y="936"/>
                  </a:lnTo>
                  <a:lnTo>
                    <a:pt x="434" y="942"/>
                  </a:lnTo>
                  <a:lnTo>
                    <a:pt x="439" y="946"/>
                  </a:lnTo>
                  <a:lnTo>
                    <a:pt x="443" y="950"/>
                  </a:lnTo>
                  <a:lnTo>
                    <a:pt x="445" y="954"/>
                  </a:lnTo>
                  <a:lnTo>
                    <a:pt x="449" y="955"/>
                  </a:lnTo>
                  <a:lnTo>
                    <a:pt x="449" y="957"/>
                  </a:lnTo>
                  <a:lnTo>
                    <a:pt x="451" y="957"/>
                  </a:lnTo>
                  <a:lnTo>
                    <a:pt x="449" y="955"/>
                  </a:lnTo>
                  <a:lnTo>
                    <a:pt x="449" y="952"/>
                  </a:lnTo>
                  <a:lnTo>
                    <a:pt x="447" y="948"/>
                  </a:lnTo>
                  <a:lnTo>
                    <a:pt x="445" y="944"/>
                  </a:lnTo>
                  <a:lnTo>
                    <a:pt x="445" y="942"/>
                  </a:lnTo>
                  <a:lnTo>
                    <a:pt x="443" y="938"/>
                  </a:lnTo>
                  <a:lnTo>
                    <a:pt x="443" y="936"/>
                  </a:lnTo>
                  <a:lnTo>
                    <a:pt x="443" y="931"/>
                  </a:lnTo>
                  <a:lnTo>
                    <a:pt x="441" y="929"/>
                  </a:lnTo>
                  <a:lnTo>
                    <a:pt x="441" y="923"/>
                  </a:lnTo>
                  <a:lnTo>
                    <a:pt x="439" y="919"/>
                  </a:lnTo>
                  <a:lnTo>
                    <a:pt x="439" y="914"/>
                  </a:lnTo>
                  <a:lnTo>
                    <a:pt x="437" y="910"/>
                  </a:lnTo>
                  <a:lnTo>
                    <a:pt x="437" y="904"/>
                  </a:lnTo>
                  <a:lnTo>
                    <a:pt x="436" y="900"/>
                  </a:lnTo>
                  <a:lnTo>
                    <a:pt x="434" y="895"/>
                  </a:lnTo>
                  <a:lnTo>
                    <a:pt x="434" y="889"/>
                  </a:lnTo>
                  <a:lnTo>
                    <a:pt x="434" y="883"/>
                  </a:lnTo>
                  <a:lnTo>
                    <a:pt x="432" y="878"/>
                  </a:lnTo>
                  <a:lnTo>
                    <a:pt x="432" y="874"/>
                  </a:lnTo>
                  <a:lnTo>
                    <a:pt x="432" y="870"/>
                  </a:lnTo>
                  <a:lnTo>
                    <a:pt x="432" y="868"/>
                  </a:lnTo>
                  <a:lnTo>
                    <a:pt x="432" y="864"/>
                  </a:lnTo>
                  <a:lnTo>
                    <a:pt x="430" y="859"/>
                  </a:lnTo>
                  <a:lnTo>
                    <a:pt x="430" y="851"/>
                  </a:lnTo>
                  <a:lnTo>
                    <a:pt x="428" y="849"/>
                  </a:lnTo>
                  <a:lnTo>
                    <a:pt x="428" y="845"/>
                  </a:lnTo>
                  <a:lnTo>
                    <a:pt x="426" y="841"/>
                  </a:lnTo>
                  <a:lnTo>
                    <a:pt x="426" y="838"/>
                  </a:lnTo>
                  <a:lnTo>
                    <a:pt x="426" y="836"/>
                  </a:lnTo>
                  <a:lnTo>
                    <a:pt x="426" y="832"/>
                  </a:lnTo>
                  <a:lnTo>
                    <a:pt x="426" y="828"/>
                  </a:lnTo>
                  <a:lnTo>
                    <a:pt x="426" y="824"/>
                  </a:lnTo>
                  <a:lnTo>
                    <a:pt x="426" y="822"/>
                  </a:lnTo>
                  <a:lnTo>
                    <a:pt x="426" y="819"/>
                  </a:lnTo>
                  <a:lnTo>
                    <a:pt x="424" y="815"/>
                  </a:lnTo>
                  <a:lnTo>
                    <a:pt x="424" y="811"/>
                  </a:lnTo>
                  <a:lnTo>
                    <a:pt x="424" y="807"/>
                  </a:lnTo>
                  <a:lnTo>
                    <a:pt x="424" y="803"/>
                  </a:lnTo>
                  <a:lnTo>
                    <a:pt x="424" y="800"/>
                  </a:lnTo>
                  <a:lnTo>
                    <a:pt x="424" y="798"/>
                  </a:lnTo>
                  <a:lnTo>
                    <a:pt x="424" y="792"/>
                  </a:lnTo>
                  <a:lnTo>
                    <a:pt x="424" y="788"/>
                  </a:lnTo>
                  <a:lnTo>
                    <a:pt x="424" y="786"/>
                  </a:lnTo>
                  <a:lnTo>
                    <a:pt x="424" y="783"/>
                  </a:lnTo>
                  <a:lnTo>
                    <a:pt x="424" y="779"/>
                  </a:lnTo>
                  <a:lnTo>
                    <a:pt x="424" y="775"/>
                  </a:lnTo>
                  <a:lnTo>
                    <a:pt x="424" y="773"/>
                  </a:lnTo>
                  <a:lnTo>
                    <a:pt x="424" y="769"/>
                  </a:lnTo>
                  <a:lnTo>
                    <a:pt x="424" y="765"/>
                  </a:lnTo>
                  <a:lnTo>
                    <a:pt x="424" y="762"/>
                  </a:lnTo>
                  <a:lnTo>
                    <a:pt x="424" y="758"/>
                  </a:lnTo>
                  <a:lnTo>
                    <a:pt x="424" y="754"/>
                  </a:lnTo>
                  <a:lnTo>
                    <a:pt x="424" y="750"/>
                  </a:lnTo>
                  <a:lnTo>
                    <a:pt x="424" y="746"/>
                  </a:lnTo>
                  <a:lnTo>
                    <a:pt x="424" y="743"/>
                  </a:lnTo>
                  <a:lnTo>
                    <a:pt x="424" y="741"/>
                  </a:lnTo>
                  <a:lnTo>
                    <a:pt x="424" y="737"/>
                  </a:lnTo>
                  <a:lnTo>
                    <a:pt x="424" y="735"/>
                  </a:lnTo>
                  <a:lnTo>
                    <a:pt x="424" y="729"/>
                  </a:lnTo>
                  <a:lnTo>
                    <a:pt x="424" y="727"/>
                  </a:lnTo>
                  <a:lnTo>
                    <a:pt x="424" y="722"/>
                  </a:lnTo>
                  <a:lnTo>
                    <a:pt x="424" y="716"/>
                  </a:lnTo>
                  <a:lnTo>
                    <a:pt x="424" y="710"/>
                  </a:lnTo>
                  <a:lnTo>
                    <a:pt x="424" y="705"/>
                  </a:lnTo>
                  <a:lnTo>
                    <a:pt x="424" y="699"/>
                  </a:lnTo>
                  <a:lnTo>
                    <a:pt x="424" y="693"/>
                  </a:lnTo>
                  <a:lnTo>
                    <a:pt x="424" y="687"/>
                  </a:lnTo>
                  <a:lnTo>
                    <a:pt x="424" y="684"/>
                  </a:lnTo>
                  <a:lnTo>
                    <a:pt x="424" y="680"/>
                  </a:lnTo>
                  <a:lnTo>
                    <a:pt x="426" y="678"/>
                  </a:lnTo>
                  <a:lnTo>
                    <a:pt x="426" y="674"/>
                  </a:lnTo>
                  <a:lnTo>
                    <a:pt x="426" y="670"/>
                  </a:lnTo>
                  <a:lnTo>
                    <a:pt x="426" y="667"/>
                  </a:lnTo>
                  <a:lnTo>
                    <a:pt x="426" y="663"/>
                  </a:lnTo>
                  <a:lnTo>
                    <a:pt x="426" y="661"/>
                  </a:lnTo>
                  <a:lnTo>
                    <a:pt x="424" y="659"/>
                  </a:lnTo>
                  <a:lnTo>
                    <a:pt x="424" y="655"/>
                  </a:lnTo>
                  <a:lnTo>
                    <a:pt x="422" y="653"/>
                  </a:lnTo>
                  <a:lnTo>
                    <a:pt x="420" y="649"/>
                  </a:lnTo>
                  <a:lnTo>
                    <a:pt x="420" y="648"/>
                  </a:lnTo>
                  <a:lnTo>
                    <a:pt x="418" y="644"/>
                  </a:lnTo>
                  <a:lnTo>
                    <a:pt x="417" y="640"/>
                  </a:lnTo>
                  <a:lnTo>
                    <a:pt x="415" y="636"/>
                  </a:lnTo>
                  <a:lnTo>
                    <a:pt x="413" y="632"/>
                  </a:lnTo>
                  <a:lnTo>
                    <a:pt x="409" y="627"/>
                  </a:lnTo>
                  <a:lnTo>
                    <a:pt x="407" y="623"/>
                  </a:lnTo>
                  <a:lnTo>
                    <a:pt x="405" y="617"/>
                  </a:lnTo>
                  <a:lnTo>
                    <a:pt x="401" y="611"/>
                  </a:lnTo>
                  <a:lnTo>
                    <a:pt x="399" y="606"/>
                  </a:lnTo>
                  <a:lnTo>
                    <a:pt x="394" y="602"/>
                  </a:lnTo>
                  <a:lnTo>
                    <a:pt x="392" y="594"/>
                  </a:lnTo>
                  <a:lnTo>
                    <a:pt x="388" y="589"/>
                  </a:lnTo>
                  <a:lnTo>
                    <a:pt x="386" y="585"/>
                  </a:lnTo>
                  <a:lnTo>
                    <a:pt x="382" y="583"/>
                  </a:lnTo>
                  <a:lnTo>
                    <a:pt x="380" y="579"/>
                  </a:lnTo>
                  <a:lnTo>
                    <a:pt x="379" y="575"/>
                  </a:lnTo>
                  <a:lnTo>
                    <a:pt x="377" y="572"/>
                  </a:lnTo>
                  <a:lnTo>
                    <a:pt x="375" y="570"/>
                  </a:lnTo>
                  <a:lnTo>
                    <a:pt x="373" y="566"/>
                  </a:lnTo>
                  <a:lnTo>
                    <a:pt x="371" y="564"/>
                  </a:lnTo>
                  <a:lnTo>
                    <a:pt x="369" y="560"/>
                  </a:lnTo>
                  <a:lnTo>
                    <a:pt x="367" y="556"/>
                  </a:lnTo>
                  <a:lnTo>
                    <a:pt x="363" y="553"/>
                  </a:lnTo>
                  <a:lnTo>
                    <a:pt x="361" y="549"/>
                  </a:lnTo>
                  <a:lnTo>
                    <a:pt x="358" y="547"/>
                  </a:lnTo>
                  <a:lnTo>
                    <a:pt x="356" y="543"/>
                  </a:lnTo>
                  <a:lnTo>
                    <a:pt x="354" y="539"/>
                  </a:lnTo>
                  <a:lnTo>
                    <a:pt x="352" y="535"/>
                  </a:lnTo>
                  <a:lnTo>
                    <a:pt x="350" y="534"/>
                  </a:lnTo>
                  <a:lnTo>
                    <a:pt x="346" y="530"/>
                  </a:lnTo>
                  <a:lnTo>
                    <a:pt x="342" y="526"/>
                  </a:lnTo>
                  <a:lnTo>
                    <a:pt x="341" y="522"/>
                  </a:lnTo>
                  <a:lnTo>
                    <a:pt x="339" y="520"/>
                  </a:lnTo>
                  <a:lnTo>
                    <a:pt x="337" y="516"/>
                  </a:lnTo>
                  <a:lnTo>
                    <a:pt x="333" y="513"/>
                  </a:lnTo>
                  <a:lnTo>
                    <a:pt x="331" y="511"/>
                  </a:lnTo>
                  <a:lnTo>
                    <a:pt x="327" y="507"/>
                  </a:lnTo>
                  <a:lnTo>
                    <a:pt x="323" y="503"/>
                  </a:lnTo>
                  <a:lnTo>
                    <a:pt x="320" y="499"/>
                  </a:lnTo>
                  <a:lnTo>
                    <a:pt x="318" y="496"/>
                  </a:lnTo>
                  <a:lnTo>
                    <a:pt x="314" y="492"/>
                  </a:lnTo>
                  <a:lnTo>
                    <a:pt x="312" y="490"/>
                  </a:lnTo>
                  <a:lnTo>
                    <a:pt x="308" y="486"/>
                  </a:lnTo>
                  <a:lnTo>
                    <a:pt x="306" y="484"/>
                  </a:lnTo>
                  <a:lnTo>
                    <a:pt x="302" y="480"/>
                  </a:lnTo>
                  <a:lnTo>
                    <a:pt x="299" y="477"/>
                  </a:lnTo>
                  <a:lnTo>
                    <a:pt x="295" y="473"/>
                  </a:lnTo>
                  <a:lnTo>
                    <a:pt x="293" y="471"/>
                  </a:lnTo>
                  <a:lnTo>
                    <a:pt x="289" y="467"/>
                  </a:lnTo>
                  <a:lnTo>
                    <a:pt x="285" y="465"/>
                  </a:lnTo>
                  <a:lnTo>
                    <a:pt x="282" y="461"/>
                  </a:lnTo>
                  <a:lnTo>
                    <a:pt x="280" y="459"/>
                  </a:lnTo>
                  <a:lnTo>
                    <a:pt x="276" y="456"/>
                  </a:lnTo>
                  <a:lnTo>
                    <a:pt x="272" y="452"/>
                  </a:lnTo>
                  <a:lnTo>
                    <a:pt x="268" y="448"/>
                  </a:lnTo>
                  <a:lnTo>
                    <a:pt x="266" y="446"/>
                  </a:lnTo>
                  <a:lnTo>
                    <a:pt x="263" y="442"/>
                  </a:lnTo>
                  <a:lnTo>
                    <a:pt x="259" y="439"/>
                  </a:lnTo>
                  <a:lnTo>
                    <a:pt x="255" y="435"/>
                  </a:lnTo>
                  <a:lnTo>
                    <a:pt x="253" y="433"/>
                  </a:lnTo>
                  <a:lnTo>
                    <a:pt x="249" y="429"/>
                  </a:lnTo>
                  <a:lnTo>
                    <a:pt x="245" y="425"/>
                  </a:lnTo>
                  <a:lnTo>
                    <a:pt x="244" y="421"/>
                  </a:lnTo>
                  <a:lnTo>
                    <a:pt x="240" y="420"/>
                  </a:lnTo>
                  <a:lnTo>
                    <a:pt x="236" y="416"/>
                  </a:lnTo>
                  <a:lnTo>
                    <a:pt x="232" y="414"/>
                  </a:lnTo>
                  <a:lnTo>
                    <a:pt x="230" y="410"/>
                  </a:lnTo>
                  <a:lnTo>
                    <a:pt x="228" y="406"/>
                  </a:lnTo>
                  <a:lnTo>
                    <a:pt x="225" y="402"/>
                  </a:lnTo>
                  <a:lnTo>
                    <a:pt x="221" y="399"/>
                  </a:lnTo>
                  <a:lnTo>
                    <a:pt x="217" y="395"/>
                  </a:lnTo>
                  <a:lnTo>
                    <a:pt x="215" y="391"/>
                  </a:lnTo>
                  <a:lnTo>
                    <a:pt x="211" y="387"/>
                  </a:lnTo>
                  <a:lnTo>
                    <a:pt x="209" y="383"/>
                  </a:lnTo>
                  <a:lnTo>
                    <a:pt x="206" y="382"/>
                  </a:lnTo>
                  <a:lnTo>
                    <a:pt x="204" y="376"/>
                  </a:lnTo>
                  <a:lnTo>
                    <a:pt x="200" y="372"/>
                  </a:lnTo>
                  <a:lnTo>
                    <a:pt x="198" y="368"/>
                  </a:lnTo>
                  <a:lnTo>
                    <a:pt x="194" y="364"/>
                  </a:lnTo>
                  <a:lnTo>
                    <a:pt x="192" y="361"/>
                  </a:lnTo>
                  <a:lnTo>
                    <a:pt x="190" y="357"/>
                  </a:lnTo>
                  <a:lnTo>
                    <a:pt x="187" y="353"/>
                  </a:lnTo>
                  <a:lnTo>
                    <a:pt x="185" y="349"/>
                  </a:lnTo>
                  <a:lnTo>
                    <a:pt x="183" y="345"/>
                  </a:lnTo>
                  <a:lnTo>
                    <a:pt x="179" y="340"/>
                  </a:lnTo>
                  <a:lnTo>
                    <a:pt x="177" y="338"/>
                  </a:lnTo>
                  <a:lnTo>
                    <a:pt x="175" y="332"/>
                  </a:lnTo>
                  <a:lnTo>
                    <a:pt x="173" y="328"/>
                  </a:lnTo>
                  <a:lnTo>
                    <a:pt x="171" y="323"/>
                  </a:lnTo>
                  <a:lnTo>
                    <a:pt x="169" y="319"/>
                  </a:lnTo>
                  <a:lnTo>
                    <a:pt x="168" y="313"/>
                  </a:lnTo>
                  <a:lnTo>
                    <a:pt x="166" y="309"/>
                  </a:lnTo>
                  <a:lnTo>
                    <a:pt x="164" y="304"/>
                  </a:lnTo>
                  <a:lnTo>
                    <a:pt x="162" y="300"/>
                  </a:lnTo>
                  <a:lnTo>
                    <a:pt x="160" y="296"/>
                  </a:lnTo>
                  <a:lnTo>
                    <a:pt x="160" y="290"/>
                  </a:lnTo>
                  <a:lnTo>
                    <a:pt x="158" y="285"/>
                  </a:lnTo>
                  <a:lnTo>
                    <a:pt x="156" y="281"/>
                  </a:lnTo>
                  <a:lnTo>
                    <a:pt x="154" y="275"/>
                  </a:lnTo>
                  <a:lnTo>
                    <a:pt x="154" y="271"/>
                  </a:lnTo>
                  <a:lnTo>
                    <a:pt x="152" y="266"/>
                  </a:lnTo>
                  <a:lnTo>
                    <a:pt x="152" y="260"/>
                  </a:lnTo>
                  <a:lnTo>
                    <a:pt x="150" y="254"/>
                  </a:lnTo>
                  <a:lnTo>
                    <a:pt x="150" y="248"/>
                  </a:lnTo>
                  <a:lnTo>
                    <a:pt x="149" y="243"/>
                  </a:lnTo>
                  <a:lnTo>
                    <a:pt x="149" y="237"/>
                  </a:lnTo>
                  <a:lnTo>
                    <a:pt x="149" y="231"/>
                  </a:lnTo>
                  <a:lnTo>
                    <a:pt x="149" y="228"/>
                  </a:lnTo>
                  <a:lnTo>
                    <a:pt x="149" y="220"/>
                  </a:lnTo>
                  <a:lnTo>
                    <a:pt x="149" y="214"/>
                  </a:lnTo>
                  <a:lnTo>
                    <a:pt x="149" y="209"/>
                  </a:lnTo>
                  <a:lnTo>
                    <a:pt x="149" y="203"/>
                  </a:lnTo>
                  <a:lnTo>
                    <a:pt x="149" y="199"/>
                  </a:lnTo>
                  <a:lnTo>
                    <a:pt x="149" y="193"/>
                  </a:lnTo>
                  <a:lnTo>
                    <a:pt x="149" y="186"/>
                  </a:lnTo>
                  <a:lnTo>
                    <a:pt x="149" y="182"/>
                  </a:lnTo>
                  <a:lnTo>
                    <a:pt x="149" y="174"/>
                  </a:lnTo>
                  <a:lnTo>
                    <a:pt x="149" y="169"/>
                  </a:lnTo>
                  <a:lnTo>
                    <a:pt x="149" y="163"/>
                  </a:lnTo>
                  <a:lnTo>
                    <a:pt x="149" y="157"/>
                  </a:lnTo>
                  <a:lnTo>
                    <a:pt x="149" y="152"/>
                  </a:lnTo>
                  <a:lnTo>
                    <a:pt x="150" y="146"/>
                  </a:lnTo>
                  <a:lnTo>
                    <a:pt x="150" y="140"/>
                  </a:lnTo>
                  <a:lnTo>
                    <a:pt x="150" y="136"/>
                  </a:lnTo>
                  <a:lnTo>
                    <a:pt x="150" y="131"/>
                  </a:lnTo>
                  <a:lnTo>
                    <a:pt x="152" y="125"/>
                  </a:lnTo>
                  <a:lnTo>
                    <a:pt x="152" y="119"/>
                  </a:lnTo>
                  <a:lnTo>
                    <a:pt x="154" y="114"/>
                  </a:lnTo>
                  <a:lnTo>
                    <a:pt x="154" y="108"/>
                  </a:lnTo>
                  <a:lnTo>
                    <a:pt x="156" y="102"/>
                  </a:lnTo>
                  <a:lnTo>
                    <a:pt x="156" y="98"/>
                  </a:lnTo>
                  <a:lnTo>
                    <a:pt x="158" y="93"/>
                  </a:lnTo>
                  <a:lnTo>
                    <a:pt x="158" y="89"/>
                  </a:lnTo>
                  <a:lnTo>
                    <a:pt x="160" y="83"/>
                  </a:lnTo>
                  <a:lnTo>
                    <a:pt x="160" y="77"/>
                  </a:lnTo>
                  <a:lnTo>
                    <a:pt x="162" y="74"/>
                  </a:lnTo>
                  <a:lnTo>
                    <a:pt x="162" y="68"/>
                  </a:lnTo>
                  <a:lnTo>
                    <a:pt x="162" y="64"/>
                  </a:lnTo>
                  <a:lnTo>
                    <a:pt x="164" y="58"/>
                  </a:lnTo>
                  <a:lnTo>
                    <a:pt x="166" y="57"/>
                  </a:lnTo>
                  <a:lnTo>
                    <a:pt x="166" y="51"/>
                  </a:lnTo>
                  <a:lnTo>
                    <a:pt x="166" y="47"/>
                  </a:lnTo>
                  <a:lnTo>
                    <a:pt x="168" y="43"/>
                  </a:lnTo>
                  <a:lnTo>
                    <a:pt x="168" y="39"/>
                  </a:lnTo>
                  <a:lnTo>
                    <a:pt x="168" y="36"/>
                  </a:lnTo>
                  <a:lnTo>
                    <a:pt x="169" y="32"/>
                  </a:lnTo>
                  <a:lnTo>
                    <a:pt x="171" y="30"/>
                  </a:lnTo>
                  <a:lnTo>
                    <a:pt x="171" y="26"/>
                  </a:lnTo>
                  <a:lnTo>
                    <a:pt x="171" y="24"/>
                  </a:lnTo>
                  <a:lnTo>
                    <a:pt x="173" y="20"/>
                  </a:lnTo>
                  <a:lnTo>
                    <a:pt x="173" y="17"/>
                  </a:lnTo>
                  <a:lnTo>
                    <a:pt x="173" y="15"/>
                  </a:lnTo>
                  <a:lnTo>
                    <a:pt x="175" y="11"/>
                  </a:lnTo>
                  <a:lnTo>
                    <a:pt x="175" y="7"/>
                  </a:lnTo>
                  <a:lnTo>
                    <a:pt x="177" y="3"/>
                  </a:lnTo>
                  <a:lnTo>
                    <a:pt x="177" y="1"/>
                  </a:lnTo>
                  <a:lnTo>
                    <a:pt x="179" y="0"/>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6" name="Freeform 153">
              <a:extLst>
                <a:ext uri="{FF2B5EF4-FFF2-40B4-BE49-F238E27FC236}">
                  <a16:creationId xmlns:a16="http://schemas.microsoft.com/office/drawing/2014/main" id="{34C35D63-41CC-4D4D-A1CE-7EE706C273DC}"/>
                </a:ext>
              </a:extLst>
            </p:cNvPr>
            <p:cNvSpPr>
              <a:spLocks/>
            </p:cNvSpPr>
            <p:nvPr/>
          </p:nvSpPr>
          <p:spPr bwMode="auto">
            <a:xfrm>
              <a:off x="576" y="2496"/>
              <a:ext cx="675" cy="934"/>
            </a:xfrm>
            <a:custGeom>
              <a:avLst/>
              <a:gdLst>
                <a:gd name="T0" fmla="*/ 20 w 1350"/>
                <a:gd name="T1" fmla="*/ 2 h 1868"/>
                <a:gd name="T2" fmla="*/ 19 w 1350"/>
                <a:gd name="T3" fmla="*/ 3 h 1868"/>
                <a:gd name="T4" fmla="*/ 18 w 1350"/>
                <a:gd name="T5" fmla="*/ 4 h 1868"/>
                <a:gd name="T6" fmla="*/ 17 w 1350"/>
                <a:gd name="T7" fmla="*/ 4 h 1868"/>
                <a:gd name="T8" fmla="*/ 15 w 1350"/>
                <a:gd name="T9" fmla="*/ 4 h 1868"/>
                <a:gd name="T10" fmla="*/ 13 w 1350"/>
                <a:gd name="T11" fmla="*/ 6 h 1868"/>
                <a:gd name="T12" fmla="*/ 12 w 1350"/>
                <a:gd name="T13" fmla="*/ 6 h 1868"/>
                <a:gd name="T14" fmla="*/ 11 w 1350"/>
                <a:gd name="T15" fmla="*/ 6 h 1868"/>
                <a:gd name="T16" fmla="*/ 11 w 1350"/>
                <a:gd name="T17" fmla="*/ 7 h 1868"/>
                <a:gd name="T18" fmla="*/ 9 w 1350"/>
                <a:gd name="T19" fmla="*/ 7 h 1868"/>
                <a:gd name="T20" fmla="*/ 7 w 1350"/>
                <a:gd name="T21" fmla="*/ 9 h 1868"/>
                <a:gd name="T22" fmla="*/ 6 w 1350"/>
                <a:gd name="T23" fmla="*/ 9 h 1868"/>
                <a:gd name="T24" fmla="*/ 5 w 1350"/>
                <a:gd name="T25" fmla="*/ 10 h 1868"/>
                <a:gd name="T26" fmla="*/ 3 w 1350"/>
                <a:gd name="T27" fmla="*/ 12 h 1868"/>
                <a:gd name="T28" fmla="*/ 3 w 1350"/>
                <a:gd name="T29" fmla="*/ 13 h 1868"/>
                <a:gd name="T30" fmla="*/ 3 w 1350"/>
                <a:gd name="T31" fmla="*/ 14 h 1868"/>
                <a:gd name="T32" fmla="*/ 1 w 1350"/>
                <a:gd name="T33" fmla="*/ 15 h 1868"/>
                <a:gd name="T34" fmla="*/ 1 w 1350"/>
                <a:gd name="T35" fmla="*/ 15 h 1868"/>
                <a:gd name="T36" fmla="*/ 1 w 1350"/>
                <a:gd name="T37" fmla="*/ 17 h 1868"/>
                <a:gd name="T38" fmla="*/ 1 w 1350"/>
                <a:gd name="T39" fmla="*/ 19 h 1868"/>
                <a:gd name="T40" fmla="*/ 1 w 1350"/>
                <a:gd name="T41" fmla="*/ 20 h 1868"/>
                <a:gd name="T42" fmla="*/ 0 w 1350"/>
                <a:gd name="T43" fmla="*/ 21 h 1868"/>
                <a:gd name="T44" fmla="*/ 1 w 1350"/>
                <a:gd name="T45" fmla="*/ 23 h 1868"/>
                <a:gd name="T46" fmla="*/ 1 w 1350"/>
                <a:gd name="T47" fmla="*/ 24 h 1868"/>
                <a:gd name="T48" fmla="*/ 1 w 1350"/>
                <a:gd name="T49" fmla="*/ 25 h 1868"/>
                <a:gd name="T50" fmla="*/ 3 w 1350"/>
                <a:gd name="T51" fmla="*/ 27 h 1868"/>
                <a:gd name="T52" fmla="*/ 3 w 1350"/>
                <a:gd name="T53" fmla="*/ 28 h 1868"/>
                <a:gd name="T54" fmla="*/ 3 w 1350"/>
                <a:gd name="T55" fmla="*/ 29 h 1868"/>
                <a:gd name="T56" fmla="*/ 5 w 1350"/>
                <a:gd name="T57" fmla="*/ 29 h 1868"/>
                <a:gd name="T58" fmla="*/ 7 w 1350"/>
                <a:gd name="T59" fmla="*/ 29 h 1868"/>
                <a:gd name="T60" fmla="*/ 9 w 1350"/>
                <a:gd name="T61" fmla="*/ 29 h 1868"/>
                <a:gd name="T62" fmla="*/ 11 w 1350"/>
                <a:gd name="T63" fmla="*/ 29 h 1868"/>
                <a:gd name="T64" fmla="*/ 11 w 1350"/>
                <a:gd name="T65" fmla="*/ 28 h 1868"/>
                <a:gd name="T66" fmla="*/ 9 w 1350"/>
                <a:gd name="T67" fmla="*/ 28 h 1868"/>
                <a:gd name="T68" fmla="*/ 7 w 1350"/>
                <a:gd name="T69" fmla="*/ 27 h 1868"/>
                <a:gd name="T70" fmla="*/ 6 w 1350"/>
                <a:gd name="T71" fmla="*/ 27 h 1868"/>
                <a:gd name="T72" fmla="*/ 5 w 1350"/>
                <a:gd name="T73" fmla="*/ 26 h 1868"/>
                <a:gd name="T74" fmla="*/ 5 w 1350"/>
                <a:gd name="T75" fmla="*/ 25 h 1868"/>
                <a:gd name="T76" fmla="*/ 3 w 1350"/>
                <a:gd name="T77" fmla="*/ 23 h 1868"/>
                <a:gd name="T78" fmla="*/ 3 w 1350"/>
                <a:gd name="T79" fmla="*/ 21 h 1868"/>
                <a:gd name="T80" fmla="*/ 3 w 1350"/>
                <a:gd name="T81" fmla="*/ 20 h 1868"/>
                <a:gd name="T82" fmla="*/ 3 w 1350"/>
                <a:gd name="T83" fmla="*/ 19 h 1868"/>
                <a:gd name="T84" fmla="*/ 1 w 1350"/>
                <a:gd name="T85" fmla="*/ 20 h 1868"/>
                <a:gd name="T86" fmla="*/ 1 w 1350"/>
                <a:gd name="T87" fmla="*/ 19 h 1868"/>
                <a:gd name="T88" fmla="*/ 1 w 1350"/>
                <a:gd name="T89" fmla="*/ 18 h 1868"/>
                <a:gd name="T90" fmla="*/ 1 w 1350"/>
                <a:gd name="T91" fmla="*/ 17 h 1868"/>
                <a:gd name="T92" fmla="*/ 3 w 1350"/>
                <a:gd name="T93" fmla="*/ 15 h 1868"/>
                <a:gd name="T94" fmla="*/ 3 w 1350"/>
                <a:gd name="T95" fmla="*/ 15 h 1868"/>
                <a:gd name="T96" fmla="*/ 3 w 1350"/>
                <a:gd name="T97" fmla="*/ 13 h 1868"/>
                <a:gd name="T98" fmla="*/ 5 w 1350"/>
                <a:gd name="T99" fmla="*/ 12 h 1868"/>
                <a:gd name="T100" fmla="*/ 5 w 1350"/>
                <a:gd name="T101" fmla="*/ 10 h 1868"/>
                <a:gd name="T102" fmla="*/ 6 w 1350"/>
                <a:gd name="T103" fmla="*/ 10 h 1868"/>
                <a:gd name="T104" fmla="*/ 7 w 1350"/>
                <a:gd name="T105" fmla="*/ 10 h 1868"/>
                <a:gd name="T106" fmla="*/ 10 w 1350"/>
                <a:gd name="T107" fmla="*/ 9 h 1868"/>
                <a:gd name="T108" fmla="*/ 11 w 1350"/>
                <a:gd name="T109" fmla="*/ 7 h 1868"/>
                <a:gd name="T110" fmla="*/ 13 w 1350"/>
                <a:gd name="T111" fmla="*/ 7 h 1868"/>
                <a:gd name="T112" fmla="*/ 14 w 1350"/>
                <a:gd name="T113" fmla="*/ 6 h 1868"/>
                <a:gd name="T114" fmla="*/ 15 w 1350"/>
                <a:gd name="T115" fmla="*/ 5 h 1868"/>
                <a:gd name="T116" fmla="*/ 17 w 1350"/>
                <a:gd name="T117" fmla="*/ 5 h 1868"/>
                <a:gd name="T118" fmla="*/ 19 w 1350"/>
                <a:gd name="T119" fmla="*/ 4 h 1868"/>
                <a:gd name="T120" fmla="*/ 20 w 1350"/>
                <a:gd name="T121" fmla="*/ 3 h 1868"/>
                <a:gd name="T122" fmla="*/ 21 w 1350"/>
                <a:gd name="T123" fmla="*/ 2 h 186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0"/>
                <a:gd name="T187" fmla="*/ 0 h 1868"/>
                <a:gd name="T188" fmla="*/ 1350 w 1350"/>
                <a:gd name="T189" fmla="*/ 1868 h 186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0" h="1868">
                  <a:moveTo>
                    <a:pt x="1325" y="0"/>
                  </a:moveTo>
                  <a:lnTo>
                    <a:pt x="1323" y="2"/>
                  </a:lnTo>
                  <a:lnTo>
                    <a:pt x="1319" y="6"/>
                  </a:lnTo>
                  <a:lnTo>
                    <a:pt x="1317" y="8"/>
                  </a:lnTo>
                  <a:lnTo>
                    <a:pt x="1314" y="13"/>
                  </a:lnTo>
                  <a:lnTo>
                    <a:pt x="1312" y="17"/>
                  </a:lnTo>
                  <a:lnTo>
                    <a:pt x="1308" y="23"/>
                  </a:lnTo>
                  <a:lnTo>
                    <a:pt x="1302" y="27"/>
                  </a:lnTo>
                  <a:lnTo>
                    <a:pt x="1298" y="32"/>
                  </a:lnTo>
                  <a:lnTo>
                    <a:pt x="1295" y="36"/>
                  </a:lnTo>
                  <a:lnTo>
                    <a:pt x="1293" y="38"/>
                  </a:lnTo>
                  <a:lnTo>
                    <a:pt x="1289" y="42"/>
                  </a:lnTo>
                  <a:lnTo>
                    <a:pt x="1287" y="46"/>
                  </a:lnTo>
                  <a:lnTo>
                    <a:pt x="1285" y="49"/>
                  </a:lnTo>
                  <a:lnTo>
                    <a:pt x="1281" y="53"/>
                  </a:lnTo>
                  <a:lnTo>
                    <a:pt x="1277" y="57"/>
                  </a:lnTo>
                  <a:lnTo>
                    <a:pt x="1276" y="61"/>
                  </a:lnTo>
                  <a:lnTo>
                    <a:pt x="1272" y="63"/>
                  </a:lnTo>
                  <a:lnTo>
                    <a:pt x="1268" y="68"/>
                  </a:lnTo>
                  <a:lnTo>
                    <a:pt x="1266" y="70"/>
                  </a:lnTo>
                  <a:lnTo>
                    <a:pt x="1262" y="76"/>
                  </a:lnTo>
                  <a:lnTo>
                    <a:pt x="1258" y="80"/>
                  </a:lnTo>
                  <a:lnTo>
                    <a:pt x="1255" y="82"/>
                  </a:lnTo>
                  <a:lnTo>
                    <a:pt x="1251" y="87"/>
                  </a:lnTo>
                  <a:lnTo>
                    <a:pt x="1247" y="89"/>
                  </a:lnTo>
                  <a:lnTo>
                    <a:pt x="1243" y="93"/>
                  </a:lnTo>
                  <a:lnTo>
                    <a:pt x="1241" y="99"/>
                  </a:lnTo>
                  <a:lnTo>
                    <a:pt x="1236" y="103"/>
                  </a:lnTo>
                  <a:lnTo>
                    <a:pt x="1232" y="106"/>
                  </a:lnTo>
                  <a:lnTo>
                    <a:pt x="1228" y="110"/>
                  </a:lnTo>
                  <a:lnTo>
                    <a:pt x="1224" y="114"/>
                  </a:lnTo>
                  <a:lnTo>
                    <a:pt x="1220" y="118"/>
                  </a:lnTo>
                  <a:lnTo>
                    <a:pt x="1217" y="124"/>
                  </a:lnTo>
                  <a:lnTo>
                    <a:pt x="1213" y="127"/>
                  </a:lnTo>
                  <a:lnTo>
                    <a:pt x="1209" y="131"/>
                  </a:lnTo>
                  <a:lnTo>
                    <a:pt x="1205" y="135"/>
                  </a:lnTo>
                  <a:lnTo>
                    <a:pt x="1201" y="139"/>
                  </a:lnTo>
                  <a:lnTo>
                    <a:pt x="1198" y="143"/>
                  </a:lnTo>
                  <a:lnTo>
                    <a:pt x="1192" y="146"/>
                  </a:lnTo>
                  <a:lnTo>
                    <a:pt x="1188" y="150"/>
                  </a:lnTo>
                  <a:lnTo>
                    <a:pt x="1184" y="154"/>
                  </a:lnTo>
                  <a:lnTo>
                    <a:pt x="1181" y="158"/>
                  </a:lnTo>
                  <a:lnTo>
                    <a:pt x="1177" y="162"/>
                  </a:lnTo>
                  <a:lnTo>
                    <a:pt x="1173" y="163"/>
                  </a:lnTo>
                  <a:lnTo>
                    <a:pt x="1169" y="169"/>
                  </a:lnTo>
                  <a:lnTo>
                    <a:pt x="1165" y="171"/>
                  </a:lnTo>
                  <a:lnTo>
                    <a:pt x="1160" y="175"/>
                  </a:lnTo>
                  <a:lnTo>
                    <a:pt x="1156" y="177"/>
                  </a:lnTo>
                  <a:lnTo>
                    <a:pt x="1152" y="181"/>
                  </a:lnTo>
                  <a:lnTo>
                    <a:pt x="1148" y="184"/>
                  </a:lnTo>
                  <a:lnTo>
                    <a:pt x="1144" y="186"/>
                  </a:lnTo>
                  <a:lnTo>
                    <a:pt x="1141" y="190"/>
                  </a:lnTo>
                  <a:lnTo>
                    <a:pt x="1137" y="194"/>
                  </a:lnTo>
                  <a:lnTo>
                    <a:pt x="1133" y="194"/>
                  </a:lnTo>
                  <a:lnTo>
                    <a:pt x="1129" y="196"/>
                  </a:lnTo>
                  <a:lnTo>
                    <a:pt x="1125" y="200"/>
                  </a:lnTo>
                  <a:lnTo>
                    <a:pt x="1122" y="201"/>
                  </a:lnTo>
                  <a:lnTo>
                    <a:pt x="1118" y="203"/>
                  </a:lnTo>
                  <a:lnTo>
                    <a:pt x="1114" y="205"/>
                  </a:lnTo>
                  <a:lnTo>
                    <a:pt x="1110" y="207"/>
                  </a:lnTo>
                  <a:lnTo>
                    <a:pt x="1106" y="209"/>
                  </a:lnTo>
                  <a:lnTo>
                    <a:pt x="1104" y="209"/>
                  </a:lnTo>
                  <a:lnTo>
                    <a:pt x="1101" y="211"/>
                  </a:lnTo>
                  <a:lnTo>
                    <a:pt x="1097" y="213"/>
                  </a:lnTo>
                  <a:lnTo>
                    <a:pt x="1093" y="215"/>
                  </a:lnTo>
                  <a:lnTo>
                    <a:pt x="1091" y="215"/>
                  </a:lnTo>
                  <a:lnTo>
                    <a:pt x="1085" y="217"/>
                  </a:lnTo>
                  <a:lnTo>
                    <a:pt x="1084" y="219"/>
                  </a:lnTo>
                  <a:lnTo>
                    <a:pt x="1080" y="220"/>
                  </a:lnTo>
                  <a:lnTo>
                    <a:pt x="1078" y="220"/>
                  </a:lnTo>
                  <a:lnTo>
                    <a:pt x="1074" y="220"/>
                  </a:lnTo>
                  <a:lnTo>
                    <a:pt x="1070" y="220"/>
                  </a:lnTo>
                  <a:lnTo>
                    <a:pt x="1068" y="222"/>
                  </a:lnTo>
                  <a:lnTo>
                    <a:pt x="1063" y="224"/>
                  </a:lnTo>
                  <a:lnTo>
                    <a:pt x="1057" y="224"/>
                  </a:lnTo>
                  <a:lnTo>
                    <a:pt x="1051" y="224"/>
                  </a:lnTo>
                  <a:lnTo>
                    <a:pt x="1046" y="226"/>
                  </a:lnTo>
                  <a:lnTo>
                    <a:pt x="1040" y="226"/>
                  </a:lnTo>
                  <a:lnTo>
                    <a:pt x="1036" y="226"/>
                  </a:lnTo>
                  <a:lnTo>
                    <a:pt x="1030" y="226"/>
                  </a:lnTo>
                  <a:lnTo>
                    <a:pt x="1028" y="226"/>
                  </a:lnTo>
                  <a:lnTo>
                    <a:pt x="1023" y="224"/>
                  </a:lnTo>
                  <a:lnTo>
                    <a:pt x="1021" y="224"/>
                  </a:lnTo>
                  <a:lnTo>
                    <a:pt x="1017" y="224"/>
                  </a:lnTo>
                  <a:lnTo>
                    <a:pt x="1013" y="224"/>
                  </a:lnTo>
                  <a:lnTo>
                    <a:pt x="1009" y="222"/>
                  </a:lnTo>
                  <a:lnTo>
                    <a:pt x="1008" y="222"/>
                  </a:lnTo>
                  <a:lnTo>
                    <a:pt x="1004" y="220"/>
                  </a:lnTo>
                  <a:lnTo>
                    <a:pt x="1000" y="220"/>
                  </a:lnTo>
                  <a:lnTo>
                    <a:pt x="998" y="220"/>
                  </a:lnTo>
                  <a:lnTo>
                    <a:pt x="996" y="220"/>
                  </a:lnTo>
                  <a:lnTo>
                    <a:pt x="992" y="224"/>
                  </a:lnTo>
                  <a:lnTo>
                    <a:pt x="990" y="226"/>
                  </a:lnTo>
                  <a:lnTo>
                    <a:pt x="989" y="228"/>
                  </a:lnTo>
                  <a:lnTo>
                    <a:pt x="985" y="232"/>
                  </a:lnTo>
                  <a:lnTo>
                    <a:pt x="983" y="236"/>
                  </a:lnTo>
                  <a:lnTo>
                    <a:pt x="979" y="239"/>
                  </a:lnTo>
                  <a:lnTo>
                    <a:pt x="975" y="243"/>
                  </a:lnTo>
                  <a:lnTo>
                    <a:pt x="971" y="247"/>
                  </a:lnTo>
                  <a:lnTo>
                    <a:pt x="966" y="253"/>
                  </a:lnTo>
                  <a:lnTo>
                    <a:pt x="960" y="258"/>
                  </a:lnTo>
                  <a:lnTo>
                    <a:pt x="956" y="262"/>
                  </a:lnTo>
                  <a:lnTo>
                    <a:pt x="952" y="270"/>
                  </a:lnTo>
                  <a:lnTo>
                    <a:pt x="947" y="276"/>
                  </a:lnTo>
                  <a:lnTo>
                    <a:pt x="941" y="279"/>
                  </a:lnTo>
                  <a:lnTo>
                    <a:pt x="935" y="285"/>
                  </a:lnTo>
                  <a:lnTo>
                    <a:pt x="930" y="291"/>
                  </a:lnTo>
                  <a:lnTo>
                    <a:pt x="922" y="296"/>
                  </a:lnTo>
                  <a:lnTo>
                    <a:pt x="920" y="298"/>
                  </a:lnTo>
                  <a:lnTo>
                    <a:pt x="916" y="302"/>
                  </a:lnTo>
                  <a:lnTo>
                    <a:pt x="914" y="304"/>
                  </a:lnTo>
                  <a:lnTo>
                    <a:pt x="911" y="308"/>
                  </a:lnTo>
                  <a:lnTo>
                    <a:pt x="907" y="310"/>
                  </a:lnTo>
                  <a:lnTo>
                    <a:pt x="903" y="314"/>
                  </a:lnTo>
                  <a:lnTo>
                    <a:pt x="901" y="315"/>
                  </a:lnTo>
                  <a:lnTo>
                    <a:pt x="897" y="319"/>
                  </a:lnTo>
                  <a:lnTo>
                    <a:pt x="893" y="321"/>
                  </a:lnTo>
                  <a:lnTo>
                    <a:pt x="890" y="323"/>
                  </a:lnTo>
                  <a:lnTo>
                    <a:pt x="886" y="325"/>
                  </a:lnTo>
                  <a:lnTo>
                    <a:pt x="884" y="329"/>
                  </a:lnTo>
                  <a:lnTo>
                    <a:pt x="880" y="329"/>
                  </a:lnTo>
                  <a:lnTo>
                    <a:pt x="878" y="333"/>
                  </a:lnTo>
                  <a:lnTo>
                    <a:pt x="874" y="334"/>
                  </a:lnTo>
                  <a:lnTo>
                    <a:pt x="871" y="336"/>
                  </a:lnTo>
                  <a:lnTo>
                    <a:pt x="867" y="338"/>
                  </a:lnTo>
                  <a:lnTo>
                    <a:pt x="865" y="340"/>
                  </a:lnTo>
                  <a:lnTo>
                    <a:pt x="861" y="342"/>
                  </a:lnTo>
                  <a:lnTo>
                    <a:pt x="859" y="344"/>
                  </a:lnTo>
                  <a:lnTo>
                    <a:pt x="852" y="348"/>
                  </a:lnTo>
                  <a:lnTo>
                    <a:pt x="846" y="352"/>
                  </a:lnTo>
                  <a:lnTo>
                    <a:pt x="842" y="352"/>
                  </a:lnTo>
                  <a:lnTo>
                    <a:pt x="840" y="353"/>
                  </a:lnTo>
                  <a:lnTo>
                    <a:pt x="836" y="353"/>
                  </a:lnTo>
                  <a:lnTo>
                    <a:pt x="833" y="355"/>
                  </a:lnTo>
                  <a:lnTo>
                    <a:pt x="827" y="357"/>
                  </a:lnTo>
                  <a:lnTo>
                    <a:pt x="821" y="359"/>
                  </a:lnTo>
                  <a:lnTo>
                    <a:pt x="816" y="359"/>
                  </a:lnTo>
                  <a:lnTo>
                    <a:pt x="810" y="359"/>
                  </a:lnTo>
                  <a:lnTo>
                    <a:pt x="804" y="359"/>
                  </a:lnTo>
                  <a:lnTo>
                    <a:pt x="800" y="361"/>
                  </a:lnTo>
                  <a:lnTo>
                    <a:pt x="795" y="359"/>
                  </a:lnTo>
                  <a:lnTo>
                    <a:pt x="789" y="359"/>
                  </a:lnTo>
                  <a:lnTo>
                    <a:pt x="783" y="359"/>
                  </a:lnTo>
                  <a:lnTo>
                    <a:pt x="781" y="359"/>
                  </a:lnTo>
                  <a:lnTo>
                    <a:pt x="776" y="357"/>
                  </a:lnTo>
                  <a:lnTo>
                    <a:pt x="772" y="355"/>
                  </a:lnTo>
                  <a:lnTo>
                    <a:pt x="766" y="353"/>
                  </a:lnTo>
                  <a:lnTo>
                    <a:pt x="764" y="353"/>
                  </a:lnTo>
                  <a:lnTo>
                    <a:pt x="758" y="352"/>
                  </a:lnTo>
                  <a:lnTo>
                    <a:pt x="757" y="352"/>
                  </a:lnTo>
                  <a:lnTo>
                    <a:pt x="753" y="348"/>
                  </a:lnTo>
                  <a:lnTo>
                    <a:pt x="749" y="348"/>
                  </a:lnTo>
                  <a:lnTo>
                    <a:pt x="743" y="344"/>
                  </a:lnTo>
                  <a:lnTo>
                    <a:pt x="739" y="342"/>
                  </a:lnTo>
                  <a:lnTo>
                    <a:pt x="734" y="338"/>
                  </a:lnTo>
                  <a:lnTo>
                    <a:pt x="732" y="336"/>
                  </a:lnTo>
                  <a:lnTo>
                    <a:pt x="732" y="334"/>
                  </a:lnTo>
                  <a:lnTo>
                    <a:pt x="728" y="336"/>
                  </a:lnTo>
                  <a:lnTo>
                    <a:pt x="726" y="340"/>
                  </a:lnTo>
                  <a:lnTo>
                    <a:pt x="722" y="344"/>
                  </a:lnTo>
                  <a:lnTo>
                    <a:pt x="719" y="348"/>
                  </a:lnTo>
                  <a:lnTo>
                    <a:pt x="715" y="352"/>
                  </a:lnTo>
                  <a:lnTo>
                    <a:pt x="709" y="357"/>
                  </a:lnTo>
                  <a:lnTo>
                    <a:pt x="703" y="363"/>
                  </a:lnTo>
                  <a:lnTo>
                    <a:pt x="700" y="367"/>
                  </a:lnTo>
                  <a:lnTo>
                    <a:pt x="696" y="371"/>
                  </a:lnTo>
                  <a:lnTo>
                    <a:pt x="694" y="374"/>
                  </a:lnTo>
                  <a:lnTo>
                    <a:pt x="688" y="378"/>
                  </a:lnTo>
                  <a:lnTo>
                    <a:pt x="686" y="382"/>
                  </a:lnTo>
                  <a:lnTo>
                    <a:pt x="682" y="384"/>
                  </a:lnTo>
                  <a:lnTo>
                    <a:pt x="679" y="388"/>
                  </a:lnTo>
                  <a:lnTo>
                    <a:pt x="677" y="392"/>
                  </a:lnTo>
                  <a:lnTo>
                    <a:pt x="671" y="395"/>
                  </a:lnTo>
                  <a:lnTo>
                    <a:pt x="669" y="397"/>
                  </a:lnTo>
                  <a:lnTo>
                    <a:pt x="665" y="401"/>
                  </a:lnTo>
                  <a:lnTo>
                    <a:pt x="662" y="407"/>
                  </a:lnTo>
                  <a:lnTo>
                    <a:pt x="658" y="411"/>
                  </a:lnTo>
                  <a:lnTo>
                    <a:pt x="652" y="414"/>
                  </a:lnTo>
                  <a:lnTo>
                    <a:pt x="650" y="416"/>
                  </a:lnTo>
                  <a:lnTo>
                    <a:pt x="644" y="422"/>
                  </a:lnTo>
                  <a:lnTo>
                    <a:pt x="641" y="426"/>
                  </a:lnTo>
                  <a:lnTo>
                    <a:pt x="637" y="428"/>
                  </a:lnTo>
                  <a:lnTo>
                    <a:pt x="633" y="433"/>
                  </a:lnTo>
                  <a:lnTo>
                    <a:pt x="629" y="437"/>
                  </a:lnTo>
                  <a:lnTo>
                    <a:pt x="625" y="441"/>
                  </a:lnTo>
                  <a:lnTo>
                    <a:pt x="620" y="445"/>
                  </a:lnTo>
                  <a:lnTo>
                    <a:pt x="616" y="449"/>
                  </a:lnTo>
                  <a:lnTo>
                    <a:pt x="612" y="452"/>
                  </a:lnTo>
                  <a:lnTo>
                    <a:pt x="606" y="456"/>
                  </a:lnTo>
                  <a:lnTo>
                    <a:pt x="603" y="460"/>
                  </a:lnTo>
                  <a:lnTo>
                    <a:pt x="599" y="464"/>
                  </a:lnTo>
                  <a:lnTo>
                    <a:pt x="595" y="468"/>
                  </a:lnTo>
                  <a:lnTo>
                    <a:pt x="589" y="471"/>
                  </a:lnTo>
                  <a:lnTo>
                    <a:pt x="586" y="475"/>
                  </a:lnTo>
                  <a:lnTo>
                    <a:pt x="582" y="479"/>
                  </a:lnTo>
                  <a:lnTo>
                    <a:pt x="576" y="483"/>
                  </a:lnTo>
                  <a:lnTo>
                    <a:pt x="572" y="487"/>
                  </a:lnTo>
                  <a:lnTo>
                    <a:pt x="568" y="490"/>
                  </a:lnTo>
                  <a:lnTo>
                    <a:pt x="565" y="492"/>
                  </a:lnTo>
                  <a:lnTo>
                    <a:pt x="559" y="496"/>
                  </a:lnTo>
                  <a:lnTo>
                    <a:pt x="555" y="502"/>
                  </a:lnTo>
                  <a:lnTo>
                    <a:pt x="551" y="504"/>
                  </a:lnTo>
                  <a:lnTo>
                    <a:pt x="546" y="507"/>
                  </a:lnTo>
                  <a:lnTo>
                    <a:pt x="542" y="509"/>
                  </a:lnTo>
                  <a:lnTo>
                    <a:pt x="538" y="511"/>
                  </a:lnTo>
                  <a:lnTo>
                    <a:pt x="534" y="515"/>
                  </a:lnTo>
                  <a:lnTo>
                    <a:pt x="530" y="517"/>
                  </a:lnTo>
                  <a:lnTo>
                    <a:pt x="527" y="521"/>
                  </a:lnTo>
                  <a:lnTo>
                    <a:pt x="523" y="523"/>
                  </a:lnTo>
                  <a:lnTo>
                    <a:pt x="519" y="526"/>
                  </a:lnTo>
                  <a:lnTo>
                    <a:pt x="515" y="528"/>
                  </a:lnTo>
                  <a:lnTo>
                    <a:pt x="511" y="530"/>
                  </a:lnTo>
                  <a:lnTo>
                    <a:pt x="508" y="532"/>
                  </a:lnTo>
                  <a:lnTo>
                    <a:pt x="504" y="534"/>
                  </a:lnTo>
                  <a:lnTo>
                    <a:pt x="500" y="536"/>
                  </a:lnTo>
                  <a:lnTo>
                    <a:pt x="496" y="536"/>
                  </a:lnTo>
                  <a:lnTo>
                    <a:pt x="494" y="540"/>
                  </a:lnTo>
                  <a:lnTo>
                    <a:pt x="490" y="540"/>
                  </a:lnTo>
                  <a:lnTo>
                    <a:pt x="487" y="542"/>
                  </a:lnTo>
                  <a:lnTo>
                    <a:pt x="483" y="542"/>
                  </a:lnTo>
                  <a:lnTo>
                    <a:pt x="481" y="545"/>
                  </a:lnTo>
                  <a:lnTo>
                    <a:pt x="473" y="547"/>
                  </a:lnTo>
                  <a:lnTo>
                    <a:pt x="470" y="549"/>
                  </a:lnTo>
                  <a:lnTo>
                    <a:pt x="462" y="549"/>
                  </a:lnTo>
                  <a:lnTo>
                    <a:pt x="456" y="549"/>
                  </a:lnTo>
                  <a:lnTo>
                    <a:pt x="452" y="551"/>
                  </a:lnTo>
                  <a:lnTo>
                    <a:pt x="447" y="553"/>
                  </a:lnTo>
                  <a:lnTo>
                    <a:pt x="443" y="553"/>
                  </a:lnTo>
                  <a:lnTo>
                    <a:pt x="437" y="553"/>
                  </a:lnTo>
                  <a:lnTo>
                    <a:pt x="435" y="553"/>
                  </a:lnTo>
                  <a:lnTo>
                    <a:pt x="430" y="553"/>
                  </a:lnTo>
                  <a:lnTo>
                    <a:pt x="426" y="551"/>
                  </a:lnTo>
                  <a:lnTo>
                    <a:pt x="424" y="551"/>
                  </a:lnTo>
                  <a:lnTo>
                    <a:pt x="420" y="549"/>
                  </a:lnTo>
                  <a:lnTo>
                    <a:pt x="416" y="549"/>
                  </a:lnTo>
                  <a:lnTo>
                    <a:pt x="411" y="547"/>
                  </a:lnTo>
                  <a:lnTo>
                    <a:pt x="407" y="547"/>
                  </a:lnTo>
                  <a:lnTo>
                    <a:pt x="403" y="545"/>
                  </a:lnTo>
                  <a:lnTo>
                    <a:pt x="401" y="545"/>
                  </a:lnTo>
                  <a:lnTo>
                    <a:pt x="399" y="542"/>
                  </a:lnTo>
                  <a:lnTo>
                    <a:pt x="397" y="545"/>
                  </a:lnTo>
                  <a:lnTo>
                    <a:pt x="394" y="547"/>
                  </a:lnTo>
                  <a:lnTo>
                    <a:pt x="392" y="549"/>
                  </a:lnTo>
                  <a:lnTo>
                    <a:pt x="388" y="553"/>
                  </a:lnTo>
                  <a:lnTo>
                    <a:pt x="382" y="557"/>
                  </a:lnTo>
                  <a:lnTo>
                    <a:pt x="380" y="561"/>
                  </a:lnTo>
                  <a:lnTo>
                    <a:pt x="374" y="566"/>
                  </a:lnTo>
                  <a:lnTo>
                    <a:pt x="369" y="572"/>
                  </a:lnTo>
                  <a:lnTo>
                    <a:pt x="363" y="578"/>
                  </a:lnTo>
                  <a:lnTo>
                    <a:pt x="357" y="583"/>
                  </a:lnTo>
                  <a:lnTo>
                    <a:pt x="354" y="585"/>
                  </a:lnTo>
                  <a:lnTo>
                    <a:pt x="350" y="589"/>
                  </a:lnTo>
                  <a:lnTo>
                    <a:pt x="346" y="593"/>
                  </a:lnTo>
                  <a:lnTo>
                    <a:pt x="344" y="597"/>
                  </a:lnTo>
                  <a:lnTo>
                    <a:pt x="340" y="599"/>
                  </a:lnTo>
                  <a:lnTo>
                    <a:pt x="336" y="602"/>
                  </a:lnTo>
                  <a:lnTo>
                    <a:pt x="333" y="608"/>
                  </a:lnTo>
                  <a:lnTo>
                    <a:pt x="331" y="610"/>
                  </a:lnTo>
                  <a:lnTo>
                    <a:pt x="325" y="614"/>
                  </a:lnTo>
                  <a:lnTo>
                    <a:pt x="323" y="618"/>
                  </a:lnTo>
                  <a:lnTo>
                    <a:pt x="317" y="621"/>
                  </a:lnTo>
                  <a:lnTo>
                    <a:pt x="314" y="627"/>
                  </a:lnTo>
                  <a:lnTo>
                    <a:pt x="310" y="629"/>
                  </a:lnTo>
                  <a:lnTo>
                    <a:pt x="306" y="633"/>
                  </a:lnTo>
                  <a:lnTo>
                    <a:pt x="302" y="637"/>
                  </a:lnTo>
                  <a:lnTo>
                    <a:pt x="298" y="642"/>
                  </a:lnTo>
                  <a:lnTo>
                    <a:pt x="295" y="646"/>
                  </a:lnTo>
                  <a:lnTo>
                    <a:pt x="291" y="650"/>
                  </a:lnTo>
                  <a:lnTo>
                    <a:pt x="287" y="656"/>
                  </a:lnTo>
                  <a:lnTo>
                    <a:pt x="283" y="659"/>
                  </a:lnTo>
                  <a:lnTo>
                    <a:pt x="279" y="663"/>
                  </a:lnTo>
                  <a:lnTo>
                    <a:pt x="276" y="669"/>
                  </a:lnTo>
                  <a:lnTo>
                    <a:pt x="272" y="673"/>
                  </a:lnTo>
                  <a:lnTo>
                    <a:pt x="268" y="678"/>
                  </a:lnTo>
                  <a:lnTo>
                    <a:pt x="262" y="680"/>
                  </a:lnTo>
                  <a:lnTo>
                    <a:pt x="259" y="686"/>
                  </a:lnTo>
                  <a:lnTo>
                    <a:pt x="255" y="690"/>
                  </a:lnTo>
                  <a:lnTo>
                    <a:pt x="251" y="694"/>
                  </a:lnTo>
                  <a:lnTo>
                    <a:pt x="247" y="699"/>
                  </a:lnTo>
                  <a:lnTo>
                    <a:pt x="243" y="705"/>
                  </a:lnTo>
                  <a:lnTo>
                    <a:pt x="240" y="709"/>
                  </a:lnTo>
                  <a:lnTo>
                    <a:pt x="236" y="713"/>
                  </a:lnTo>
                  <a:lnTo>
                    <a:pt x="232" y="718"/>
                  </a:lnTo>
                  <a:lnTo>
                    <a:pt x="228" y="722"/>
                  </a:lnTo>
                  <a:lnTo>
                    <a:pt x="224" y="728"/>
                  </a:lnTo>
                  <a:lnTo>
                    <a:pt x="222" y="732"/>
                  </a:lnTo>
                  <a:lnTo>
                    <a:pt x="219" y="735"/>
                  </a:lnTo>
                  <a:lnTo>
                    <a:pt x="215" y="741"/>
                  </a:lnTo>
                  <a:lnTo>
                    <a:pt x="211" y="745"/>
                  </a:lnTo>
                  <a:lnTo>
                    <a:pt x="209" y="751"/>
                  </a:lnTo>
                  <a:lnTo>
                    <a:pt x="205" y="755"/>
                  </a:lnTo>
                  <a:lnTo>
                    <a:pt x="202" y="758"/>
                  </a:lnTo>
                  <a:lnTo>
                    <a:pt x="198" y="762"/>
                  </a:lnTo>
                  <a:lnTo>
                    <a:pt x="196" y="768"/>
                  </a:lnTo>
                  <a:lnTo>
                    <a:pt x="192" y="772"/>
                  </a:lnTo>
                  <a:lnTo>
                    <a:pt x="190" y="775"/>
                  </a:lnTo>
                  <a:lnTo>
                    <a:pt x="186" y="779"/>
                  </a:lnTo>
                  <a:lnTo>
                    <a:pt x="184" y="785"/>
                  </a:lnTo>
                  <a:lnTo>
                    <a:pt x="181" y="789"/>
                  </a:lnTo>
                  <a:lnTo>
                    <a:pt x="179" y="793"/>
                  </a:lnTo>
                  <a:lnTo>
                    <a:pt x="175" y="796"/>
                  </a:lnTo>
                  <a:lnTo>
                    <a:pt x="173" y="800"/>
                  </a:lnTo>
                  <a:lnTo>
                    <a:pt x="171" y="804"/>
                  </a:lnTo>
                  <a:lnTo>
                    <a:pt x="169" y="810"/>
                  </a:lnTo>
                  <a:lnTo>
                    <a:pt x="167" y="813"/>
                  </a:lnTo>
                  <a:lnTo>
                    <a:pt x="165" y="817"/>
                  </a:lnTo>
                  <a:lnTo>
                    <a:pt x="163" y="819"/>
                  </a:lnTo>
                  <a:lnTo>
                    <a:pt x="162" y="825"/>
                  </a:lnTo>
                  <a:lnTo>
                    <a:pt x="158" y="829"/>
                  </a:lnTo>
                  <a:lnTo>
                    <a:pt x="156" y="832"/>
                  </a:lnTo>
                  <a:lnTo>
                    <a:pt x="154" y="836"/>
                  </a:lnTo>
                  <a:lnTo>
                    <a:pt x="154" y="838"/>
                  </a:lnTo>
                  <a:lnTo>
                    <a:pt x="152" y="842"/>
                  </a:lnTo>
                  <a:lnTo>
                    <a:pt x="150" y="846"/>
                  </a:lnTo>
                  <a:lnTo>
                    <a:pt x="148" y="850"/>
                  </a:lnTo>
                  <a:lnTo>
                    <a:pt x="146" y="853"/>
                  </a:lnTo>
                  <a:lnTo>
                    <a:pt x="144" y="855"/>
                  </a:lnTo>
                  <a:lnTo>
                    <a:pt x="143" y="859"/>
                  </a:lnTo>
                  <a:lnTo>
                    <a:pt x="141" y="863"/>
                  </a:lnTo>
                  <a:lnTo>
                    <a:pt x="141" y="867"/>
                  </a:lnTo>
                  <a:lnTo>
                    <a:pt x="139" y="869"/>
                  </a:lnTo>
                  <a:lnTo>
                    <a:pt x="139" y="872"/>
                  </a:lnTo>
                  <a:lnTo>
                    <a:pt x="135" y="876"/>
                  </a:lnTo>
                  <a:lnTo>
                    <a:pt x="133" y="882"/>
                  </a:lnTo>
                  <a:lnTo>
                    <a:pt x="131" y="888"/>
                  </a:lnTo>
                  <a:lnTo>
                    <a:pt x="129" y="893"/>
                  </a:lnTo>
                  <a:lnTo>
                    <a:pt x="127" y="897"/>
                  </a:lnTo>
                  <a:lnTo>
                    <a:pt x="127" y="901"/>
                  </a:lnTo>
                  <a:lnTo>
                    <a:pt x="125" y="905"/>
                  </a:lnTo>
                  <a:lnTo>
                    <a:pt x="124" y="908"/>
                  </a:lnTo>
                  <a:lnTo>
                    <a:pt x="122" y="914"/>
                  </a:lnTo>
                  <a:lnTo>
                    <a:pt x="122" y="918"/>
                  </a:lnTo>
                  <a:lnTo>
                    <a:pt x="122" y="922"/>
                  </a:lnTo>
                  <a:lnTo>
                    <a:pt x="122" y="924"/>
                  </a:lnTo>
                  <a:lnTo>
                    <a:pt x="67" y="899"/>
                  </a:lnTo>
                  <a:lnTo>
                    <a:pt x="65" y="899"/>
                  </a:lnTo>
                  <a:lnTo>
                    <a:pt x="65" y="903"/>
                  </a:lnTo>
                  <a:lnTo>
                    <a:pt x="63" y="905"/>
                  </a:lnTo>
                  <a:lnTo>
                    <a:pt x="61" y="907"/>
                  </a:lnTo>
                  <a:lnTo>
                    <a:pt x="61" y="910"/>
                  </a:lnTo>
                  <a:lnTo>
                    <a:pt x="61" y="912"/>
                  </a:lnTo>
                  <a:lnTo>
                    <a:pt x="59" y="916"/>
                  </a:lnTo>
                  <a:lnTo>
                    <a:pt x="57" y="920"/>
                  </a:lnTo>
                  <a:lnTo>
                    <a:pt x="55" y="924"/>
                  </a:lnTo>
                  <a:lnTo>
                    <a:pt x="55" y="929"/>
                  </a:lnTo>
                  <a:lnTo>
                    <a:pt x="53" y="935"/>
                  </a:lnTo>
                  <a:lnTo>
                    <a:pt x="53" y="939"/>
                  </a:lnTo>
                  <a:lnTo>
                    <a:pt x="51" y="943"/>
                  </a:lnTo>
                  <a:lnTo>
                    <a:pt x="51" y="945"/>
                  </a:lnTo>
                  <a:lnTo>
                    <a:pt x="49" y="950"/>
                  </a:lnTo>
                  <a:lnTo>
                    <a:pt x="49" y="954"/>
                  </a:lnTo>
                  <a:lnTo>
                    <a:pt x="48" y="956"/>
                  </a:lnTo>
                  <a:lnTo>
                    <a:pt x="48" y="958"/>
                  </a:lnTo>
                  <a:lnTo>
                    <a:pt x="46" y="962"/>
                  </a:lnTo>
                  <a:lnTo>
                    <a:pt x="46" y="965"/>
                  </a:lnTo>
                  <a:lnTo>
                    <a:pt x="46" y="969"/>
                  </a:lnTo>
                  <a:lnTo>
                    <a:pt x="44" y="973"/>
                  </a:lnTo>
                  <a:lnTo>
                    <a:pt x="42" y="975"/>
                  </a:lnTo>
                  <a:lnTo>
                    <a:pt x="42" y="981"/>
                  </a:lnTo>
                  <a:lnTo>
                    <a:pt x="42" y="983"/>
                  </a:lnTo>
                  <a:lnTo>
                    <a:pt x="42" y="986"/>
                  </a:lnTo>
                  <a:lnTo>
                    <a:pt x="40" y="992"/>
                  </a:lnTo>
                  <a:lnTo>
                    <a:pt x="40" y="996"/>
                  </a:lnTo>
                  <a:lnTo>
                    <a:pt x="38" y="1000"/>
                  </a:lnTo>
                  <a:lnTo>
                    <a:pt x="38" y="1003"/>
                  </a:lnTo>
                  <a:lnTo>
                    <a:pt x="36" y="1007"/>
                  </a:lnTo>
                  <a:lnTo>
                    <a:pt x="36" y="1013"/>
                  </a:lnTo>
                  <a:lnTo>
                    <a:pt x="36" y="1015"/>
                  </a:lnTo>
                  <a:lnTo>
                    <a:pt x="36" y="1021"/>
                  </a:lnTo>
                  <a:lnTo>
                    <a:pt x="34" y="1024"/>
                  </a:lnTo>
                  <a:lnTo>
                    <a:pt x="34" y="1030"/>
                  </a:lnTo>
                  <a:lnTo>
                    <a:pt x="34" y="1032"/>
                  </a:lnTo>
                  <a:lnTo>
                    <a:pt x="34" y="1038"/>
                  </a:lnTo>
                  <a:lnTo>
                    <a:pt x="32" y="1043"/>
                  </a:lnTo>
                  <a:lnTo>
                    <a:pt x="32" y="1047"/>
                  </a:lnTo>
                  <a:lnTo>
                    <a:pt x="30" y="1051"/>
                  </a:lnTo>
                  <a:lnTo>
                    <a:pt x="30" y="1057"/>
                  </a:lnTo>
                  <a:lnTo>
                    <a:pt x="30" y="1060"/>
                  </a:lnTo>
                  <a:lnTo>
                    <a:pt x="30" y="1066"/>
                  </a:lnTo>
                  <a:lnTo>
                    <a:pt x="29" y="1070"/>
                  </a:lnTo>
                  <a:lnTo>
                    <a:pt x="29" y="1076"/>
                  </a:lnTo>
                  <a:lnTo>
                    <a:pt x="29" y="1081"/>
                  </a:lnTo>
                  <a:lnTo>
                    <a:pt x="29" y="1087"/>
                  </a:lnTo>
                  <a:lnTo>
                    <a:pt x="29" y="1091"/>
                  </a:lnTo>
                  <a:lnTo>
                    <a:pt x="29" y="1095"/>
                  </a:lnTo>
                  <a:lnTo>
                    <a:pt x="29" y="1100"/>
                  </a:lnTo>
                  <a:lnTo>
                    <a:pt x="29" y="1106"/>
                  </a:lnTo>
                  <a:lnTo>
                    <a:pt x="29" y="1112"/>
                  </a:lnTo>
                  <a:lnTo>
                    <a:pt x="29" y="1116"/>
                  </a:lnTo>
                  <a:lnTo>
                    <a:pt x="29" y="1121"/>
                  </a:lnTo>
                  <a:lnTo>
                    <a:pt x="29" y="1127"/>
                  </a:lnTo>
                  <a:lnTo>
                    <a:pt x="29" y="1131"/>
                  </a:lnTo>
                  <a:lnTo>
                    <a:pt x="29" y="1137"/>
                  </a:lnTo>
                  <a:lnTo>
                    <a:pt x="29" y="1140"/>
                  </a:lnTo>
                  <a:lnTo>
                    <a:pt x="29" y="1146"/>
                  </a:lnTo>
                  <a:lnTo>
                    <a:pt x="29" y="1152"/>
                  </a:lnTo>
                  <a:lnTo>
                    <a:pt x="29" y="1157"/>
                  </a:lnTo>
                  <a:lnTo>
                    <a:pt x="29" y="1161"/>
                  </a:lnTo>
                  <a:lnTo>
                    <a:pt x="29" y="1167"/>
                  </a:lnTo>
                  <a:lnTo>
                    <a:pt x="29" y="1171"/>
                  </a:lnTo>
                  <a:lnTo>
                    <a:pt x="29" y="1176"/>
                  </a:lnTo>
                  <a:lnTo>
                    <a:pt x="29" y="1182"/>
                  </a:lnTo>
                  <a:lnTo>
                    <a:pt x="29" y="1188"/>
                  </a:lnTo>
                  <a:lnTo>
                    <a:pt x="29" y="1192"/>
                  </a:lnTo>
                  <a:lnTo>
                    <a:pt x="29" y="1197"/>
                  </a:lnTo>
                  <a:lnTo>
                    <a:pt x="29" y="1201"/>
                  </a:lnTo>
                  <a:lnTo>
                    <a:pt x="30" y="1207"/>
                  </a:lnTo>
                  <a:lnTo>
                    <a:pt x="30" y="1211"/>
                  </a:lnTo>
                  <a:lnTo>
                    <a:pt x="30" y="1216"/>
                  </a:lnTo>
                  <a:lnTo>
                    <a:pt x="30" y="1220"/>
                  </a:lnTo>
                  <a:lnTo>
                    <a:pt x="30" y="1226"/>
                  </a:lnTo>
                  <a:lnTo>
                    <a:pt x="30" y="1230"/>
                  </a:lnTo>
                  <a:lnTo>
                    <a:pt x="30" y="1233"/>
                  </a:lnTo>
                  <a:lnTo>
                    <a:pt x="32" y="1239"/>
                  </a:lnTo>
                  <a:lnTo>
                    <a:pt x="34" y="1243"/>
                  </a:lnTo>
                  <a:lnTo>
                    <a:pt x="34" y="1247"/>
                  </a:lnTo>
                  <a:lnTo>
                    <a:pt x="34" y="1251"/>
                  </a:lnTo>
                  <a:lnTo>
                    <a:pt x="34" y="1254"/>
                  </a:lnTo>
                  <a:lnTo>
                    <a:pt x="34" y="1258"/>
                  </a:lnTo>
                  <a:lnTo>
                    <a:pt x="34" y="1262"/>
                  </a:lnTo>
                  <a:lnTo>
                    <a:pt x="34" y="1266"/>
                  </a:lnTo>
                  <a:lnTo>
                    <a:pt x="36" y="1270"/>
                  </a:lnTo>
                  <a:lnTo>
                    <a:pt x="36" y="1275"/>
                  </a:lnTo>
                  <a:lnTo>
                    <a:pt x="36" y="1277"/>
                  </a:lnTo>
                  <a:lnTo>
                    <a:pt x="36" y="1281"/>
                  </a:lnTo>
                  <a:lnTo>
                    <a:pt x="36" y="1285"/>
                  </a:lnTo>
                  <a:lnTo>
                    <a:pt x="36" y="1289"/>
                  </a:lnTo>
                  <a:lnTo>
                    <a:pt x="38" y="1294"/>
                  </a:lnTo>
                  <a:lnTo>
                    <a:pt x="40" y="1300"/>
                  </a:lnTo>
                  <a:lnTo>
                    <a:pt x="40" y="1304"/>
                  </a:lnTo>
                  <a:lnTo>
                    <a:pt x="40" y="1308"/>
                  </a:lnTo>
                  <a:lnTo>
                    <a:pt x="40" y="1311"/>
                  </a:lnTo>
                  <a:lnTo>
                    <a:pt x="40" y="1315"/>
                  </a:lnTo>
                  <a:lnTo>
                    <a:pt x="42" y="1321"/>
                  </a:lnTo>
                  <a:lnTo>
                    <a:pt x="42" y="1323"/>
                  </a:lnTo>
                  <a:lnTo>
                    <a:pt x="0" y="1323"/>
                  </a:lnTo>
                  <a:lnTo>
                    <a:pt x="0" y="1327"/>
                  </a:lnTo>
                  <a:lnTo>
                    <a:pt x="0" y="1330"/>
                  </a:lnTo>
                  <a:lnTo>
                    <a:pt x="0" y="1334"/>
                  </a:lnTo>
                  <a:lnTo>
                    <a:pt x="0" y="1338"/>
                  </a:lnTo>
                  <a:lnTo>
                    <a:pt x="0" y="1344"/>
                  </a:lnTo>
                  <a:lnTo>
                    <a:pt x="0" y="1347"/>
                  </a:lnTo>
                  <a:lnTo>
                    <a:pt x="0" y="1353"/>
                  </a:lnTo>
                  <a:lnTo>
                    <a:pt x="0" y="1357"/>
                  </a:lnTo>
                  <a:lnTo>
                    <a:pt x="0" y="1361"/>
                  </a:lnTo>
                  <a:lnTo>
                    <a:pt x="0" y="1365"/>
                  </a:lnTo>
                  <a:lnTo>
                    <a:pt x="0" y="1366"/>
                  </a:lnTo>
                  <a:lnTo>
                    <a:pt x="0" y="1370"/>
                  </a:lnTo>
                  <a:lnTo>
                    <a:pt x="0" y="1374"/>
                  </a:lnTo>
                  <a:lnTo>
                    <a:pt x="0" y="1378"/>
                  </a:lnTo>
                  <a:lnTo>
                    <a:pt x="2" y="1382"/>
                  </a:lnTo>
                  <a:lnTo>
                    <a:pt x="2" y="1385"/>
                  </a:lnTo>
                  <a:lnTo>
                    <a:pt x="2" y="1389"/>
                  </a:lnTo>
                  <a:lnTo>
                    <a:pt x="4" y="1393"/>
                  </a:lnTo>
                  <a:lnTo>
                    <a:pt x="4" y="1399"/>
                  </a:lnTo>
                  <a:lnTo>
                    <a:pt x="6" y="1403"/>
                  </a:lnTo>
                  <a:lnTo>
                    <a:pt x="8" y="1406"/>
                  </a:lnTo>
                  <a:lnTo>
                    <a:pt x="8" y="1410"/>
                  </a:lnTo>
                  <a:lnTo>
                    <a:pt x="8" y="1416"/>
                  </a:lnTo>
                  <a:lnTo>
                    <a:pt x="10" y="1420"/>
                  </a:lnTo>
                  <a:lnTo>
                    <a:pt x="10" y="1423"/>
                  </a:lnTo>
                  <a:lnTo>
                    <a:pt x="11" y="1427"/>
                  </a:lnTo>
                  <a:lnTo>
                    <a:pt x="13" y="1433"/>
                  </a:lnTo>
                  <a:lnTo>
                    <a:pt x="15" y="1437"/>
                  </a:lnTo>
                  <a:lnTo>
                    <a:pt x="15" y="1441"/>
                  </a:lnTo>
                  <a:lnTo>
                    <a:pt x="17" y="1446"/>
                  </a:lnTo>
                  <a:lnTo>
                    <a:pt x="19" y="1452"/>
                  </a:lnTo>
                  <a:lnTo>
                    <a:pt x="21" y="1456"/>
                  </a:lnTo>
                  <a:lnTo>
                    <a:pt x="23" y="1461"/>
                  </a:lnTo>
                  <a:lnTo>
                    <a:pt x="23" y="1465"/>
                  </a:lnTo>
                  <a:lnTo>
                    <a:pt x="27" y="1471"/>
                  </a:lnTo>
                  <a:lnTo>
                    <a:pt x="27" y="1477"/>
                  </a:lnTo>
                  <a:lnTo>
                    <a:pt x="29" y="1480"/>
                  </a:lnTo>
                  <a:lnTo>
                    <a:pt x="30" y="1484"/>
                  </a:lnTo>
                  <a:lnTo>
                    <a:pt x="30" y="1490"/>
                  </a:lnTo>
                  <a:lnTo>
                    <a:pt x="34" y="1494"/>
                  </a:lnTo>
                  <a:lnTo>
                    <a:pt x="36" y="1498"/>
                  </a:lnTo>
                  <a:lnTo>
                    <a:pt x="36" y="1503"/>
                  </a:lnTo>
                  <a:lnTo>
                    <a:pt x="40" y="1509"/>
                  </a:lnTo>
                  <a:lnTo>
                    <a:pt x="42" y="1513"/>
                  </a:lnTo>
                  <a:lnTo>
                    <a:pt x="44" y="1517"/>
                  </a:lnTo>
                  <a:lnTo>
                    <a:pt x="46" y="1522"/>
                  </a:lnTo>
                  <a:lnTo>
                    <a:pt x="48" y="1528"/>
                  </a:lnTo>
                  <a:lnTo>
                    <a:pt x="51" y="1530"/>
                  </a:lnTo>
                  <a:lnTo>
                    <a:pt x="53" y="1536"/>
                  </a:lnTo>
                  <a:lnTo>
                    <a:pt x="55" y="1541"/>
                  </a:lnTo>
                  <a:lnTo>
                    <a:pt x="57" y="1545"/>
                  </a:lnTo>
                  <a:lnTo>
                    <a:pt x="59" y="1549"/>
                  </a:lnTo>
                  <a:lnTo>
                    <a:pt x="61" y="1555"/>
                  </a:lnTo>
                  <a:lnTo>
                    <a:pt x="65" y="1558"/>
                  </a:lnTo>
                  <a:lnTo>
                    <a:pt x="67" y="1562"/>
                  </a:lnTo>
                  <a:lnTo>
                    <a:pt x="68" y="1566"/>
                  </a:lnTo>
                  <a:lnTo>
                    <a:pt x="72" y="1572"/>
                  </a:lnTo>
                  <a:lnTo>
                    <a:pt x="74" y="1574"/>
                  </a:lnTo>
                  <a:lnTo>
                    <a:pt x="76" y="1579"/>
                  </a:lnTo>
                  <a:lnTo>
                    <a:pt x="78" y="1583"/>
                  </a:lnTo>
                  <a:lnTo>
                    <a:pt x="82" y="1587"/>
                  </a:lnTo>
                  <a:lnTo>
                    <a:pt x="84" y="1591"/>
                  </a:lnTo>
                  <a:lnTo>
                    <a:pt x="87" y="1593"/>
                  </a:lnTo>
                  <a:lnTo>
                    <a:pt x="89" y="1598"/>
                  </a:lnTo>
                  <a:lnTo>
                    <a:pt x="91" y="1602"/>
                  </a:lnTo>
                  <a:lnTo>
                    <a:pt x="93" y="1604"/>
                  </a:lnTo>
                  <a:lnTo>
                    <a:pt x="97" y="1608"/>
                  </a:lnTo>
                  <a:lnTo>
                    <a:pt x="99" y="1612"/>
                  </a:lnTo>
                  <a:lnTo>
                    <a:pt x="103" y="1615"/>
                  </a:lnTo>
                  <a:lnTo>
                    <a:pt x="105" y="1617"/>
                  </a:lnTo>
                  <a:lnTo>
                    <a:pt x="108" y="1621"/>
                  </a:lnTo>
                  <a:lnTo>
                    <a:pt x="110" y="1623"/>
                  </a:lnTo>
                  <a:lnTo>
                    <a:pt x="112" y="1627"/>
                  </a:lnTo>
                  <a:lnTo>
                    <a:pt x="116" y="1631"/>
                  </a:lnTo>
                  <a:lnTo>
                    <a:pt x="118" y="1634"/>
                  </a:lnTo>
                  <a:lnTo>
                    <a:pt x="124" y="1640"/>
                  </a:lnTo>
                  <a:lnTo>
                    <a:pt x="129" y="1644"/>
                  </a:lnTo>
                  <a:lnTo>
                    <a:pt x="135" y="1650"/>
                  </a:lnTo>
                  <a:lnTo>
                    <a:pt x="139" y="1655"/>
                  </a:lnTo>
                  <a:lnTo>
                    <a:pt x="143" y="1661"/>
                  </a:lnTo>
                  <a:lnTo>
                    <a:pt x="148" y="1665"/>
                  </a:lnTo>
                  <a:lnTo>
                    <a:pt x="152" y="1669"/>
                  </a:lnTo>
                  <a:lnTo>
                    <a:pt x="156" y="1672"/>
                  </a:lnTo>
                  <a:lnTo>
                    <a:pt x="160" y="1676"/>
                  </a:lnTo>
                  <a:lnTo>
                    <a:pt x="165" y="1680"/>
                  </a:lnTo>
                  <a:lnTo>
                    <a:pt x="167" y="1684"/>
                  </a:lnTo>
                  <a:lnTo>
                    <a:pt x="171" y="1686"/>
                  </a:lnTo>
                  <a:lnTo>
                    <a:pt x="177" y="1691"/>
                  </a:lnTo>
                  <a:lnTo>
                    <a:pt x="181" y="1693"/>
                  </a:lnTo>
                  <a:lnTo>
                    <a:pt x="184" y="1697"/>
                  </a:lnTo>
                  <a:lnTo>
                    <a:pt x="137" y="1722"/>
                  </a:lnTo>
                  <a:lnTo>
                    <a:pt x="141" y="1726"/>
                  </a:lnTo>
                  <a:lnTo>
                    <a:pt x="143" y="1726"/>
                  </a:lnTo>
                  <a:lnTo>
                    <a:pt x="146" y="1729"/>
                  </a:lnTo>
                  <a:lnTo>
                    <a:pt x="148" y="1731"/>
                  </a:lnTo>
                  <a:lnTo>
                    <a:pt x="152" y="1735"/>
                  </a:lnTo>
                  <a:lnTo>
                    <a:pt x="156" y="1741"/>
                  </a:lnTo>
                  <a:lnTo>
                    <a:pt x="160" y="1743"/>
                  </a:lnTo>
                  <a:lnTo>
                    <a:pt x="165" y="1748"/>
                  </a:lnTo>
                  <a:lnTo>
                    <a:pt x="171" y="1754"/>
                  </a:lnTo>
                  <a:lnTo>
                    <a:pt x="175" y="1756"/>
                  </a:lnTo>
                  <a:lnTo>
                    <a:pt x="181" y="1762"/>
                  </a:lnTo>
                  <a:lnTo>
                    <a:pt x="184" y="1766"/>
                  </a:lnTo>
                  <a:lnTo>
                    <a:pt x="188" y="1767"/>
                  </a:lnTo>
                  <a:lnTo>
                    <a:pt x="192" y="1769"/>
                  </a:lnTo>
                  <a:lnTo>
                    <a:pt x="194" y="1773"/>
                  </a:lnTo>
                  <a:lnTo>
                    <a:pt x="198" y="1775"/>
                  </a:lnTo>
                  <a:lnTo>
                    <a:pt x="202" y="1779"/>
                  </a:lnTo>
                  <a:lnTo>
                    <a:pt x="205" y="1781"/>
                  </a:lnTo>
                  <a:lnTo>
                    <a:pt x="209" y="1785"/>
                  </a:lnTo>
                  <a:lnTo>
                    <a:pt x="213" y="1786"/>
                  </a:lnTo>
                  <a:lnTo>
                    <a:pt x="217" y="1788"/>
                  </a:lnTo>
                  <a:lnTo>
                    <a:pt x="219" y="1792"/>
                  </a:lnTo>
                  <a:lnTo>
                    <a:pt x="224" y="1794"/>
                  </a:lnTo>
                  <a:lnTo>
                    <a:pt x="228" y="1798"/>
                  </a:lnTo>
                  <a:lnTo>
                    <a:pt x="234" y="1800"/>
                  </a:lnTo>
                  <a:lnTo>
                    <a:pt x="236" y="1804"/>
                  </a:lnTo>
                  <a:lnTo>
                    <a:pt x="241" y="1805"/>
                  </a:lnTo>
                  <a:lnTo>
                    <a:pt x="245" y="1807"/>
                  </a:lnTo>
                  <a:lnTo>
                    <a:pt x="249" y="1811"/>
                  </a:lnTo>
                  <a:lnTo>
                    <a:pt x="255" y="1813"/>
                  </a:lnTo>
                  <a:lnTo>
                    <a:pt x="260" y="1817"/>
                  </a:lnTo>
                  <a:lnTo>
                    <a:pt x="262" y="1819"/>
                  </a:lnTo>
                  <a:lnTo>
                    <a:pt x="268" y="1823"/>
                  </a:lnTo>
                  <a:lnTo>
                    <a:pt x="272" y="1824"/>
                  </a:lnTo>
                  <a:lnTo>
                    <a:pt x="278" y="1826"/>
                  </a:lnTo>
                  <a:lnTo>
                    <a:pt x="281" y="1828"/>
                  </a:lnTo>
                  <a:lnTo>
                    <a:pt x="287" y="1832"/>
                  </a:lnTo>
                  <a:lnTo>
                    <a:pt x="293" y="1834"/>
                  </a:lnTo>
                  <a:lnTo>
                    <a:pt x="298" y="1836"/>
                  </a:lnTo>
                  <a:lnTo>
                    <a:pt x="302" y="1838"/>
                  </a:lnTo>
                  <a:lnTo>
                    <a:pt x="308" y="1842"/>
                  </a:lnTo>
                  <a:lnTo>
                    <a:pt x="312" y="1842"/>
                  </a:lnTo>
                  <a:lnTo>
                    <a:pt x="317" y="1845"/>
                  </a:lnTo>
                  <a:lnTo>
                    <a:pt x="323" y="1847"/>
                  </a:lnTo>
                  <a:lnTo>
                    <a:pt x="329" y="1849"/>
                  </a:lnTo>
                  <a:lnTo>
                    <a:pt x="335" y="1851"/>
                  </a:lnTo>
                  <a:lnTo>
                    <a:pt x="340" y="1853"/>
                  </a:lnTo>
                  <a:lnTo>
                    <a:pt x="344" y="1855"/>
                  </a:lnTo>
                  <a:lnTo>
                    <a:pt x="350" y="1855"/>
                  </a:lnTo>
                  <a:lnTo>
                    <a:pt x="355" y="1857"/>
                  </a:lnTo>
                  <a:lnTo>
                    <a:pt x="361" y="1857"/>
                  </a:lnTo>
                  <a:lnTo>
                    <a:pt x="367" y="1859"/>
                  </a:lnTo>
                  <a:lnTo>
                    <a:pt x="373" y="1861"/>
                  </a:lnTo>
                  <a:lnTo>
                    <a:pt x="376" y="1862"/>
                  </a:lnTo>
                  <a:lnTo>
                    <a:pt x="382" y="1862"/>
                  </a:lnTo>
                  <a:lnTo>
                    <a:pt x="388" y="1862"/>
                  </a:lnTo>
                  <a:lnTo>
                    <a:pt x="394" y="1864"/>
                  </a:lnTo>
                  <a:lnTo>
                    <a:pt x="399" y="1864"/>
                  </a:lnTo>
                  <a:lnTo>
                    <a:pt x="407" y="1866"/>
                  </a:lnTo>
                  <a:lnTo>
                    <a:pt x="411" y="1866"/>
                  </a:lnTo>
                  <a:lnTo>
                    <a:pt x="416" y="1866"/>
                  </a:lnTo>
                  <a:lnTo>
                    <a:pt x="424" y="1866"/>
                  </a:lnTo>
                  <a:lnTo>
                    <a:pt x="430" y="1868"/>
                  </a:lnTo>
                  <a:lnTo>
                    <a:pt x="435" y="1868"/>
                  </a:lnTo>
                  <a:lnTo>
                    <a:pt x="439" y="1868"/>
                  </a:lnTo>
                  <a:lnTo>
                    <a:pt x="445" y="1868"/>
                  </a:lnTo>
                  <a:lnTo>
                    <a:pt x="451" y="1868"/>
                  </a:lnTo>
                  <a:lnTo>
                    <a:pt x="456" y="1868"/>
                  </a:lnTo>
                  <a:lnTo>
                    <a:pt x="462" y="1868"/>
                  </a:lnTo>
                  <a:lnTo>
                    <a:pt x="468" y="1868"/>
                  </a:lnTo>
                  <a:lnTo>
                    <a:pt x="473" y="1868"/>
                  </a:lnTo>
                  <a:lnTo>
                    <a:pt x="477" y="1868"/>
                  </a:lnTo>
                  <a:lnTo>
                    <a:pt x="483" y="1868"/>
                  </a:lnTo>
                  <a:lnTo>
                    <a:pt x="489" y="1866"/>
                  </a:lnTo>
                  <a:lnTo>
                    <a:pt x="494" y="1866"/>
                  </a:lnTo>
                  <a:lnTo>
                    <a:pt x="500" y="1866"/>
                  </a:lnTo>
                  <a:lnTo>
                    <a:pt x="506" y="1866"/>
                  </a:lnTo>
                  <a:lnTo>
                    <a:pt x="509" y="1866"/>
                  </a:lnTo>
                  <a:lnTo>
                    <a:pt x="517" y="1866"/>
                  </a:lnTo>
                  <a:lnTo>
                    <a:pt x="521" y="1864"/>
                  </a:lnTo>
                  <a:lnTo>
                    <a:pt x="525" y="1864"/>
                  </a:lnTo>
                  <a:lnTo>
                    <a:pt x="530" y="1862"/>
                  </a:lnTo>
                  <a:lnTo>
                    <a:pt x="536" y="1862"/>
                  </a:lnTo>
                  <a:lnTo>
                    <a:pt x="540" y="1861"/>
                  </a:lnTo>
                  <a:lnTo>
                    <a:pt x="546" y="1861"/>
                  </a:lnTo>
                  <a:lnTo>
                    <a:pt x="549" y="1859"/>
                  </a:lnTo>
                  <a:lnTo>
                    <a:pt x="555" y="1859"/>
                  </a:lnTo>
                  <a:lnTo>
                    <a:pt x="559" y="1857"/>
                  </a:lnTo>
                  <a:lnTo>
                    <a:pt x="565" y="1857"/>
                  </a:lnTo>
                  <a:lnTo>
                    <a:pt x="568" y="1855"/>
                  </a:lnTo>
                  <a:lnTo>
                    <a:pt x="574" y="1855"/>
                  </a:lnTo>
                  <a:lnTo>
                    <a:pt x="578" y="1853"/>
                  </a:lnTo>
                  <a:lnTo>
                    <a:pt x="582" y="1851"/>
                  </a:lnTo>
                  <a:lnTo>
                    <a:pt x="587" y="1851"/>
                  </a:lnTo>
                  <a:lnTo>
                    <a:pt x="591" y="1851"/>
                  </a:lnTo>
                  <a:lnTo>
                    <a:pt x="595" y="1849"/>
                  </a:lnTo>
                  <a:lnTo>
                    <a:pt x="599" y="1847"/>
                  </a:lnTo>
                  <a:lnTo>
                    <a:pt x="603" y="1847"/>
                  </a:lnTo>
                  <a:lnTo>
                    <a:pt x="606" y="1845"/>
                  </a:lnTo>
                  <a:lnTo>
                    <a:pt x="612" y="1843"/>
                  </a:lnTo>
                  <a:lnTo>
                    <a:pt x="614" y="1842"/>
                  </a:lnTo>
                  <a:lnTo>
                    <a:pt x="618" y="1842"/>
                  </a:lnTo>
                  <a:lnTo>
                    <a:pt x="622" y="1840"/>
                  </a:lnTo>
                  <a:lnTo>
                    <a:pt x="625" y="1838"/>
                  </a:lnTo>
                  <a:lnTo>
                    <a:pt x="629" y="1838"/>
                  </a:lnTo>
                  <a:lnTo>
                    <a:pt x="631" y="1836"/>
                  </a:lnTo>
                  <a:lnTo>
                    <a:pt x="635" y="1834"/>
                  </a:lnTo>
                  <a:lnTo>
                    <a:pt x="641" y="1832"/>
                  </a:lnTo>
                  <a:lnTo>
                    <a:pt x="646" y="1828"/>
                  </a:lnTo>
                  <a:lnTo>
                    <a:pt x="652" y="1824"/>
                  </a:lnTo>
                  <a:lnTo>
                    <a:pt x="656" y="1823"/>
                  </a:lnTo>
                  <a:lnTo>
                    <a:pt x="660" y="1819"/>
                  </a:lnTo>
                  <a:lnTo>
                    <a:pt x="663" y="1817"/>
                  </a:lnTo>
                  <a:lnTo>
                    <a:pt x="669" y="1809"/>
                  </a:lnTo>
                  <a:lnTo>
                    <a:pt x="673" y="1805"/>
                  </a:lnTo>
                  <a:lnTo>
                    <a:pt x="677" y="1798"/>
                  </a:lnTo>
                  <a:lnTo>
                    <a:pt x="679" y="1792"/>
                  </a:lnTo>
                  <a:lnTo>
                    <a:pt x="679" y="1786"/>
                  </a:lnTo>
                  <a:lnTo>
                    <a:pt x="679" y="1783"/>
                  </a:lnTo>
                  <a:lnTo>
                    <a:pt x="679" y="1777"/>
                  </a:lnTo>
                  <a:lnTo>
                    <a:pt x="679" y="1773"/>
                  </a:lnTo>
                  <a:lnTo>
                    <a:pt x="677" y="1769"/>
                  </a:lnTo>
                  <a:lnTo>
                    <a:pt x="675" y="1767"/>
                  </a:lnTo>
                  <a:lnTo>
                    <a:pt x="671" y="1762"/>
                  </a:lnTo>
                  <a:lnTo>
                    <a:pt x="669" y="1762"/>
                  </a:lnTo>
                  <a:lnTo>
                    <a:pt x="665" y="1762"/>
                  </a:lnTo>
                  <a:lnTo>
                    <a:pt x="660" y="1762"/>
                  </a:lnTo>
                  <a:lnTo>
                    <a:pt x="656" y="1760"/>
                  </a:lnTo>
                  <a:lnTo>
                    <a:pt x="654" y="1760"/>
                  </a:lnTo>
                  <a:lnTo>
                    <a:pt x="650" y="1760"/>
                  </a:lnTo>
                  <a:lnTo>
                    <a:pt x="646" y="1760"/>
                  </a:lnTo>
                  <a:lnTo>
                    <a:pt x="643" y="1760"/>
                  </a:lnTo>
                  <a:lnTo>
                    <a:pt x="639" y="1760"/>
                  </a:lnTo>
                  <a:lnTo>
                    <a:pt x="633" y="1760"/>
                  </a:lnTo>
                  <a:lnTo>
                    <a:pt x="631" y="1760"/>
                  </a:lnTo>
                  <a:lnTo>
                    <a:pt x="624" y="1758"/>
                  </a:lnTo>
                  <a:lnTo>
                    <a:pt x="620" y="1758"/>
                  </a:lnTo>
                  <a:lnTo>
                    <a:pt x="614" y="1756"/>
                  </a:lnTo>
                  <a:lnTo>
                    <a:pt x="608" y="1756"/>
                  </a:lnTo>
                  <a:lnTo>
                    <a:pt x="601" y="1756"/>
                  </a:lnTo>
                  <a:lnTo>
                    <a:pt x="595" y="1754"/>
                  </a:lnTo>
                  <a:lnTo>
                    <a:pt x="593" y="1754"/>
                  </a:lnTo>
                  <a:lnTo>
                    <a:pt x="589" y="1754"/>
                  </a:lnTo>
                  <a:lnTo>
                    <a:pt x="586" y="1752"/>
                  </a:lnTo>
                  <a:lnTo>
                    <a:pt x="584" y="1752"/>
                  </a:lnTo>
                  <a:lnTo>
                    <a:pt x="578" y="1750"/>
                  </a:lnTo>
                  <a:lnTo>
                    <a:pt x="576" y="1750"/>
                  </a:lnTo>
                  <a:lnTo>
                    <a:pt x="572" y="1748"/>
                  </a:lnTo>
                  <a:lnTo>
                    <a:pt x="568" y="1748"/>
                  </a:lnTo>
                  <a:lnTo>
                    <a:pt x="565" y="1748"/>
                  </a:lnTo>
                  <a:lnTo>
                    <a:pt x="561" y="1747"/>
                  </a:lnTo>
                  <a:lnTo>
                    <a:pt x="557" y="1747"/>
                  </a:lnTo>
                  <a:lnTo>
                    <a:pt x="555" y="1745"/>
                  </a:lnTo>
                  <a:lnTo>
                    <a:pt x="549" y="1745"/>
                  </a:lnTo>
                  <a:lnTo>
                    <a:pt x="546" y="1743"/>
                  </a:lnTo>
                  <a:lnTo>
                    <a:pt x="542" y="1743"/>
                  </a:lnTo>
                  <a:lnTo>
                    <a:pt x="538" y="1743"/>
                  </a:lnTo>
                  <a:lnTo>
                    <a:pt x="534" y="1741"/>
                  </a:lnTo>
                  <a:lnTo>
                    <a:pt x="530" y="1741"/>
                  </a:lnTo>
                  <a:lnTo>
                    <a:pt x="527" y="1737"/>
                  </a:lnTo>
                  <a:lnTo>
                    <a:pt x="523" y="1737"/>
                  </a:lnTo>
                  <a:lnTo>
                    <a:pt x="519" y="1735"/>
                  </a:lnTo>
                  <a:lnTo>
                    <a:pt x="515" y="1733"/>
                  </a:lnTo>
                  <a:lnTo>
                    <a:pt x="511" y="1731"/>
                  </a:lnTo>
                  <a:lnTo>
                    <a:pt x="506" y="1731"/>
                  </a:lnTo>
                  <a:lnTo>
                    <a:pt x="502" y="1729"/>
                  </a:lnTo>
                  <a:lnTo>
                    <a:pt x="498" y="1728"/>
                  </a:lnTo>
                  <a:lnTo>
                    <a:pt x="494" y="1726"/>
                  </a:lnTo>
                  <a:lnTo>
                    <a:pt x="489" y="1724"/>
                  </a:lnTo>
                  <a:lnTo>
                    <a:pt x="485" y="1722"/>
                  </a:lnTo>
                  <a:lnTo>
                    <a:pt x="481" y="1720"/>
                  </a:lnTo>
                  <a:lnTo>
                    <a:pt x="475" y="1718"/>
                  </a:lnTo>
                  <a:lnTo>
                    <a:pt x="473" y="1716"/>
                  </a:lnTo>
                  <a:lnTo>
                    <a:pt x="468" y="1714"/>
                  </a:lnTo>
                  <a:lnTo>
                    <a:pt x="464" y="1712"/>
                  </a:lnTo>
                  <a:lnTo>
                    <a:pt x="458" y="1710"/>
                  </a:lnTo>
                  <a:lnTo>
                    <a:pt x="454" y="1709"/>
                  </a:lnTo>
                  <a:lnTo>
                    <a:pt x="449" y="1707"/>
                  </a:lnTo>
                  <a:lnTo>
                    <a:pt x="445" y="1705"/>
                  </a:lnTo>
                  <a:lnTo>
                    <a:pt x="439" y="1701"/>
                  </a:lnTo>
                  <a:lnTo>
                    <a:pt x="437" y="1699"/>
                  </a:lnTo>
                  <a:lnTo>
                    <a:pt x="432" y="1697"/>
                  </a:lnTo>
                  <a:lnTo>
                    <a:pt x="428" y="1693"/>
                  </a:lnTo>
                  <a:lnTo>
                    <a:pt x="424" y="1691"/>
                  </a:lnTo>
                  <a:lnTo>
                    <a:pt x="418" y="1690"/>
                  </a:lnTo>
                  <a:lnTo>
                    <a:pt x="413" y="1686"/>
                  </a:lnTo>
                  <a:lnTo>
                    <a:pt x="411" y="1684"/>
                  </a:lnTo>
                  <a:lnTo>
                    <a:pt x="405" y="1682"/>
                  </a:lnTo>
                  <a:lnTo>
                    <a:pt x="401" y="1680"/>
                  </a:lnTo>
                  <a:lnTo>
                    <a:pt x="395" y="1676"/>
                  </a:lnTo>
                  <a:lnTo>
                    <a:pt x="392" y="1674"/>
                  </a:lnTo>
                  <a:lnTo>
                    <a:pt x="388" y="1671"/>
                  </a:lnTo>
                  <a:lnTo>
                    <a:pt x="382" y="1669"/>
                  </a:lnTo>
                  <a:lnTo>
                    <a:pt x="378" y="1665"/>
                  </a:lnTo>
                  <a:lnTo>
                    <a:pt x="374" y="1663"/>
                  </a:lnTo>
                  <a:lnTo>
                    <a:pt x="371" y="1659"/>
                  </a:lnTo>
                  <a:lnTo>
                    <a:pt x="367" y="1655"/>
                  </a:lnTo>
                  <a:lnTo>
                    <a:pt x="361" y="1653"/>
                  </a:lnTo>
                  <a:lnTo>
                    <a:pt x="357" y="1650"/>
                  </a:lnTo>
                  <a:lnTo>
                    <a:pt x="354" y="1648"/>
                  </a:lnTo>
                  <a:lnTo>
                    <a:pt x="350" y="1644"/>
                  </a:lnTo>
                  <a:lnTo>
                    <a:pt x="344" y="1640"/>
                  </a:lnTo>
                  <a:lnTo>
                    <a:pt x="340" y="1636"/>
                  </a:lnTo>
                  <a:lnTo>
                    <a:pt x="336" y="1634"/>
                  </a:lnTo>
                  <a:lnTo>
                    <a:pt x="333" y="1631"/>
                  </a:lnTo>
                  <a:lnTo>
                    <a:pt x="329" y="1625"/>
                  </a:lnTo>
                  <a:lnTo>
                    <a:pt x="325" y="1623"/>
                  </a:lnTo>
                  <a:lnTo>
                    <a:pt x="319" y="1619"/>
                  </a:lnTo>
                  <a:lnTo>
                    <a:pt x="317" y="1617"/>
                  </a:lnTo>
                  <a:lnTo>
                    <a:pt x="314" y="1612"/>
                  </a:lnTo>
                  <a:lnTo>
                    <a:pt x="310" y="1610"/>
                  </a:lnTo>
                  <a:lnTo>
                    <a:pt x="306" y="1604"/>
                  </a:lnTo>
                  <a:lnTo>
                    <a:pt x="302" y="1602"/>
                  </a:lnTo>
                  <a:lnTo>
                    <a:pt x="298" y="1598"/>
                  </a:lnTo>
                  <a:lnTo>
                    <a:pt x="295" y="1593"/>
                  </a:lnTo>
                  <a:lnTo>
                    <a:pt x="293" y="1591"/>
                  </a:lnTo>
                  <a:lnTo>
                    <a:pt x="289" y="1587"/>
                  </a:lnTo>
                  <a:lnTo>
                    <a:pt x="285" y="1583"/>
                  </a:lnTo>
                  <a:lnTo>
                    <a:pt x="281" y="1577"/>
                  </a:lnTo>
                  <a:lnTo>
                    <a:pt x="279" y="1574"/>
                  </a:lnTo>
                  <a:lnTo>
                    <a:pt x="276" y="1570"/>
                  </a:lnTo>
                  <a:lnTo>
                    <a:pt x="272" y="1566"/>
                  </a:lnTo>
                  <a:lnTo>
                    <a:pt x="270" y="1560"/>
                  </a:lnTo>
                  <a:lnTo>
                    <a:pt x="268" y="1558"/>
                  </a:lnTo>
                  <a:lnTo>
                    <a:pt x="266" y="1553"/>
                  </a:lnTo>
                  <a:lnTo>
                    <a:pt x="262" y="1549"/>
                  </a:lnTo>
                  <a:lnTo>
                    <a:pt x="260" y="1543"/>
                  </a:lnTo>
                  <a:lnTo>
                    <a:pt x="257" y="1539"/>
                  </a:lnTo>
                  <a:lnTo>
                    <a:pt x="255" y="1536"/>
                  </a:lnTo>
                  <a:lnTo>
                    <a:pt x="251" y="1530"/>
                  </a:lnTo>
                  <a:lnTo>
                    <a:pt x="249" y="1526"/>
                  </a:lnTo>
                  <a:lnTo>
                    <a:pt x="247" y="1520"/>
                  </a:lnTo>
                  <a:lnTo>
                    <a:pt x="243" y="1517"/>
                  </a:lnTo>
                  <a:lnTo>
                    <a:pt x="241" y="1511"/>
                  </a:lnTo>
                  <a:lnTo>
                    <a:pt x="240" y="1507"/>
                  </a:lnTo>
                  <a:lnTo>
                    <a:pt x="238" y="1501"/>
                  </a:lnTo>
                  <a:lnTo>
                    <a:pt x="236" y="1498"/>
                  </a:lnTo>
                  <a:lnTo>
                    <a:pt x="234" y="1492"/>
                  </a:lnTo>
                  <a:lnTo>
                    <a:pt x="232" y="1486"/>
                  </a:lnTo>
                  <a:lnTo>
                    <a:pt x="230" y="1482"/>
                  </a:lnTo>
                  <a:lnTo>
                    <a:pt x="230" y="1479"/>
                  </a:lnTo>
                  <a:lnTo>
                    <a:pt x="228" y="1473"/>
                  </a:lnTo>
                  <a:lnTo>
                    <a:pt x="226" y="1467"/>
                  </a:lnTo>
                  <a:lnTo>
                    <a:pt x="224" y="1461"/>
                  </a:lnTo>
                  <a:lnTo>
                    <a:pt x="222" y="1458"/>
                  </a:lnTo>
                  <a:lnTo>
                    <a:pt x="221" y="1452"/>
                  </a:lnTo>
                  <a:lnTo>
                    <a:pt x="219" y="1448"/>
                  </a:lnTo>
                  <a:lnTo>
                    <a:pt x="219" y="1442"/>
                  </a:lnTo>
                  <a:lnTo>
                    <a:pt x="217" y="1439"/>
                  </a:lnTo>
                  <a:lnTo>
                    <a:pt x="215" y="1433"/>
                  </a:lnTo>
                  <a:lnTo>
                    <a:pt x="215" y="1427"/>
                  </a:lnTo>
                  <a:lnTo>
                    <a:pt x="213" y="1422"/>
                  </a:lnTo>
                  <a:lnTo>
                    <a:pt x="213" y="1418"/>
                  </a:lnTo>
                  <a:lnTo>
                    <a:pt x="211" y="1414"/>
                  </a:lnTo>
                  <a:lnTo>
                    <a:pt x="211" y="1408"/>
                  </a:lnTo>
                  <a:lnTo>
                    <a:pt x="209" y="1403"/>
                  </a:lnTo>
                  <a:lnTo>
                    <a:pt x="209" y="1397"/>
                  </a:lnTo>
                  <a:lnTo>
                    <a:pt x="209" y="1391"/>
                  </a:lnTo>
                  <a:lnTo>
                    <a:pt x="207" y="1387"/>
                  </a:lnTo>
                  <a:lnTo>
                    <a:pt x="205" y="1382"/>
                  </a:lnTo>
                  <a:lnTo>
                    <a:pt x="205" y="1376"/>
                  </a:lnTo>
                  <a:lnTo>
                    <a:pt x="205" y="1372"/>
                  </a:lnTo>
                  <a:lnTo>
                    <a:pt x="203" y="1366"/>
                  </a:lnTo>
                  <a:lnTo>
                    <a:pt x="203" y="1361"/>
                  </a:lnTo>
                  <a:lnTo>
                    <a:pt x="203" y="1357"/>
                  </a:lnTo>
                  <a:lnTo>
                    <a:pt x="203" y="1351"/>
                  </a:lnTo>
                  <a:lnTo>
                    <a:pt x="202" y="1346"/>
                  </a:lnTo>
                  <a:lnTo>
                    <a:pt x="202" y="1340"/>
                  </a:lnTo>
                  <a:lnTo>
                    <a:pt x="202" y="1336"/>
                  </a:lnTo>
                  <a:lnTo>
                    <a:pt x="200" y="1330"/>
                  </a:lnTo>
                  <a:lnTo>
                    <a:pt x="200" y="1327"/>
                  </a:lnTo>
                  <a:lnTo>
                    <a:pt x="200" y="1321"/>
                  </a:lnTo>
                  <a:lnTo>
                    <a:pt x="200" y="1315"/>
                  </a:lnTo>
                  <a:lnTo>
                    <a:pt x="200" y="1311"/>
                  </a:lnTo>
                  <a:lnTo>
                    <a:pt x="200" y="1306"/>
                  </a:lnTo>
                  <a:lnTo>
                    <a:pt x="198" y="1302"/>
                  </a:lnTo>
                  <a:lnTo>
                    <a:pt x="198" y="1296"/>
                  </a:lnTo>
                  <a:lnTo>
                    <a:pt x="198" y="1290"/>
                  </a:lnTo>
                  <a:lnTo>
                    <a:pt x="198" y="1287"/>
                  </a:lnTo>
                  <a:lnTo>
                    <a:pt x="198" y="1283"/>
                  </a:lnTo>
                  <a:lnTo>
                    <a:pt x="198" y="1277"/>
                  </a:lnTo>
                  <a:lnTo>
                    <a:pt x="198" y="1271"/>
                  </a:lnTo>
                  <a:lnTo>
                    <a:pt x="198" y="1268"/>
                  </a:lnTo>
                  <a:lnTo>
                    <a:pt x="198" y="1264"/>
                  </a:lnTo>
                  <a:lnTo>
                    <a:pt x="198" y="1258"/>
                  </a:lnTo>
                  <a:lnTo>
                    <a:pt x="198" y="1254"/>
                  </a:lnTo>
                  <a:lnTo>
                    <a:pt x="198" y="1251"/>
                  </a:lnTo>
                  <a:lnTo>
                    <a:pt x="198" y="1245"/>
                  </a:lnTo>
                  <a:lnTo>
                    <a:pt x="198" y="1241"/>
                  </a:lnTo>
                  <a:lnTo>
                    <a:pt x="198" y="1237"/>
                  </a:lnTo>
                  <a:lnTo>
                    <a:pt x="198" y="1233"/>
                  </a:lnTo>
                  <a:lnTo>
                    <a:pt x="198" y="1228"/>
                  </a:lnTo>
                  <a:lnTo>
                    <a:pt x="198" y="1224"/>
                  </a:lnTo>
                  <a:lnTo>
                    <a:pt x="196" y="1220"/>
                  </a:lnTo>
                  <a:lnTo>
                    <a:pt x="196" y="1214"/>
                  </a:lnTo>
                  <a:lnTo>
                    <a:pt x="196" y="1213"/>
                  </a:lnTo>
                  <a:lnTo>
                    <a:pt x="196" y="1207"/>
                  </a:lnTo>
                  <a:lnTo>
                    <a:pt x="196" y="1203"/>
                  </a:lnTo>
                  <a:lnTo>
                    <a:pt x="196" y="1199"/>
                  </a:lnTo>
                  <a:lnTo>
                    <a:pt x="196" y="1195"/>
                  </a:lnTo>
                  <a:lnTo>
                    <a:pt x="196" y="1192"/>
                  </a:lnTo>
                  <a:lnTo>
                    <a:pt x="196" y="1188"/>
                  </a:lnTo>
                  <a:lnTo>
                    <a:pt x="196" y="1184"/>
                  </a:lnTo>
                  <a:lnTo>
                    <a:pt x="196" y="1182"/>
                  </a:lnTo>
                  <a:lnTo>
                    <a:pt x="196" y="1176"/>
                  </a:lnTo>
                  <a:lnTo>
                    <a:pt x="196" y="1175"/>
                  </a:lnTo>
                  <a:lnTo>
                    <a:pt x="196" y="1171"/>
                  </a:lnTo>
                  <a:lnTo>
                    <a:pt x="196" y="1167"/>
                  </a:lnTo>
                  <a:lnTo>
                    <a:pt x="196" y="1163"/>
                  </a:lnTo>
                  <a:lnTo>
                    <a:pt x="196" y="1159"/>
                  </a:lnTo>
                  <a:lnTo>
                    <a:pt x="196" y="1157"/>
                  </a:lnTo>
                  <a:lnTo>
                    <a:pt x="196" y="1154"/>
                  </a:lnTo>
                  <a:lnTo>
                    <a:pt x="196" y="1152"/>
                  </a:lnTo>
                  <a:lnTo>
                    <a:pt x="196" y="1144"/>
                  </a:lnTo>
                  <a:lnTo>
                    <a:pt x="196" y="1138"/>
                  </a:lnTo>
                  <a:lnTo>
                    <a:pt x="196" y="1133"/>
                  </a:lnTo>
                  <a:lnTo>
                    <a:pt x="196" y="1129"/>
                  </a:lnTo>
                  <a:lnTo>
                    <a:pt x="196" y="1123"/>
                  </a:lnTo>
                  <a:lnTo>
                    <a:pt x="196" y="1119"/>
                  </a:lnTo>
                  <a:lnTo>
                    <a:pt x="196" y="1114"/>
                  </a:lnTo>
                  <a:lnTo>
                    <a:pt x="196" y="1110"/>
                  </a:lnTo>
                  <a:lnTo>
                    <a:pt x="196" y="1106"/>
                  </a:lnTo>
                  <a:lnTo>
                    <a:pt x="196" y="1102"/>
                  </a:lnTo>
                  <a:lnTo>
                    <a:pt x="196" y="1098"/>
                  </a:lnTo>
                  <a:lnTo>
                    <a:pt x="198" y="1097"/>
                  </a:lnTo>
                  <a:lnTo>
                    <a:pt x="198" y="1087"/>
                  </a:lnTo>
                  <a:lnTo>
                    <a:pt x="97" y="1262"/>
                  </a:lnTo>
                  <a:lnTo>
                    <a:pt x="97" y="1260"/>
                  </a:lnTo>
                  <a:lnTo>
                    <a:pt x="97" y="1258"/>
                  </a:lnTo>
                  <a:lnTo>
                    <a:pt x="97" y="1252"/>
                  </a:lnTo>
                  <a:lnTo>
                    <a:pt x="97" y="1249"/>
                  </a:lnTo>
                  <a:lnTo>
                    <a:pt x="95" y="1245"/>
                  </a:lnTo>
                  <a:lnTo>
                    <a:pt x="95" y="1241"/>
                  </a:lnTo>
                  <a:lnTo>
                    <a:pt x="95" y="1237"/>
                  </a:lnTo>
                  <a:lnTo>
                    <a:pt x="95" y="1233"/>
                  </a:lnTo>
                  <a:lnTo>
                    <a:pt x="95" y="1228"/>
                  </a:lnTo>
                  <a:lnTo>
                    <a:pt x="95" y="1224"/>
                  </a:lnTo>
                  <a:lnTo>
                    <a:pt x="95" y="1218"/>
                  </a:lnTo>
                  <a:lnTo>
                    <a:pt x="95" y="1214"/>
                  </a:lnTo>
                  <a:lnTo>
                    <a:pt x="93" y="1209"/>
                  </a:lnTo>
                  <a:lnTo>
                    <a:pt x="93" y="1203"/>
                  </a:lnTo>
                  <a:lnTo>
                    <a:pt x="93" y="1197"/>
                  </a:lnTo>
                  <a:lnTo>
                    <a:pt x="93" y="1190"/>
                  </a:lnTo>
                  <a:lnTo>
                    <a:pt x="93" y="1188"/>
                  </a:lnTo>
                  <a:lnTo>
                    <a:pt x="93" y="1184"/>
                  </a:lnTo>
                  <a:lnTo>
                    <a:pt x="93" y="1182"/>
                  </a:lnTo>
                  <a:lnTo>
                    <a:pt x="93" y="1178"/>
                  </a:lnTo>
                  <a:lnTo>
                    <a:pt x="93" y="1175"/>
                  </a:lnTo>
                  <a:lnTo>
                    <a:pt x="93" y="1171"/>
                  </a:lnTo>
                  <a:lnTo>
                    <a:pt x="93" y="1169"/>
                  </a:lnTo>
                  <a:lnTo>
                    <a:pt x="93" y="1165"/>
                  </a:lnTo>
                  <a:lnTo>
                    <a:pt x="93" y="1161"/>
                  </a:lnTo>
                  <a:lnTo>
                    <a:pt x="93" y="1157"/>
                  </a:lnTo>
                  <a:lnTo>
                    <a:pt x="93" y="1156"/>
                  </a:lnTo>
                  <a:lnTo>
                    <a:pt x="93" y="1152"/>
                  </a:lnTo>
                  <a:lnTo>
                    <a:pt x="93" y="1148"/>
                  </a:lnTo>
                  <a:lnTo>
                    <a:pt x="93" y="1144"/>
                  </a:lnTo>
                  <a:lnTo>
                    <a:pt x="93" y="1140"/>
                  </a:lnTo>
                  <a:lnTo>
                    <a:pt x="93" y="1138"/>
                  </a:lnTo>
                  <a:lnTo>
                    <a:pt x="93" y="1135"/>
                  </a:lnTo>
                  <a:lnTo>
                    <a:pt x="93" y="1131"/>
                  </a:lnTo>
                  <a:lnTo>
                    <a:pt x="93" y="1127"/>
                  </a:lnTo>
                  <a:lnTo>
                    <a:pt x="93" y="1125"/>
                  </a:lnTo>
                  <a:lnTo>
                    <a:pt x="93" y="1121"/>
                  </a:lnTo>
                  <a:lnTo>
                    <a:pt x="93" y="1117"/>
                  </a:lnTo>
                  <a:lnTo>
                    <a:pt x="93" y="1114"/>
                  </a:lnTo>
                  <a:lnTo>
                    <a:pt x="93" y="1110"/>
                  </a:lnTo>
                  <a:lnTo>
                    <a:pt x="91" y="1106"/>
                  </a:lnTo>
                  <a:lnTo>
                    <a:pt x="91" y="1102"/>
                  </a:lnTo>
                  <a:lnTo>
                    <a:pt x="91" y="1098"/>
                  </a:lnTo>
                  <a:lnTo>
                    <a:pt x="91" y="1095"/>
                  </a:lnTo>
                  <a:lnTo>
                    <a:pt x="91" y="1093"/>
                  </a:lnTo>
                  <a:lnTo>
                    <a:pt x="91" y="1089"/>
                  </a:lnTo>
                  <a:lnTo>
                    <a:pt x="91" y="1083"/>
                  </a:lnTo>
                  <a:lnTo>
                    <a:pt x="91" y="1081"/>
                  </a:lnTo>
                  <a:lnTo>
                    <a:pt x="91" y="1078"/>
                  </a:lnTo>
                  <a:lnTo>
                    <a:pt x="91" y="1074"/>
                  </a:lnTo>
                  <a:lnTo>
                    <a:pt x="91" y="1070"/>
                  </a:lnTo>
                  <a:lnTo>
                    <a:pt x="91" y="1068"/>
                  </a:lnTo>
                  <a:lnTo>
                    <a:pt x="91" y="1064"/>
                  </a:lnTo>
                  <a:lnTo>
                    <a:pt x="91" y="1060"/>
                  </a:lnTo>
                  <a:lnTo>
                    <a:pt x="91" y="1057"/>
                  </a:lnTo>
                  <a:lnTo>
                    <a:pt x="91" y="1055"/>
                  </a:lnTo>
                  <a:lnTo>
                    <a:pt x="91" y="1051"/>
                  </a:lnTo>
                  <a:lnTo>
                    <a:pt x="91" y="1047"/>
                  </a:lnTo>
                  <a:lnTo>
                    <a:pt x="91" y="1043"/>
                  </a:lnTo>
                  <a:lnTo>
                    <a:pt x="91" y="1040"/>
                  </a:lnTo>
                  <a:lnTo>
                    <a:pt x="91" y="1034"/>
                  </a:lnTo>
                  <a:lnTo>
                    <a:pt x="91" y="1028"/>
                  </a:lnTo>
                  <a:lnTo>
                    <a:pt x="91" y="1021"/>
                  </a:lnTo>
                  <a:lnTo>
                    <a:pt x="91" y="1015"/>
                  </a:lnTo>
                  <a:lnTo>
                    <a:pt x="91" y="1011"/>
                  </a:lnTo>
                  <a:lnTo>
                    <a:pt x="91" y="1005"/>
                  </a:lnTo>
                  <a:lnTo>
                    <a:pt x="91" y="1000"/>
                  </a:lnTo>
                  <a:lnTo>
                    <a:pt x="91" y="994"/>
                  </a:lnTo>
                  <a:lnTo>
                    <a:pt x="91" y="988"/>
                  </a:lnTo>
                  <a:lnTo>
                    <a:pt x="91" y="986"/>
                  </a:lnTo>
                  <a:lnTo>
                    <a:pt x="91" y="981"/>
                  </a:lnTo>
                  <a:lnTo>
                    <a:pt x="91" y="977"/>
                  </a:lnTo>
                  <a:lnTo>
                    <a:pt x="91" y="973"/>
                  </a:lnTo>
                  <a:lnTo>
                    <a:pt x="91" y="971"/>
                  </a:lnTo>
                  <a:lnTo>
                    <a:pt x="91" y="965"/>
                  </a:lnTo>
                  <a:lnTo>
                    <a:pt x="91" y="962"/>
                  </a:lnTo>
                  <a:lnTo>
                    <a:pt x="91" y="958"/>
                  </a:lnTo>
                  <a:lnTo>
                    <a:pt x="93" y="958"/>
                  </a:lnTo>
                  <a:lnTo>
                    <a:pt x="152" y="994"/>
                  </a:lnTo>
                  <a:lnTo>
                    <a:pt x="154" y="992"/>
                  </a:lnTo>
                  <a:lnTo>
                    <a:pt x="154" y="990"/>
                  </a:lnTo>
                  <a:lnTo>
                    <a:pt x="156" y="986"/>
                  </a:lnTo>
                  <a:lnTo>
                    <a:pt x="156" y="983"/>
                  </a:lnTo>
                  <a:lnTo>
                    <a:pt x="158" y="979"/>
                  </a:lnTo>
                  <a:lnTo>
                    <a:pt x="162" y="973"/>
                  </a:lnTo>
                  <a:lnTo>
                    <a:pt x="163" y="969"/>
                  </a:lnTo>
                  <a:lnTo>
                    <a:pt x="165" y="965"/>
                  </a:lnTo>
                  <a:lnTo>
                    <a:pt x="165" y="962"/>
                  </a:lnTo>
                  <a:lnTo>
                    <a:pt x="167" y="958"/>
                  </a:lnTo>
                  <a:lnTo>
                    <a:pt x="169" y="956"/>
                  </a:lnTo>
                  <a:lnTo>
                    <a:pt x="171" y="952"/>
                  </a:lnTo>
                  <a:lnTo>
                    <a:pt x="173" y="948"/>
                  </a:lnTo>
                  <a:lnTo>
                    <a:pt x="173" y="945"/>
                  </a:lnTo>
                  <a:lnTo>
                    <a:pt x="177" y="941"/>
                  </a:lnTo>
                  <a:lnTo>
                    <a:pt x="179" y="937"/>
                  </a:lnTo>
                  <a:lnTo>
                    <a:pt x="181" y="933"/>
                  </a:lnTo>
                  <a:lnTo>
                    <a:pt x="181" y="929"/>
                  </a:lnTo>
                  <a:lnTo>
                    <a:pt x="184" y="926"/>
                  </a:lnTo>
                  <a:lnTo>
                    <a:pt x="186" y="920"/>
                  </a:lnTo>
                  <a:lnTo>
                    <a:pt x="188" y="916"/>
                  </a:lnTo>
                  <a:lnTo>
                    <a:pt x="190" y="912"/>
                  </a:lnTo>
                  <a:lnTo>
                    <a:pt x="194" y="907"/>
                  </a:lnTo>
                  <a:lnTo>
                    <a:pt x="194" y="903"/>
                  </a:lnTo>
                  <a:lnTo>
                    <a:pt x="198" y="897"/>
                  </a:lnTo>
                  <a:lnTo>
                    <a:pt x="200" y="893"/>
                  </a:lnTo>
                  <a:lnTo>
                    <a:pt x="202" y="888"/>
                  </a:lnTo>
                  <a:lnTo>
                    <a:pt x="203" y="882"/>
                  </a:lnTo>
                  <a:lnTo>
                    <a:pt x="207" y="878"/>
                  </a:lnTo>
                  <a:lnTo>
                    <a:pt x="209" y="872"/>
                  </a:lnTo>
                  <a:lnTo>
                    <a:pt x="213" y="869"/>
                  </a:lnTo>
                  <a:lnTo>
                    <a:pt x="215" y="863"/>
                  </a:lnTo>
                  <a:lnTo>
                    <a:pt x="217" y="857"/>
                  </a:lnTo>
                  <a:lnTo>
                    <a:pt x="219" y="853"/>
                  </a:lnTo>
                  <a:lnTo>
                    <a:pt x="222" y="848"/>
                  </a:lnTo>
                  <a:lnTo>
                    <a:pt x="224" y="842"/>
                  </a:lnTo>
                  <a:lnTo>
                    <a:pt x="228" y="836"/>
                  </a:lnTo>
                  <a:lnTo>
                    <a:pt x="230" y="832"/>
                  </a:lnTo>
                  <a:lnTo>
                    <a:pt x="234" y="829"/>
                  </a:lnTo>
                  <a:lnTo>
                    <a:pt x="236" y="823"/>
                  </a:lnTo>
                  <a:lnTo>
                    <a:pt x="240" y="817"/>
                  </a:lnTo>
                  <a:lnTo>
                    <a:pt x="241" y="812"/>
                  </a:lnTo>
                  <a:lnTo>
                    <a:pt x="245" y="806"/>
                  </a:lnTo>
                  <a:lnTo>
                    <a:pt x="247" y="800"/>
                  </a:lnTo>
                  <a:lnTo>
                    <a:pt x="251" y="796"/>
                  </a:lnTo>
                  <a:lnTo>
                    <a:pt x="253" y="791"/>
                  </a:lnTo>
                  <a:lnTo>
                    <a:pt x="257" y="785"/>
                  </a:lnTo>
                  <a:lnTo>
                    <a:pt x="260" y="781"/>
                  </a:lnTo>
                  <a:lnTo>
                    <a:pt x="262" y="775"/>
                  </a:lnTo>
                  <a:lnTo>
                    <a:pt x="266" y="772"/>
                  </a:lnTo>
                  <a:lnTo>
                    <a:pt x="268" y="766"/>
                  </a:lnTo>
                  <a:lnTo>
                    <a:pt x="272" y="760"/>
                  </a:lnTo>
                  <a:lnTo>
                    <a:pt x="274" y="756"/>
                  </a:lnTo>
                  <a:lnTo>
                    <a:pt x="278" y="753"/>
                  </a:lnTo>
                  <a:lnTo>
                    <a:pt x="281" y="747"/>
                  </a:lnTo>
                  <a:lnTo>
                    <a:pt x="283" y="741"/>
                  </a:lnTo>
                  <a:lnTo>
                    <a:pt x="285" y="737"/>
                  </a:lnTo>
                  <a:lnTo>
                    <a:pt x="289" y="732"/>
                  </a:lnTo>
                  <a:lnTo>
                    <a:pt x="293" y="728"/>
                  </a:lnTo>
                  <a:lnTo>
                    <a:pt x="295" y="724"/>
                  </a:lnTo>
                  <a:lnTo>
                    <a:pt x="297" y="720"/>
                  </a:lnTo>
                  <a:lnTo>
                    <a:pt x="300" y="716"/>
                  </a:lnTo>
                  <a:lnTo>
                    <a:pt x="302" y="711"/>
                  </a:lnTo>
                  <a:lnTo>
                    <a:pt x="304" y="709"/>
                  </a:lnTo>
                  <a:lnTo>
                    <a:pt x="308" y="703"/>
                  </a:lnTo>
                  <a:lnTo>
                    <a:pt x="312" y="699"/>
                  </a:lnTo>
                  <a:lnTo>
                    <a:pt x="314" y="696"/>
                  </a:lnTo>
                  <a:lnTo>
                    <a:pt x="316" y="692"/>
                  </a:lnTo>
                  <a:lnTo>
                    <a:pt x="319" y="690"/>
                  </a:lnTo>
                  <a:lnTo>
                    <a:pt x="323" y="686"/>
                  </a:lnTo>
                  <a:lnTo>
                    <a:pt x="325" y="682"/>
                  </a:lnTo>
                  <a:lnTo>
                    <a:pt x="327" y="678"/>
                  </a:lnTo>
                  <a:lnTo>
                    <a:pt x="329" y="675"/>
                  </a:lnTo>
                  <a:lnTo>
                    <a:pt x="331" y="673"/>
                  </a:lnTo>
                  <a:lnTo>
                    <a:pt x="335" y="669"/>
                  </a:lnTo>
                  <a:lnTo>
                    <a:pt x="338" y="661"/>
                  </a:lnTo>
                  <a:lnTo>
                    <a:pt x="344" y="656"/>
                  </a:lnTo>
                  <a:lnTo>
                    <a:pt x="350" y="650"/>
                  </a:lnTo>
                  <a:lnTo>
                    <a:pt x="354" y="646"/>
                  </a:lnTo>
                  <a:lnTo>
                    <a:pt x="357" y="640"/>
                  </a:lnTo>
                  <a:lnTo>
                    <a:pt x="363" y="637"/>
                  </a:lnTo>
                  <a:lnTo>
                    <a:pt x="367" y="631"/>
                  </a:lnTo>
                  <a:lnTo>
                    <a:pt x="371" y="627"/>
                  </a:lnTo>
                  <a:lnTo>
                    <a:pt x="374" y="623"/>
                  </a:lnTo>
                  <a:lnTo>
                    <a:pt x="376" y="620"/>
                  </a:lnTo>
                  <a:lnTo>
                    <a:pt x="380" y="616"/>
                  </a:lnTo>
                  <a:lnTo>
                    <a:pt x="382" y="612"/>
                  </a:lnTo>
                  <a:lnTo>
                    <a:pt x="386" y="610"/>
                  </a:lnTo>
                  <a:lnTo>
                    <a:pt x="390" y="608"/>
                  </a:lnTo>
                  <a:lnTo>
                    <a:pt x="394" y="604"/>
                  </a:lnTo>
                  <a:lnTo>
                    <a:pt x="395" y="602"/>
                  </a:lnTo>
                  <a:lnTo>
                    <a:pt x="399" y="599"/>
                  </a:lnTo>
                  <a:lnTo>
                    <a:pt x="401" y="602"/>
                  </a:lnTo>
                  <a:lnTo>
                    <a:pt x="403" y="602"/>
                  </a:lnTo>
                  <a:lnTo>
                    <a:pt x="407" y="606"/>
                  </a:lnTo>
                  <a:lnTo>
                    <a:pt x="411" y="608"/>
                  </a:lnTo>
                  <a:lnTo>
                    <a:pt x="416" y="612"/>
                  </a:lnTo>
                  <a:lnTo>
                    <a:pt x="418" y="612"/>
                  </a:lnTo>
                  <a:lnTo>
                    <a:pt x="422" y="614"/>
                  </a:lnTo>
                  <a:lnTo>
                    <a:pt x="426" y="616"/>
                  </a:lnTo>
                  <a:lnTo>
                    <a:pt x="430" y="618"/>
                  </a:lnTo>
                  <a:lnTo>
                    <a:pt x="433" y="618"/>
                  </a:lnTo>
                  <a:lnTo>
                    <a:pt x="437" y="618"/>
                  </a:lnTo>
                  <a:lnTo>
                    <a:pt x="441" y="618"/>
                  </a:lnTo>
                  <a:lnTo>
                    <a:pt x="447" y="620"/>
                  </a:lnTo>
                  <a:lnTo>
                    <a:pt x="451" y="620"/>
                  </a:lnTo>
                  <a:lnTo>
                    <a:pt x="456" y="620"/>
                  </a:lnTo>
                  <a:lnTo>
                    <a:pt x="462" y="620"/>
                  </a:lnTo>
                  <a:lnTo>
                    <a:pt x="468" y="620"/>
                  </a:lnTo>
                  <a:lnTo>
                    <a:pt x="473" y="618"/>
                  </a:lnTo>
                  <a:lnTo>
                    <a:pt x="479" y="616"/>
                  </a:lnTo>
                  <a:lnTo>
                    <a:pt x="483" y="616"/>
                  </a:lnTo>
                  <a:lnTo>
                    <a:pt x="487" y="616"/>
                  </a:lnTo>
                  <a:lnTo>
                    <a:pt x="490" y="614"/>
                  </a:lnTo>
                  <a:lnTo>
                    <a:pt x="494" y="612"/>
                  </a:lnTo>
                  <a:lnTo>
                    <a:pt x="496" y="612"/>
                  </a:lnTo>
                  <a:lnTo>
                    <a:pt x="500" y="610"/>
                  </a:lnTo>
                  <a:lnTo>
                    <a:pt x="504" y="608"/>
                  </a:lnTo>
                  <a:lnTo>
                    <a:pt x="508" y="608"/>
                  </a:lnTo>
                  <a:lnTo>
                    <a:pt x="511" y="604"/>
                  </a:lnTo>
                  <a:lnTo>
                    <a:pt x="515" y="602"/>
                  </a:lnTo>
                  <a:lnTo>
                    <a:pt x="519" y="602"/>
                  </a:lnTo>
                  <a:lnTo>
                    <a:pt x="523" y="599"/>
                  </a:lnTo>
                  <a:lnTo>
                    <a:pt x="527" y="597"/>
                  </a:lnTo>
                  <a:lnTo>
                    <a:pt x="530" y="595"/>
                  </a:lnTo>
                  <a:lnTo>
                    <a:pt x="536" y="591"/>
                  </a:lnTo>
                  <a:lnTo>
                    <a:pt x="538" y="589"/>
                  </a:lnTo>
                  <a:lnTo>
                    <a:pt x="544" y="585"/>
                  </a:lnTo>
                  <a:lnTo>
                    <a:pt x="547" y="583"/>
                  </a:lnTo>
                  <a:lnTo>
                    <a:pt x="551" y="580"/>
                  </a:lnTo>
                  <a:lnTo>
                    <a:pt x="555" y="578"/>
                  </a:lnTo>
                  <a:lnTo>
                    <a:pt x="559" y="574"/>
                  </a:lnTo>
                  <a:lnTo>
                    <a:pt x="565" y="570"/>
                  </a:lnTo>
                  <a:lnTo>
                    <a:pt x="568" y="566"/>
                  </a:lnTo>
                  <a:lnTo>
                    <a:pt x="574" y="564"/>
                  </a:lnTo>
                  <a:lnTo>
                    <a:pt x="578" y="559"/>
                  </a:lnTo>
                  <a:lnTo>
                    <a:pt x="582" y="555"/>
                  </a:lnTo>
                  <a:lnTo>
                    <a:pt x="586" y="553"/>
                  </a:lnTo>
                  <a:lnTo>
                    <a:pt x="591" y="549"/>
                  </a:lnTo>
                  <a:lnTo>
                    <a:pt x="595" y="545"/>
                  </a:lnTo>
                  <a:lnTo>
                    <a:pt x="601" y="540"/>
                  </a:lnTo>
                  <a:lnTo>
                    <a:pt x="603" y="536"/>
                  </a:lnTo>
                  <a:lnTo>
                    <a:pt x="608" y="532"/>
                  </a:lnTo>
                  <a:lnTo>
                    <a:pt x="612" y="528"/>
                  </a:lnTo>
                  <a:lnTo>
                    <a:pt x="618" y="525"/>
                  </a:lnTo>
                  <a:lnTo>
                    <a:pt x="622" y="521"/>
                  </a:lnTo>
                  <a:lnTo>
                    <a:pt x="627" y="517"/>
                  </a:lnTo>
                  <a:lnTo>
                    <a:pt x="631" y="511"/>
                  </a:lnTo>
                  <a:lnTo>
                    <a:pt x="635" y="509"/>
                  </a:lnTo>
                  <a:lnTo>
                    <a:pt x="639" y="504"/>
                  </a:lnTo>
                  <a:lnTo>
                    <a:pt x="644" y="502"/>
                  </a:lnTo>
                  <a:lnTo>
                    <a:pt x="646" y="496"/>
                  </a:lnTo>
                  <a:lnTo>
                    <a:pt x="652" y="492"/>
                  </a:lnTo>
                  <a:lnTo>
                    <a:pt x="656" y="488"/>
                  </a:lnTo>
                  <a:lnTo>
                    <a:pt x="660" y="485"/>
                  </a:lnTo>
                  <a:lnTo>
                    <a:pt x="663" y="481"/>
                  </a:lnTo>
                  <a:lnTo>
                    <a:pt x="667" y="477"/>
                  </a:lnTo>
                  <a:lnTo>
                    <a:pt x="671" y="473"/>
                  </a:lnTo>
                  <a:lnTo>
                    <a:pt x="675" y="469"/>
                  </a:lnTo>
                  <a:lnTo>
                    <a:pt x="679" y="466"/>
                  </a:lnTo>
                  <a:lnTo>
                    <a:pt x="682" y="462"/>
                  </a:lnTo>
                  <a:lnTo>
                    <a:pt x="684" y="458"/>
                  </a:lnTo>
                  <a:lnTo>
                    <a:pt x="690" y="454"/>
                  </a:lnTo>
                  <a:lnTo>
                    <a:pt x="694" y="452"/>
                  </a:lnTo>
                  <a:lnTo>
                    <a:pt x="696" y="449"/>
                  </a:lnTo>
                  <a:lnTo>
                    <a:pt x="700" y="445"/>
                  </a:lnTo>
                  <a:lnTo>
                    <a:pt x="701" y="441"/>
                  </a:lnTo>
                  <a:lnTo>
                    <a:pt x="707" y="435"/>
                  </a:lnTo>
                  <a:lnTo>
                    <a:pt x="713" y="430"/>
                  </a:lnTo>
                  <a:lnTo>
                    <a:pt x="719" y="426"/>
                  </a:lnTo>
                  <a:lnTo>
                    <a:pt x="722" y="422"/>
                  </a:lnTo>
                  <a:lnTo>
                    <a:pt x="726" y="416"/>
                  </a:lnTo>
                  <a:lnTo>
                    <a:pt x="728" y="414"/>
                  </a:lnTo>
                  <a:lnTo>
                    <a:pt x="734" y="409"/>
                  </a:lnTo>
                  <a:lnTo>
                    <a:pt x="827" y="428"/>
                  </a:lnTo>
                  <a:lnTo>
                    <a:pt x="829" y="426"/>
                  </a:lnTo>
                  <a:lnTo>
                    <a:pt x="833" y="424"/>
                  </a:lnTo>
                  <a:lnTo>
                    <a:pt x="836" y="422"/>
                  </a:lnTo>
                  <a:lnTo>
                    <a:pt x="840" y="420"/>
                  </a:lnTo>
                  <a:lnTo>
                    <a:pt x="848" y="416"/>
                  </a:lnTo>
                  <a:lnTo>
                    <a:pt x="852" y="416"/>
                  </a:lnTo>
                  <a:lnTo>
                    <a:pt x="854" y="414"/>
                  </a:lnTo>
                  <a:lnTo>
                    <a:pt x="857" y="412"/>
                  </a:lnTo>
                  <a:lnTo>
                    <a:pt x="861" y="411"/>
                  </a:lnTo>
                  <a:lnTo>
                    <a:pt x="865" y="409"/>
                  </a:lnTo>
                  <a:lnTo>
                    <a:pt x="871" y="407"/>
                  </a:lnTo>
                  <a:lnTo>
                    <a:pt x="873" y="403"/>
                  </a:lnTo>
                  <a:lnTo>
                    <a:pt x="878" y="403"/>
                  </a:lnTo>
                  <a:lnTo>
                    <a:pt x="882" y="399"/>
                  </a:lnTo>
                  <a:lnTo>
                    <a:pt x="886" y="397"/>
                  </a:lnTo>
                  <a:lnTo>
                    <a:pt x="892" y="395"/>
                  </a:lnTo>
                  <a:lnTo>
                    <a:pt x="895" y="392"/>
                  </a:lnTo>
                  <a:lnTo>
                    <a:pt x="901" y="390"/>
                  </a:lnTo>
                  <a:lnTo>
                    <a:pt x="905" y="386"/>
                  </a:lnTo>
                  <a:lnTo>
                    <a:pt x="911" y="384"/>
                  </a:lnTo>
                  <a:lnTo>
                    <a:pt x="916" y="380"/>
                  </a:lnTo>
                  <a:lnTo>
                    <a:pt x="920" y="376"/>
                  </a:lnTo>
                  <a:lnTo>
                    <a:pt x="924" y="374"/>
                  </a:lnTo>
                  <a:lnTo>
                    <a:pt x="930" y="371"/>
                  </a:lnTo>
                  <a:lnTo>
                    <a:pt x="935" y="367"/>
                  </a:lnTo>
                  <a:lnTo>
                    <a:pt x="939" y="365"/>
                  </a:lnTo>
                  <a:lnTo>
                    <a:pt x="943" y="361"/>
                  </a:lnTo>
                  <a:lnTo>
                    <a:pt x="949" y="357"/>
                  </a:lnTo>
                  <a:lnTo>
                    <a:pt x="952" y="353"/>
                  </a:lnTo>
                  <a:lnTo>
                    <a:pt x="956" y="348"/>
                  </a:lnTo>
                  <a:lnTo>
                    <a:pt x="960" y="346"/>
                  </a:lnTo>
                  <a:lnTo>
                    <a:pt x="966" y="342"/>
                  </a:lnTo>
                  <a:lnTo>
                    <a:pt x="970" y="338"/>
                  </a:lnTo>
                  <a:lnTo>
                    <a:pt x="973" y="334"/>
                  </a:lnTo>
                  <a:lnTo>
                    <a:pt x="977" y="331"/>
                  </a:lnTo>
                  <a:lnTo>
                    <a:pt x="981" y="327"/>
                  </a:lnTo>
                  <a:lnTo>
                    <a:pt x="985" y="323"/>
                  </a:lnTo>
                  <a:lnTo>
                    <a:pt x="989" y="319"/>
                  </a:lnTo>
                  <a:lnTo>
                    <a:pt x="992" y="315"/>
                  </a:lnTo>
                  <a:lnTo>
                    <a:pt x="996" y="314"/>
                  </a:lnTo>
                  <a:lnTo>
                    <a:pt x="998" y="310"/>
                  </a:lnTo>
                  <a:lnTo>
                    <a:pt x="1002" y="306"/>
                  </a:lnTo>
                  <a:lnTo>
                    <a:pt x="1004" y="302"/>
                  </a:lnTo>
                  <a:lnTo>
                    <a:pt x="1006" y="300"/>
                  </a:lnTo>
                  <a:lnTo>
                    <a:pt x="1009" y="298"/>
                  </a:lnTo>
                  <a:lnTo>
                    <a:pt x="1015" y="291"/>
                  </a:lnTo>
                  <a:lnTo>
                    <a:pt x="1019" y="289"/>
                  </a:lnTo>
                  <a:lnTo>
                    <a:pt x="1021" y="283"/>
                  </a:lnTo>
                  <a:lnTo>
                    <a:pt x="1023" y="281"/>
                  </a:lnTo>
                  <a:lnTo>
                    <a:pt x="1025" y="279"/>
                  </a:lnTo>
                  <a:lnTo>
                    <a:pt x="1028" y="281"/>
                  </a:lnTo>
                  <a:lnTo>
                    <a:pt x="1030" y="281"/>
                  </a:lnTo>
                  <a:lnTo>
                    <a:pt x="1034" y="283"/>
                  </a:lnTo>
                  <a:lnTo>
                    <a:pt x="1040" y="283"/>
                  </a:lnTo>
                  <a:lnTo>
                    <a:pt x="1046" y="285"/>
                  </a:lnTo>
                  <a:lnTo>
                    <a:pt x="1047" y="285"/>
                  </a:lnTo>
                  <a:lnTo>
                    <a:pt x="1051" y="285"/>
                  </a:lnTo>
                  <a:lnTo>
                    <a:pt x="1055" y="285"/>
                  </a:lnTo>
                  <a:lnTo>
                    <a:pt x="1061" y="285"/>
                  </a:lnTo>
                  <a:lnTo>
                    <a:pt x="1065" y="285"/>
                  </a:lnTo>
                  <a:lnTo>
                    <a:pt x="1068" y="285"/>
                  </a:lnTo>
                  <a:lnTo>
                    <a:pt x="1072" y="285"/>
                  </a:lnTo>
                  <a:lnTo>
                    <a:pt x="1078" y="283"/>
                  </a:lnTo>
                  <a:lnTo>
                    <a:pt x="1084" y="283"/>
                  </a:lnTo>
                  <a:lnTo>
                    <a:pt x="1087" y="281"/>
                  </a:lnTo>
                  <a:lnTo>
                    <a:pt x="1093" y="281"/>
                  </a:lnTo>
                  <a:lnTo>
                    <a:pt x="1099" y="279"/>
                  </a:lnTo>
                  <a:lnTo>
                    <a:pt x="1104" y="277"/>
                  </a:lnTo>
                  <a:lnTo>
                    <a:pt x="1110" y="276"/>
                  </a:lnTo>
                  <a:lnTo>
                    <a:pt x="1116" y="272"/>
                  </a:lnTo>
                  <a:lnTo>
                    <a:pt x="1123" y="270"/>
                  </a:lnTo>
                  <a:lnTo>
                    <a:pt x="1125" y="268"/>
                  </a:lnTo>
                  <a:lnTo>
                    <a:pt x="1129" y="266"/>
                  </a:lnTo>
                  <a:lnTo>
                    <a:pt x="1131" y="264"/>
                  </a:lnTo>
                  <a:lnTo>
                    <a:pt x="1135" y="264"/>
                  </a:lnTo>
                  <a:lnTo>
                    <a:pt x="1141" y="262"/>
                  </a:lnTo>
                  <a:lnTo>
                    <a:pt x="1142" y="258"/>
                  </a:lnTo>
                  <a:lnTo>
                    <a:pt x="1146" y="258"/>
                  </a:lnTo>
                  <a:lnTo>
                    <a:pt x="1150" y="257"/>
                  </a:lnTo>
                  <a:lnTo>
                    <a:pt x="1152" y="253"/>
                  </a:lnTo>
                  <a:lnTo>
                    <a:pt x="1156" y="251"/>
                  </a:lnTo>
                  <a:lnTo>
                    <a:pt x="1160" y="247"/>
                  </a:lnTo>
                  <a:lnTo>
                    <a:pt x="1163" y="245"/>
                  </a:lnTo>
                  <a:lnTo>
                    <a:pt x="1167" y="243"/>
                  </a:lnTo>
                  <a:lnTo>
                    <a:pt x="1169" y="239"/>
                  </a:lnTo>
                  <a:lnTo>
                    <a:pt x="1173" y="238"/>
                  </a:lnTo>
                  <a:lnTo>
                    <a:pt x="1179" y="234"/>
                  </a:lnTo>
                  <a:lnTo>
                    <a:pt x="1181" y="232"/>
                  </a:lnTo>
                  <a:lnTo>
                    <a:pt x="1184" y="228"/>
                  </a:lnTo>
                  <a:lnTo>
                    <a:pt x="1188" y="226"/>
                  </a:lnTo>
                  <a:lnTo>
                    <a:pt x="1192" y="222"/>
                  </a:lnTo>
                  <a:lnTo>
                    <a:pt x="1196" y="219"/>
                  </a:lnTo>
                  <a:lnTo>
                    <a:pt x="1200" y="215"/>
                  </a:lnTo>
                  <a:lnTo>
                    <a:pt x="1203" y="213"/>
                  </a:lnTo>
                  <a:lnTo>
                    <a:pt x="1207" y="209"/>
                  </a:lnTo>
                  <a:lnTo>
                    <a:pt x="1211" y="205"/>
                  </a:lnTo>
                  <a:lnTo>
                    <a:pt x="1213" y="201"/>
                  </a:lnTo>
                  <a:lnTo>
                    <a:pt x="1217" y="200"/>
                  </a:lnTo>
                  <a:lnTo>
                    <a:pt x="1222" y="196"/>
                  </a:lnTo>
                  <a:lnTo>
                    <a:pt x="1224" y="192"/>
                  </a:lnTo>
                  <a:lnTo>
                    <a:pt x="1228" y="188"/>
                  </a:lnTo>
                  <a:lnTo>
                    <a:pt x="1232" y="184"/>
                  </a:lnTo>
                  <a:lnTo>
                    <a:pt x="1236" y="181"/>
                  </a:lnTo>
                  <a:lnTo>
                    <a:pt x="1239" y="177"/>
                  </a:lnTo>
                  <a:lnTo>
                    <a:pt x="1243" y="175"/>
                  </a:lnTo>
                  <a:lnTo>
                    <a:pt x="1247" y="171"/>
                  </a:lnTo>
                  <a:lnTo>
                    <a:pt x="1249" y="167"/>
                  </a:lnTo>
                  <a:lnTo>
                    <a:pt x="1253" y="163"/>
                  </a:lnTo>
                  <a:lnTo>
                    <a:pt x="1257" y="162"/>
                  </a:lnTo>
                  <a:lnTo>
                    <a:pt x="1260" y="156"/>
                  </a:lnTo>
                  <a:lnTo>
                    <a:pt x="1262" y="154"/>
                  </a:lnTo>
                  <a:lnTo>
                    <a:pt x="1266" y="150"/>
                  </a:lnTo>
                  <a:lnTo>
                    <a:pt x="1268" y="146"/>
                  </a:lnTo>
                  <a:lnTo>
                    <a:pt x="1272" y="144"/>
                  </a:lnTo>
                  <a:lnTo>
                    <a:pt x="1274" y="139"/>
                  </a:lnTo>
                  <a:lnTo>
                    <a:pt x="1279" y="133"/>
                  </a:lnTo>
                  <a:lnTo>
                    <a:pt x="1287" y="127"/>
                  </a:lnTo>
                  <a:lnTo>
                    <a:pt x="1291" y="122"/>
                  </a:lnTo>
                  <a:lnTo>
                    <a:pt x="1295" y="118"/>
                  </a:lnTo>
                  <a:lnTo>
                    <a:pt x="1300" y="112"/>
                  </a:lnTo>
                  <a:lnTo>
                    <a:pt x="1304" y="106"/>
                  </a:lnTo>
                  <a:lnTo>
                    <a:pt x="1308" y="103"/>
                  </a:lnTo>
                  <a:lnTo>
                    <a:pt x="1312" y="99"/>
                  </a:lnTo>
                  <a:lnTo>
                    <a:pt x="1314" y="95"/>
                  </a:lnTo>
                  <a:lnTo>
                    <a:pt x="1317" y="93"/>
                  </a:lnTo>
                  <a:lnTo>
                    <a:pt x="1319" y="89"/>
                  </a:lnTo>
                  <a:lnTo>
                    <a:pt x="1321" y="87"/>
                  </a:lnTo>
                  <a:lnTo>
                    <a:pt x="1350" y="36"/>
                  </a:lnTo>
                  <a:lnTo>
                    <a:pt x="1325" y="0"/>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7" name="Freeform 154">
              <a:extLst>
                <a:ext uri="{FF2B5EF4-FFF2-40B4-BE49-F238E27FC236}">
                  <a16:creationId xmlns:a16="http://schemas.microsoft.com/office/drawing/2014/main" id="{8C66A9C5-FEC7-42A8-B917-40B82C0938D4}"/>
                </a:ext>
              </a:extLst>
            </p:cNvPr>
            <p:cNvSpPr>
              <a:spLocks/>
            </p:cNvSpPr>
            <p:nvPr/>
          </p:nvSpPr>
          <p:spPr bwMode="auto">
            <a:xfrm>
              <a:off x="951" y="2509"/>
              <a:ext cx="489" cy="952"/>
            </a:xfrm>
            <a:custGeom>
              <a:avLst/>
              <a:gdLst>
                <a:gd name="T0" fmla="*/ 11 w 977"/>
                <a:gd name="T1" fmla="*/ 2 h 1904"/>
                <a:gd name="T2" fmla="*/ 10 w 977"/>
                <a:gd name="T3" fmla="*/ 4 h 1904"/>
                <a:gd name="T4" fmla="*/ 10 w 977"/>
                <a:gd name="T5" fmla="*/ 5 h 1904"/>
                <a:gd name="T6" fmla="*/ 11 w 977"/>
                <a:gd name="T7" fmla="*/ 6 h 1904"/>
                <a:gd name="T8" fmla="*/ 11 w 977"/>
                <a:gd name="T9" fmla="*/ 7 h 1904"/>
                <a:gd name="T10" fmla="*/ 11 w 977"/>
                <a:gd name="T11" fmla="*/ 9 h 1904"/>
                <a:gd name="T12" fmla="*/ 11 w 977"/>
                <a:gd name="T13" fmla="*/ 10 h 1904"/>
                <a:gd name="T14" fmla="*/ 12 w 977"/>
                <a:gd name="T15" fmla="*/ 11 h 1904"/>
                <a:gd name="T16" fmla="*/ 12 w 977"/>
                <a:gd name="T17" fmla="*/ 12 h 1904"/>
                <a:gd name="T18" fmla="*/ 12 w 977"/>
                <a:gd name="T19" fmla="*/ 13 h 1904"/>
                <a:gd name="T20" fmla="*/ 13 w 977"/>
                <a:gd name="T21" fmla="*/ 14 h 1904"/>
                <a:gd name="T22" fmla="*/ 14 w 977"/>
                <a:gd name="T23" fmla="*/ 15 h 1904"/>
                <a:gd name="T24" fmla="*/ 15 w 977"/>
                <a:gd name="T25" fmla="*/ 17 h 1904"/>
                <a:gd name="T26" fmla="*/ 15 w 977"/>
                <a:gd name="T27" fmla="*/ 18 h 1904"/>
                <a:gd name="T28" fmla="*/ 15 w 977"/>
                <a:gd name="T29" fmla="*/ 19 h 1904"/>
                <a:gd name="T30" fmla="*/ 15 w 977"/>
                <a:gd name="T31" fmla="*/ 20 h 1904"/>
                <a:gd name="T32" fmla="*/ 16 w 977"/>
                <a:gd name="T33" fmla="*/ 21 h 1904"/>
                <a:gd name="T34" fmla="*/ 15 w 977"/>
                <a:gd name="T35" fmla="*/ 23 h 1904"/>
                <a:gd name="T36" fmla="*/ 15 w 977"/>
                <a:gd name="T37" fmla="*/ 24 h 1904"/>
                <a:gd name="T38" fmla="*/ 14 w 977"/>
                <a:gd name="T39" fmla="*/ 25 h 1904"/>
                <a:gd name="T40" fmla="*/ 14 w 977"/>
                <a:gd name="T41" fmla="*/ 27 h 1904"/>
                <a:gd name="T42" fmla="*/ 12 w 977"/>
                <a:gd name="T43" fmla="*/ 28 h 1904"/>
                <a:gd name="T44" fmla="*/ 11 w 977"/>
                <a:gd name="T45" fmla="*/ 29 h 1904"/>
                <a:gd name="T46" fmla="*/ 9 w 977"/>
                <a:gd name="T47" fmla="*/ 30 h 1904"/>
                <a:gd name="T48" fmla="*/ 6 w 977"/>
                <a:gd name="T49" fmla="*/ 30 h 1904"/>
                <a:gd name="T50" fmla="*/ 4 w 977"/>
                <a:gd name="T51" fmla="*/ 30 h 1904"/>
                <a:gd name="T52" fmla="*/ 2 w 977"/>
                <a:gd name="T53" fmla="*/ 30 h 1904"/>
                <a:gd name="T54" fmla="*/ 1 w 977"/>
                <a:gd name="T55" fmla="*/ 29 h 1904"/>
                <a:gd name="T56" fmla="*/ 1 w 977"/>
                <a:gd name="T57" fmla="*/ 28 h 1904"/>
                <a:gd name="T58" fmla="*/ 2 w 977"/>
                <a:gd name="T59" fmla="*/ 27 h 1904"/>
                <a:gd name="T60" fmla="*/ 3 w 977"/>
                <a:gd name="T61" fmla="*/ 27 h 1904"/>
                <a:gd name="T62" fmla="*/ 5 w 977"/>
                <a:gd name="T63" fmla="*/ 27 h 1904"/>
                <a:gd name="T64" fmla="*/ 7 w 977"/>
                <a:gd name="T65" fmla="*/ 27 h 1904"/>
                <a:gd name="T66" fmla="*/ 9 w 977"/>
                <a:gd name="T67" fmla="*/ 25 h 1904"/>
                <a:gd name="T68" fmla="*/ 10 w 977"/>
                <a:gd name="T69" fmla="*/ 24 h 1904"/>
                <a:gd name="T70" fmla="*/ 11 w 977"/>
                <a:gd name="T71" fmla="*/ 23 h 1904"/>
                <a:gd name="T72" fmla="*/ 10 w 977"/>
                <a:gd name="T73" fmla="*/ 24 h 1904"/>
                <a:gd name="T74" fmla="*/ 8 w 977"/>
                <a:gd name="T75" fmla="*/ 25 h 1904"/>
                <a:gd name="T76" fmla="*/ 7 w 977"/>
                <a:gd name="T77" fmla="*/ 25 h 1904"/>
                <a:gd name="T78" fmla="*/ 6 w 977"/>
                <a:gd name="T79" fmla="*/ 26 h 1904"/>
                <a:gd name="T80" fmla="*/ 7 w 977"/>
                <a:gd name="T81" fmla="*/ 24 h 1904"/>
                <a:gd name="T82" fmla="*/ 8 w 977"/>
                <a:gd name="T83" fmla="*/ 23 h 1904"/>
                <a:gd name="T84" fmla="*/ 8 w 977"/>
                <a:gd name="T85" fmla="*/ 22 h 1904"/>
                <a:gd name="T86" fmla="*/ 8 w 977"/>
                <a:gd name="T87" fmla="*/ 21 h 1904"/>
                <a:gd name="T88" fmla="*/ 9 w 977"/>
                <a:gd name="T89" fmla="*/ 20 h 1904"/>
                <a:gd name="T90" fmla="*/ 10 w 977"/>
                <a:gd name="T91" fmla="*/ 18 h 1904"/>
                <a:gd name="T92" fmla="*/ 11 w 977"/>
                <a:gd name="T93" fmla="*/ 17 h 1904"/>
                <a:gd name="T94" fmla="*/ 11 w 977"/>
                <a:gd name="T95" fmla="*/ 15 h 1904"/>
                <a:gd name="T96" fmla="*/ 10 w 977"/>
                <a:gd name="T97" fmla="*/ 17 h 1904"/>
                <a:gd name="T98" fmla="*/ 9 w 977"/>
                <a:gd name="T99" fmla="*/ 18 h 1904"/>
                <a:gd name="T100" fmla="*/ 8 w 977"/>
                <a:gd name="T101" fmla="*/ 18 h 1904"/>
                <a:gd name="T102" fmla="*/ 8 w 977"/>
                <a:gd name="T103" fmla="*/ 17 h 1904"/>
                <a:gd name="T104" fmla="*/ 9 w 977"/>
                <a:gd name="T105" fmla="*/ 15 h 1904"/>
                <a:gd name="T106" fmla="*/ 10 w 977"/>
                <a:gd name="T107" fmla="*/ 14 h 1904"/>
                <a:gd name="T108" fmla="*/ 10 w 977"/>
                <a:gd name="T109" fmla="*/ 12 h 1904"/>
                <a:gd name="T110" fmla="*/ 10 w 977"/>
                <a:gd name="T111" fmla="*/ 10 h 1904"/>
                <a:gd name="T112" fmla="*/ 9 w 977"/>
                <a:gd name="T113" fmla="*/ 9 h 1904"/>
                <a:gd name="T114" fmla="*/ 9 w 977"/>
                <a:gd name="T115" fmla="*/ 7 h 1904"/>
                <a:gd name="T116" fmla="*/ 9 w 977"/>
                <a:gd name="T117" fmla="*/ 6 h 1904"/>
                <a:gd name="T118" fmla="*/ 9 w 977"/>
                <a:gd name="T119" fmla="*/ 5 h 1904"/>
                <a:gd name="T120" fmla="*/ 9 w 977"/>
                <a:gd name="T121" fmla="*/ 3 h 1904"/>
                <a:gd name="T122" fmla="*/ 10 w 977"/>
                <a:gd name="T123" fmla="*/ 1 h 190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7"/>
                <a:gd name="T187" fmla="*/ 0 h 1904"/>
                <a:gd name="T188" fmla="*/ 977 w 977"/>
                <a:gd name="T189" fmla="*/ 1904 h 190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7" h="1904">
                  <a:moveTo>
                    <a:pt x="625" y="26"/>
                  </a:moveTo>
                  <a:lnTo>
                    <a:pt x="627" y="28"/>
                  </a:lnTo>
                  <a:lnTo>
                    <a:pt x="629" y="30"/>
                  </a:lnTo>
                  <a:lnTo>
                    <a:pt x="631" y="34"/>
                  </a:lnTo>
                  <a:lnTo>
                    <a:pt x="635" y="36"/>
                  </a:lnTo>
                  <a:lnTo>
                    <a:pt x="637" y="41"/>
                  </a:lnTo>
                  <a:lnTo>
                    <a:pt x="639" y="43"/>
                  </a:lnTo>
                  <a:lnTo>
                    <a:pt x="639" y="47"/>
                  </a:lnTo>
                  <a:lnTo>
                    <a:pt x="642" y="49"/>
                  </a:lnTo>
                  <a:lnTo>
                    <a:pt x="642" y="53"/>
                  </a:lnTo>
                  <a:lnTo>
                    <a:pt x="644" y="57"/>
                  </a:lnTo>
                  <a:lnTo>
                    <a:pt x="646" y="60"/>
                  </a:lnTo>
                  <a:lnTo>
                    <a:pt x="648" y="62"/>
                  </a:lnTo>
                  <a:lnTo>
                    <a:pt x="648" y="66"/>
                  </a:lnTo>
                  <a:lnTo>
                    <a:pt x="650" y="72"/>
                  </a:lnTo>
                  <a:lnTo>
                    <a:pt x="650" y="76"/>
                  </a:lnTo>
                  <a:lnTo>
                    <a:pt x="652" y="79"/>
                  </a:lnTo>
                  <a:lnTo>
                    <a:pt x="654" y="85"/>
                  </a:lnTo>
                  <a:lnTo>
                    <a:pt x="654" y="89"/>
                  </a:lnTo>
                  <a:lnTo>
                    <a:pt x="654" y="93"/>
                  </a:lnTo>
                  <a:lnTo>
                    <a:pt x="654" y="98"/>
                  </a:lnTo>
                  <a:lnTo>
                    <a:pt x="654" y="104"/>
                  </a:lnTo>
                  <a:lnTo>
                    <a:pt x="654" y="110"/>
                  </a:lnTo>
                  <a:lnTo>
                    <a:pt x="654" y="114"/>
                  </a:lnTo>
                  <a:lnTo>
                    <a:pt x="654" y="119"/>
                  </a:lnTo>
                  <a:lnTo>
                    <a:pt x="654" y="125"/>
                  </a:lnTo>
                  <a:lnTo>
                    <a:pt x="654" y="131"/>
                  </a:lnTo>
                  <a:lnTo>
                    <a:pt x="652" y="136"/>
                  </a:lnTo>
                  <a:lnTo>
                    <a:pt x="650" y="142"/>
                  </a:lnTo>
                  <a:lnTo>
                    <a:pt x="648" y="148"/>
                  </a:lnTo>
                  <a:lnTo>
                    <a:pt x="646" y="154"/>
                  </a:lnTo>
                  <a:lnTo>
                    <a:pt x="644" y="159"/>
                  </a:lnTo>
                  <a:lnTo>
                    <a:pt x="642" y="167"/>
                  </a:lnTo>
                  <a:lnTo>
                    <a:pt x="641" y="173"/>
                  </a:lnTo>
                  <a:lnTo>
                    <a:pt x="637" y="178"/>
                  </a:lnTo>
                  <a:lnTo>
                    <a:pt x="635" y="184"/>
                  </a:lnTo>
                  <a:lnTo>
                    <a:pt x="633" y="190"/>
                  </a:lnTo>
                  <a:lnTo>
                    <a:pt x="631" y="197"/>
                  </a:lnTo>
                  <a:lnTo>
                    <a:pt x="627" y="201"/>
                  </a:lnTo>
                  <a:lnTo>
                    <a:pt x="625" y="209"/>
                  </a:lnTo>
                  <a:lnTo>
                    <a:pt x="623" y="212"/>
                  </a:lnTo>
                  <a:lnTo>
                    <a:pt x="623" y="216"/>
                  </a:lnTo>
                  <a:lnTo>
                    <a:pt x="622" y="218"/>
                  </a:lnTo>
                  <a:lnTo>
                    <a:pt x="620" y="220"/>
                  </a:lnTo>
                  <a:lnTo>
                    <a:pt x="618" y="226"/>
                  </a:lnTo>
                  <a:lnTo>
                    <a:pt x="616" y="233"/>
                  </a:lnTo>
                  <a:lnTo>
                    <a:pt x="612" y="239"/>
                  </a:lnTo>
                  <a:lnTo>
                    <a:pt x="610" y="245"/>
                  </a:lnTo>
                  <a:lnTo>
                    <a:pt x="606" y="250"/>
                  </a:lnTo>
                  <a:lnTo>
                    <a:pt x="606" y="256"/>
                  </a:lnTo>
                  <a:lnTo>
                    <a:pt x="604" y="262"/>
                  </a:lnTo>
                  <a:lnTo>
                    <a:pt x="603" y="268"/>
                  </a:lnTo>
                  <a:lnTo>
                    <a:pt x="601" y="273"/>
                  </a:lnTo>
                  <a:lnTo>
                    <a:pt x="599" y="279"/>
                  </a:lnTo>
                  <a:lnTo>
                    <a:pt x="599" y="283"/>
                  </a:lnTo>
                  <a:lnTo>
                    <a:pt x="599" y="288"/>
                  </a:lnTo>
                  <a:lnTo>
                    <a:pt x="597" y="294"/>
                  </a:lnTo>
                  <a:lnTo>
                    <a:pt x="597" y="298"/>
                  </a:lnTo>
                  <a:lnTo>
                    <a:pt x="597" y="304"/>
                  </a:lnTo>
                  <a:lnTo>
                    <a:pt x="599" y="307"/>
                  </a:lnTo>
                  <a:lnTo>
                    <a:pt x="599" y="313"/>
                  </a:lnTo>
                  <a:lnTo>
                    <a:pt x="599" y="317"/>
                  </a:lnTo>
                  <a:lnTo>
                    <a:pt x="601" y="321"/>
                  </a:lnTo>
                  <a:lnTo>
                    <a:pt x="603" y="325"/>
                  </a:lnTo>
                  <a:lnTo>
                    <a:pt x="604" y="328"/>
                  </a:lnTo>
                  <a:lnTo>
                    <a:pt x="606" y="332"/>
                  </a:lnTo>
                  <a:lnTo>
                    <a:pt x="608" y="336"/>
                  </a:lnTo>
                  <a:lnTo>
                    <a:pt x="612" y="340"/>
                  </a:lnTo>
                  <a:lnTo>
                    <a:pt x="618" y="345"/>
                  </a:lnTo>
                  <a:lnTo>
                    <a:pt x="623" y="351"/>
                  </a:lnTo>
                  <a:lnTo>
                    <a:pt x="625" y="353"/>
                  </a:lnTo>
                  <a:lnTo>
                    <a:pt x="629" y="355"/>
                  </a:lnTo>
                  <a:lnTo>
                    <a:pt x="633" y="357"/>
                  </a:lnTo>
                  <a:lnTo>
                    <a:pt x="637" y="361"/>
                  </a:lnTo>
                  <a:lnTo>
                    <a:pt x="642" y="365"/>
                  </a:lnTo>
                  <a:lnTo>
                    <a:pt x="648" y="368"/>
                  </a:lnTo>
                  <a:lnTo>
                    <a:pt x="654" y="370"/>
                  </a:lnTo>
                  <a:lnTo>
                    <a:pt x="658" y="372"/>
                  </a:lnTo>
                  <a:lnTo>
                    <a:pt x="663" y="374"/>
                  </a:lnTo>
                  <a:lnTo>
                    <a:pt x="667" y="376"/>
                  </a:lnTo>
                  <a:lnTo>
                    <a:pt x="669" y="376"/>
                  </a:lnTo>
                  <a:lnTo>
                    <a:pt x="669" y="378"/>
                  </a:lnTo>
                  <a:lnTo>
                    <a:pt x="667" y="382"/>
                  </a:lnTo>
                  <a:lnTo>
                    <a:pt x="667" y="384"/>
                  </a:lnTo>
                  <a:lnTo>
                    <a:pt x="667" y="387"/>
                  </a:lnTo>
                  <a:lnTo>
                    <a:pt x="665" y="389"/>
                  </a:lnTo>
                  <a:lnTo>
                    <a:pt x="665" y="395"/>
                  </a:lnTo>
                  <a:lnTo>
                    <a:pt x="663" y="399"/>
                  </a:lnTo>
                  <a:lnTo>
                    <a:pt x="663" y="403"/>
                  </a:lnTo>
                  <a:lnTo>
                    <a:pt x="661" y="408"/>
                  </a:lnTo>
                  <a:lnTo>
                    <a:pt x="661" y="414"/>
                  </a:lnTo>
                  <a:lnTo>
                    <a:pt x="660" y="420"/>
                  </a:lnTo>
                  <a:lnTo>
                    <a:pt x="660" y="427"/>
                  </a:lnTo>
                  <a:lnTo>
                    <a:pt x="658" y="431"/>
                  </a:lnTo>
                  <a:lnTo>
                    <a:pt x="658" y="433"/>
                  </a:lnTo>
                  <a:lnTo>
                    <a:pt x="658" y="437"/>
                  </a:lnTo>
                  <a:lnTo>
                    <a:pt x="658" y="441"/>
                  </a:lnTo>
                  <a:lnTo>
                    <a:pt x="656" y="444"/>
                  </a:lnTo>
                  <a:lnTo>
                    <a:pt x="656" y="446"/>
                  </a:lnTo>
                  <a:lnTo>
                    <a:pt x="656" y="450"/>
                  </a:lnTo>
                  <a:lnTo>
                    <a:pt x="656" y="454"/>
                  </a:lnTo>
                  <a:lnTo>
                    <a:pt x="656" y="458"/>
                  </a:lnTo>
                  <a:lnTo>
                    <a:pt x="654" y="461"/>
                  </a:lnTo>
                  <a:lnTo>
                    <a:pt x="654" y="465"/>
                  </a:lnTo>
                  <a:lnTo>
                    <a:pt x="654" y="469"/>
                  </a:lnTo>
                  <a:lnTo>
                    <a:pt x="654" y="473"/>
                  </a:lnTo>
                  <a:lnTo>
                    <a:pt x="654" y="477"/>
                  </a:lnTo>
                  <a:lnTo>
                    <a:pt x="654" y="480"/>
                  </a:lnTo>
                  <a:lnTo>
                    <a:pt x="654" y="484"/>
                  </a:lnTo>
                  <a:lnTo>
                    <a:pt x="654" y="488"/>
                  </a:lnTo>
                  <a:lnTo>
                    <a:pt x="654" y="492"/>
                  </a:lnTo>
                  <a:lnTo>
                    <a:pt x="654" y="496"/>
                  </a:lnTo>
                  <a:lnTo>
                    <a:pt x="654" y="499"/>
                  </a:lnTo>
                  <a:lnTo>
                    <a:pt x="654" y="503"/>
                  </a:lnTo>
                  <a:lnTo>
                    <a:pt x="654" y="507"/>
                  </a:lnTo>
                  <a:lnTo>
                    <a:pt x="654" y="509"/>
                  </a:lnTo>
                  <a:lnTo>
                    <a:pt x="654" y="515"/>
                  </a:lnTo>
                  <a:lnTo>
                    <a:pt x="654" y="518"/>
                  </a:lnTo>
                  <a:lnTo>
                    <a:pt x="654" y="520"/>
                  </a:lnTo>
                  <a:lnTo>
                    <a:pt x="656" y="524"/>
                  </a:lnTo>
                  <a:lnTo>
                    <a:pt x="656" y="528"/>
                  </a:lnTo>
                  <a:lnTo>
                    <a:pt x="656" y="532"/>
                  </a:lnTo>
                  <a:lnTo>
                    <a:pt x="656" y="536"/>
                  </a:lnTo>
                  <a:lnTo>
                    <a:pt x="656" y="539"/>
                  </a:lnTo>
                  <a:lnTo>
                    <a:pt x="658" y="543"/>
                  </a:lnTo>
                  <a:lnTo>
                    <a:pt x="658" y="545"/>
                  </a:lnTo>
                  <a:lnTo>
                    <a:pt x="660" y="551"/>
                  </a:lnTo>
                  <a:lnTo>
                    <a:pt x="660" y="553"/>
                  </a:lnTo>
                  <a:lnTo>
                    <a:pt x="661" y="556"/>
                  </a:lnTo>
                  <a:lnTo>
                    <a:pt x="663" y="562"/>
                  </a:lnTo>
                  <a:lnTo>
                    <a:pt x="665" y="568"/>
                  </a:lnTo>
                  <a:lnTo>
                    <a:pt x="667" y="574"/>
                  </a:lnTo>
                  <a:lnTo>
                    <a:pt x="671" y="579"/>
                  </a:lnTo>
                  <a:lnTo>
                    <a:pt x="673" y="585"/>
                  </a:lnTo>
                  <a:lnTo>
                    <a:pt x="679" y="589"/>
                  </a:lnTo>
                  <a:lnTo>
                    <a:pt x="680" y="594"/>
                  </a:lnTo>
                  <a:lnTo>
                    <a:pt x="684" y="600"/>
                  </a:lnTo>
                  <a:lnTo>
                    <a:pt x="688" y="602"/>
                  </a:lnTo>
                  <a:lnTo>
                    <a:pt x="692" y="608"/>
                  </a:lnTo>
                  <a:lnTo>
                    <a:pt x="696" y="610"/>
                  </a:lnTo>
                  <a:lnTo>
                    <a:pt x="699" y="615"/>
                  </a:lnTo>
                  <a:lnTo>
                    <a:pt x="701" y="619"/>
                  </a:lnTo>
                  <a:lnTo>
                    <a:pt x="707" y="621"/>
                  </a:lnTo>
                  <a:lnTo>
                    <a:pt x="711" y="623"/>
                  </a:lnTo>
                  <a:lnTo>
                    <a:pt x="717" y="629"/>
                  </a:lnTo>
                  <a:lnTo>
                    <a:pt x="718" y="631"/>
                  </a:lnTo>
                  <a:lnTo>
                    <a:pt x="722" y="632"/>
                  </a:lnTo>
                  <a:lnTo>
                    <a:pt x="726" y="634"/>
                  </a:lnTo>
                  <a:lnTo>
                    <a:pt x="730" y="636"/>
                  </a:lnTo>
                  <a:lnTo>
                    <a:pt x="732" y="638"/>
                  </a:lnTo>
                  <a:lnTo>
                    <a:pt x="736" y="640"/>
                  </a:lnTo>
                  <a:lnTo>
                    <a:pt x="739" y="642"/>
                  </a:lnTo>
                  <a:lnTo>
                    <a:pt x="743" y="644"/>
                  </a:lnTo>
                  <a:lnTo>
                    <a:pt x="747" y="646"/>
                  </a:lnTo>
                  <a:lnTo>
                    <a:pt x="751" y="648"/>
                  </a:lnTo>
                  <a:lnTo>
                    <a:pt x="753" y="648"/>
                  </a:lnTo>
                  <a:lnTo>
                    <a:pt x="755" y="648"/>
                  </a:lnTo>
                  <a:lnTo>
                    <a:pt x="753" y="650"/>
                  </a:lnTo>
                  <a:lnTo>
                    <a:pt x="753" y="653"/>
                  </a:lnTo>
                  <a:lnTo>
                    <a:pt x="753" y="655"/>
                  </a:lnTo>
                  <a:lnTo>
                    <a:pt x="753" y="659"/>
                  </a:lnTo>
                  <a:lnTo>
                    <a:pt x="753" y="663"/>
                  </a:lnTo>
                  <a:lnTo>
                    <a:pt x="753" y="667"/>
                  </a:lnTo>
                  <a:lnTo>
                    <a:pt x="751" y="670"/>
                  </a:lnTo>
                  <a:lnTo>
                    <a:pt x="751" y="676"/>
                  </a:lnTo>
                  <a:lnTo>
                    <a:pt x="751" y="680"/>
                  </a:lnTo>
                  <a:lnTo>
                    <a:pt x="751" y="686"/>
                  </a:lnTo>
                  <a:lnTo>
                    <a:pt x="751" y="691"/>
                  </a:lnTo>
                  <a:lnTo>
                    <a:pt x="751" y="697"/>
                  </a:lnTo>
                  <a:lnTo>
                    <a:pt x="751" y="701"/>
                  </a:lnTo>
                  <a:lnTo>
                    <a:pt x="751" y="705"/>
                  </a:lnTo>
                  <a:lnTo>
                    <a:pt x="751" y="708"/>
                  </a:lnTo>
                  <a:lnTo>
                    <a:pt x="753" y="712"/>
                  </a:lnTo>
                  <a:lnTo>
                    <a:pt x="753" y="716"/>
                  </a:lnTo>
                  <a:lnTo>
                    <a:pt x="753" y="720"/>
                  </a:lnTo>
                  <a:lnTo>
                    <a:pt x="753" y="722"/>
                  </a:lnTo>
                  <a:lnTo>
                    <a:pt x="753" y="726"/>
                  </a:lnTo>
                  <a:lnTo>
                    <a:pt x="753" y="729"/>
                  </a:lnTo>
                  <a:lnTo>
                    <a:pt x="753" y="733"/>
                  </a:lnTo>
                  <a:lnTo>
                    <a:pt x="753" y="737"/>
                  </a:lnTo>
                  <a:lnTo>
                    <a:pt x="755" y="741"/>
                  </a:lnTo>
                  <a:lnTo>
                    <a:pt x="755" y="745"/>
                  </a:lnTo>
                  <a:lnTo>
                    <a:pt x="755" y="748"/>
                  </a:lnTo>
                  <a:lnTo>
                    <a:pt x="755" y="752"/>
                  </a:lnTo>
                  <a:lnTo>
                    <a:pt x="755" y="758"/>
                  </a:lnTo>
                  <a:lnTo>
                    <a:pt x="755" y="760"/>
                  </a:lnTo>
                  <a:lnTo>
                    <a:pt x="756" y="764"/>
                  </a:lnTo>
                  <a:lnTo>
                    <a:pt x="756" y="767"/>
                  </a:lnTo>
                  <a:lnTo>
                    <a:pt x="756" y="773"/>
                  </a:lnTo>
                  <a:lnTo>
                    <a:pt x="756" y="777"/>
                  </a:lnTo>
                  <a:lnTo>
                    <a:pt x="756" y="779"/>
                  </a:lnTo>
                  <a:lnTo>
                    <a:pt x="758" y="785"/>
                  </a:lnTo>
                  <a:lnTo>
                    <a:pt x="758" y="788"/>
                  </a:lnTo>
                  <a:lnTo>
                    <a:pt x="760" y="792"/>
                  </a:lnTo>
                  <a:lnTo>
                    <a:pt x="760" y="796"/>
                  </a:lnTo>
                  <a:lnTo>
                    <a:pt x="760" y="800"/>
                  </a:lnTo>
                  <a:lnTo>
                    <a:pt x="762" y="804"/>
                  </a:lnTo>
                  <a:lnTo>
                    <a:pt x="762" y="807"/>
                  </a:lnTo>
                  <a:lnTo>
                    <a:pt x="762" y="811"/>
                  </a:lnTo>
                  <a:lnTo>
                    <a:pt x="764" y="817"/>
                  </a:lnTo>
                  <a:lnTo>
                    <a:pt x="764" y="821"/>
                  </a:lnTo>
                  <a:lnTo>
                    <a:pt x="764" y="823"/>
                  </a:lnTo>
                  <a:lnTo>
                    <a:pt x="768" y="828"/>
                  </a:lnTo>
                  <a:lnTo>
                    <a:pt x="768" y="832"/>
                  </a:lnTo>
                  <a:lnTo>
                    <a:pt x="770" y="836"/>
                  </a:lnTo>
                  <a:lnTo>
                    <a:pt x="770" y="840"/>
                  </a:lnTo>
                  <a:lnTo>
                    <a:pt x="770" y="842"/>
                  </a:lnTo>
                  <a:lnTo>
                    <a:pt x="772" y="845"/>
                  </a:lnTo>
                  <a:lnTo>
                    <a:pt x="774" y="849"/>
                  </a:lnTo>
                  <a:lnTo>
                    <a:pt x="775" y="853"/>
                  </a:lnTo>
                  <a:lnTo>
                    <a:pt x="775" y="855"/>
                  </a:lnTo>
                  <a:lnTo>
                    <a:pt x="777" y="861"/>
                  </a:lnTo>
                  <a:lnTo>
                    <a:pt x="779" y="864"/>
                  </a:lnTo>
                  <a:lnTo>
                    <a:pt x="779" y="866"/>
                  </a:lnTo>
                  <a:lnTo>
                    <a:pt x="781" y="868"/>
                  </a:lnTo>
                  <a:lnTo>
                    <a:pt x="781" y="872"/>
                  </a:lnTo>
                  <a:lnTo>
                    <a:pt x="783" y="876"/>
                  </a:lnTo>
                  <a:lnTo>
                    <a:pt x="785" y="880"/>
                  </a:lnTo>
                  <a:lnTo>
                    <a:pt x="787" y="883"/>
                  </a:lnTo>
                  <a:lnTo>
                    <a:pt x="789" y="885"/>
                  </a:lnTo>
                  <a:lnTo>
                    <a:pt x="791" y="889"/>
                  </a:lnTo>
                  <a:lnTo>
                    <a:pt x="793" y="893"/>
                  </a:lnTo>
                  <a:lnTo>
                    <a:pt x="796" y="899"/>
                  </a:lnTo>
                  <a:lnTo>
                    <a:pt x="800" y="904"/>
                  </a:lnTo>
                  <a:lnTo>
                    <a:pt x="802" y="910"/>
                  </a:lnTo>
                  <a:lnTo>
                    <a:pt x="806" y="916"/>
                  </a:lnTo>
                  <a:lnTo>
                    <a:pt x="810" y="921"/>
                  </a:lnTo>
                  <a:lnTo>
                    <a:pt x="812" y="925"/>
                  </a:lnTo>
                  <a:lnTo>
                    <a:pt x="815" y="929"/>
                  </a:lnTo>
                  <a:lnTo>
                    <a:pt x="817" y="933"/>
                  </a:lnTo>
                  <a:lnTo>
                    <a:pt x="821" y="937"/>
                  </a:lnTo>
                  <a:lnTo>
                    <a:pt x="825" y="940"/>
                  </a:lnTo>
                  <a:lnTo>
                    <a:pt x="827" y="944"/>
                  </a:lnTo>
                  <a:lnTo>
                    <a:pt x="831" y="950"/>
                  </a:lnTo>
                  <a:lnTo>
                    <a:pt x="836" y="956"/>
                  </a:lnTo>
                  <a:lnTo>
                    <a:pt x="840" y="959"/>
                  </a:lnTo>
                  <a:lnTo>
                    <a:pt x="842" y="961"/>
                  </a:lnTo>
                  <a:lnTo>
                    <a:pt x="844" y="963"/>
                  </a:lnTo>
                  <a:lnTo>
                    <a:pt x="846" y="965"/>
                  </a:lnTo>
                  <a:lnTo>
                    <a:pt x="901" y="952"/>
                  </a:lnTo>
                  <a:lnTo>
                    <a:pt x="901" y="956"/>
                  </a:lnTo>
                  <a:lnTo>
                    <a:pt x="903" y="959"/>
                  </a:lnTo>
                  <a:lnTo>
                    <a:pt x="903" y="961"/>
                  </a:lnTo>
                  <a:lnTo>
                    <a:pt x="905" y="965"/>
                  </a:lnTo>
                  <a:lnTo>
                    <a:pt x="905" y="969"/>
                  </a:lnTo>
                  <a:lnTo>
                    <a:pt x="907" y="973"/>
                  </a:lnTo>
                  <a:lnTo>
                    <a:pt x="907" y="978"/>
                  </a:lnTo>
                  <a:lnTo>
                    <a:pt x="909" y="984"/>
                  </a:lnTo>
                  <a:lnTo>
                    <a:pt x="909" y="988"/>
                  </a:lnTo>
                  <a:lnTo>
                    <a:pt x="910" y="994"/>
                  </a:lnTo>
                  <a:lnTo>
                    <a:pt x="912" y="999"/>
                  </a:lnTo>
                  <a:lnTo>
                    <a:pt x="914" y="1005"/>
                  </a:lnTo>
                  <a:lnTo>
                    <a:pt x="916" y="1011"/>
                  </a:lnTo>
                  <a:lnTo>
                    <a:pt x="918" y="1018"/>
                  </a:lnTo>
                  <a:lnTo>
                    <a:pt x="918" y="1020"/>
                  </a:lnTo>
                  <a:lnTo>
                    <a:pt x="918" y="1024"/>
                  </a:lnTo>
                  <a:lnTo>
                    <a:pt x="918" y="1028"/>
                  </a:lnTo>
                  <a:lnTo>
                    <a:pt x="920" y="1032"/>
                  </a:lnTo>
                  <a:lnTo>
                    <a:pt x="920" y="1035"/>
                  </a:lnTo>
                  <a:lnTo>
                    <a:pt x="920" y="1037"/>
                  </a:lnTo>
                  <a:lnTo>
                    <a:pt x="920" y="1041"/>
                  </a:lnTo>
                  <a:lnTo>
                    <a:pt x="922" y="1045"/>
                  </a:lnTo>
                  <a:lnTo>
                    <a:pt x="922" y="1049"/>
                  </a:lnTo>
                  <a:lnTo>
                    <a:pt x="922" y="1052"/>
                  </a:lnTo>
                  <a:lnTo>
                    <a:pt x="924" y="1056"/>
                  </a:lnTo>
                  <a:lnTo>
                    <a:pt x="926" y="1060"/>
                  </a:lnTo>
                  <a:lnTo>
                    <a:pt x="926" y="1064"/>
                  </a:lnTo>
                  <a:lnTo>
                    <a:pt x="926" y="1068"/>
                  </a:lnTo>
                  <a:lnTo>
                    <a:pt x="926" y="1070"/>
                  </a:lnTo>
                  <a:lnTo>
                    <a:pt x="928" y="1075"/>
                  </a:lnTo>
                  <a:lnTo>
                    <a:pt x="928" y="1079"/>
                  </a:lnTo>
                  <a:lnTo>
                    <a:pt x="928" y="1083"/>
                  </a:lnTo>
                  <a:lnTo>
                    <a:pt x="928" y="1087"/>
                  </a:lnTo>
                  <a:lnTo>
                    <a:pt x="929" y="1090"/>
                  </a:lnTo>
                  <a:lnTo>
                    <a:pt x="929" y="1094"/>
                  </a:lnTo>
                  <a:lnTo>
                    <a:pt x="929" y="1098"/>
                  </a:lnTo>
                  <a:lnTo>
                    <a:pt x="931" y="1102"/>
                  </a:lnTo>
                  <a:lnTo>
                    <a:pt x="931" y="1106"/>
                  </a:lnTo>
                  <a:lnTo>
                    <a:pt x="931" y="1110"/>
                  </a:lnTo>
                  <a:lnTo>
                    <a:pt x="933" y="1113"/>
                  </a:lnTo>
                  <a:lnTo>
                    <a:pt x="933" y="1117"/>
                  </a:lnTo>
                  <a:lnTo>
                    <a:pt x="933" y="1123"/>
                  </a:lnTo>
                  <a:lnTo>
                    <a:pt x="933" y="1127"/>
                  </a:lnTo>
                  <a:lnTo>
                    <a:pt x="933" y="1130"/>
                  </a:lnTo>
                  <a:lnTo>
                    <a:pt x="933" y="1132"/>
                  </a:lnTo>
                  <a:lnTo>
                    <a:pt x="933" y="1138"/>
                  </a:lnTo>
                  <a:lnTo>
                    <a:pt x="933" y="1142"/>
                  </a:lnTo>
                  <a:lnTo>
                    <a:pt x="933" y="1144"/>
                  </a:lnTo>
                  <a:lnTo>
                    <a:pt x="933" y="1149"/>
                  </a:lnTo>
                  <a:lnTo>
                    <a:pt x="933" y="1153"/>
                  </a:lnTo>
                  <a:lnTo>
                    <a:pt x="933" y="1157"/>
                  </a:lnTo>
                  <a:lnTo>
                    <a:pt x="933" y="1161"/>
                  </a:lnTo>
                  <a:lnTo>
                    <a:pt x="933" y="1163"/>
                  </a:lnTo>
                  <a:lnTo>
                    <a:pt x="933" y="1168"/>
                  </a:lnTo>
                  <a:lnTo>
                    <a:pt x="933" y="1170"/>
                  </a:lnTo>
                  <a:lnTo>
                    <a:pt x="933" y="1174"/>
                  </a:lnTo>
                  <a:lnTo>
                    <a:pt x="933" y="1178"/>
                  </a:lnTo>
                  <a:lnTo>
                    <a:pt x="933" y="1182"/>
                  </a:lnTo>
                  <a:lnTo>
                    <a:pt x="933" y="1186"/>
                  </a:lnTo>
                  <a:lnTo>
                    <a:pt x="933" y="1189"/>
                  </a:lnTo>
                  <a:lnTo>
                    <a:pt x="933" y="1193"/>
                  </a:lnTo>
                  <a:lnTo>
                    <a:pt x="933" y="1195"/>
                  </a:lnTo>
                  <a:lnTo>
                    <a:pt x="933" y="1199"/>
                  </a:lnTo>
                  <a:lnTo>
                    <a:pt x="933" y="1203"/>
                  </a:lnTo>
                  <a:lnTo>
                    <a:pt x="933" y="1206"/>
                  </a:lnTo>
                  <a:lnTo>
                    <a:pt x="933" y="1210"/>
                  </a:lnTo>
                  <a:lnTo>
                    <a:pt x="931" y="1214"/>
                  </a:lnTo>
                  <a:lnTo>
                    <a:pt x="931" y="1222"/>
                  </a:lnTo>
                  <a:lnTo>
                    <a:pt x="931" y="1227"/>
                  </a:lnTo>
                  <a:lnTo>
                    <a:pt x="931" y="1233"/>
                  </a:lnTo>
                  <a:lnTo>
                    <a:pt x="929" y="1239"/>
                  </a:lnTo>
                  <a:lnTo>
                    <a:pt x="928" y="1243"/>
                  </a:lnTo>
                  <a:lnTo>
                    <a:pt x="928" y="1248"/>
                  </a:lnTo>
                  <a:lnTo>
                    <a:pt x="928" y="1252"/>
                  </a:lnTo>
                  <a:lnTo>
                    <a:pt x="928" y="1258"/>
                  </a:lnTo>
                  <a:lnTo>
                    <a:pt x="926" y="1262"/>
                  </a:lnTo>
                  <a:lnTo>
                    <a:pt x="926" y="1265"/>
                  </a:lnTo>
                  <a:lnTo>
                    <a:pt x="926" y="1269"/>
                  </a:lnTo>
                  <a:lnTo>
                    <a:pt x="926" y="1275"/>
                  </a:lnTo>
                  <a:lnTo>
                    <a:pt x="924" y="1279"/>
                  </a:lnTo>
                  <a:lnTo>
                    <a:pt x="924" y="1281"/>
                  </a:lnTo>
                  <a:lnTo>
                    <a:pt x="924" y="1282"/>
                  </a:lnTo>
                  <a:lnTo>
                    <a:pt x="977" y="1282"/>
                  </a:lnTo>
                  <a:lnTo>
                    <a:pt x="975" y="1282"/>
                  </a:lnTo>
                  <a:lnTo>
                    <a:pt x="975" y="1286"/>
                  </a:lnTo>
                  <a:lnTo>
                    <a:pt x="975" y="1288"/>
                  </a:lnTo>
                  <a:lnTo>
                    <a:pt x="975" y="1294"/>
                  </a:lnTo>
                  <a:lnTo>
                    <a:pt x="975" y="1296"/>
                  </a:lnTo>
                  <a:lnTo>
                    <a:pt x="975" y="1301"/>
                  </a:lnTo>
                  <a:lnTo>
                    <a:pt x="975" y="1305"/>
                  </a:lnTo>
                  <a:lnTo>
                    <a:pt x="975" y="1311"/>
                  </a:lnTo>
                  <a:lnTo>
                    <a:pt x="973" y="1315"/>
                  </a:lnTo>
                  <a:lnTo>
                    <a:pt x="973" y="1322"/>
                  </a:lnTo>
                  <a:lnTo>
                    <a:pt x="971" y="1326"/>
                  </a:lnTo>
                  <a:lnTo>
                    <a:pt x="971" y="1330"/>
                  </a:lnTo>
                  <a:lnTo>
                    <a:pt x="971" y="1332"/>
                  </a:lnTo>
                  <a:lnTo>
                    <a:pt x="971" y="1336"/>
                  </a:lnTo>
                  <a:lnTo>
                    <a:pt x="969" y="1339"/>
                  </a:lnTo>
                  <a:lnTo>
                    <a:pt x="969" y="1343"/>
                  </a:lnTo>
                  <a:lnTo>
                    <a:pt x="969" y="1345"/>
                  </a:lnTo>
                  <a:lnTo>
                    <a:pt x="969" y="1351"/>
                  </a:lnTo>
                  <a:lnTo>
                    <a:pt x="967" y="1353"/>
                  </a:lnTo>
                  <a:lnTo>
                    <a:pt x="967" y="1357"/>
                  </a:lnTo>
                  <a:lnTo>
                    <a:pt x="966" y="1362"/>
                  </a:lnTo>
                  <a:lnTo>
                    <a:pt x="966" y="1364"/>
                  </a:lnTo>
                  <a:lnTo>
                    <a:pt x="964" y="1370"/>
                  </a:lnTo>
                  <a:lnTo>
                    <a:pt x="964" y="1374"/>
                  </a:lnTo>
                  <a:lnTo>
                    <a:pt x="962" y="1377"/>
                  </a:lnTo>
                  <a:lnTo>
                    <a:pt x="962" y="1381"/>
                  </a:lnTo>
                  <a:lnTo>
                    <a:pt x="962" y="1385"/>
                  </a:lnTo>
                  <a:lnTo>
                    <a:pt x="960" y="1389"/>
                  </a:lnTo>
                  <a:lnTo>
                    <a:pt x="958" y="1395"/>
                  </a:lnTo>
                  <a:lnTo>
                    <a:pt x="958" y="1398"/>
                  </a:lnTo>
                  <a:lnTo>
                    <a:pt x="956" y="1402"/>
                  </a:lnTo>
                  <a:lnTo>
                    <a:pt x="956" y="1408"/>
                  </a:lnTo>
                  <a:lnTo>
                    <a:pt x="954" y="1412"/>
                  </a:lnTo>
                  <a:lnTo>
                    <a:pt x="952" y="1415"/>
                  </a:lnTo>
                  <a:lnTo>
                    <a:pt x="952" y="1421"/>
                  </a:lnTo>
                  <a:lnTo>
                    <a:pt x="950" y="1425"/>
                  </a:lnTo>
                  <a:lnTo>
                    <a:pt x="948" y="1429"/>
                  </a:lnTo>
                  <a:lnTo>
                    <a:pt x="947" y="1434"/>
                  </a:lnTo>
                  <a:lnTo>
                    <a:pt x="945" y="1438"/>
                  </a:lnTo>
                  <a:lnTo>
                    <a:pt x="943" y="1442"/>
                  </a:lnTo>
                  <a:lnTo>
                    <a:pt x="943" y="1446"/>
                  </a:lnTo>
                  <a:lnTo>
                    <a:pt x="941" y="1452"/>
                  </a:lnTo>
                  <a:lnTo>
                    <a:pt x="939" y="1455"/>
                  </a:lnTo>
                  <a:lnTo>
                    <a:pt x="937" y="1459"/>
                  </a:lnTo>
                  <a:lnTo>
                    <a:pt x="933" y="1465"/>
                  </a:lnTo>
                  <a:lnTo>
                    <a:pt x="933" y="1469"/>
                  </a:lnTo>
                  <a:lnTo>
                    <a:pt x="929" y="1472"/>
                  </a:lnTo>
                  <a:lnTo>
                    <a:pt x="928" y="1478"/>
                  </a:lnTo>
                  <a:lnTo>
                    <a:pt x="926" y="1482"/>
                  </a:lnTo>
                  <a:lnTo>
                    <a:pt x="924" y="1488"/>
                  </a:lnTo>
                  <a:lnTo>
                    <a:pt x="922" y="1490"/>
                  </a:lnTo>
                  <a:lnTo>
                    <a:pt x="920" y="1495"/>
                  </a:lnTo>
                  <a:lnTo>
                    <a:pt x="916" y="1497"/>
                  </a:lnTo>
                  <a:lnTo>
                    <a:pt x="914" y="1503"/>
                  </a:lnTo>
                  <a:lnTo>
                    <a:pt x="910" y="1507"/>
                  </a:lnTo>
                  <a:lnTo>
                    <a:pt x="909" y="1511"/>
                  </a:lnTo>
                  <a:lnTo>
                    <a:pt x="907" y="1514"/>
                  </a:lnTo>
                  <a:lnTo>
                    <a:pt x="903" y="1518"/>
                  </a:lnTo>
                  <a:lnTo>
                    <a:pt x="901" y="1522"/>
                  </a:lnTo>
                  <a:lnTo>
                    <a:pt x="897" y="1526"/>
                  </a:lnTo>
                  <a:lnTo>
                    <a:pt x="893" y="1530"/>
                  </a:lnTo>
                  <a:lnTo>
                    <a:pt x="891" y="1533"/>
                  </a:lnTo>
                  <a:lnTo>
                    <a:pt x="888" y="1537"/>
                  </a:lnTo>
                  <a:lnTo>
                    <a:pt x="886" y="1541"/>
                  </a:lnTo>
                  <a:lnTo>
                    <a:pt x="882" y="1545"/>
                  </a:lnTo>
                  <a:lnTo>
                    <a:pt x="880" y="1549"/>
                  </a:lnTo>
                  <a:lnTo>
                    <a:pt x="876" y="1550"/>
                  </a:lnTo>
                  <a:lnTo>
                    <a:pt x="874" y="1556"/>
                  </a:lnTo>
                  <a:lnTo>
                    <a:pt x="871" y="1558"/>
                  </a:lnTo>
                  <a:lnTo>
                    <a:pt x="869" y="1562"/>
                  </a:lnTo>
                  <a:lnTo>
                    <a:pt x="865" y="1564"/>
                  </a:lnTo>
                  <a:lnTo>
                    <a:pt x="861" y="1568"/>
                  </a:lnTo>
                  <a:lnTo>
                    <a:pt x="859" y="1571"/>
                  </a:lnTo>
                  <a:lnTo>
                    <a:pt x="855" y="1575"/>
                  </a:lnTo>
                  <a:lnTo>
                    <a:pt x="850" y="1579"/>
                  </a:lnTo>
                  <a:lnTo>
                    <a:pt x="844" y="1587"/>
                  </a:lnTo>
                  <a:lnTo>
                    <a:pt x="838" y="1592"/>
                  </a:lnTo>
                  <a:lnTo>
                    <a:pt x="833" y="1598"/>
                  </a:lnTo>
                  <a:lnTo>
                    <a:pt x="827" y="1602"/>
                  </a:lnTo>
                  <a:lnTo>
                    <a:pt x="821" y="1607"/>
                  </a:lnTo>
                  <a:lnTo>
                    <a:pt x="815" y="1611"/>
                  </a:lnTo>
                  <a:lnTo>
                    <a:pt x="812" y="1615"/>
                  </a:lnTo>
                  <a:lnTo>
                    <a:pt x="806" y="1621"/>
                  </a:lnTo>
                  <a:lnTo>
                    <a:pt x="800" y="1623"/>
                  </a:lnTo>
                  <a:lnTo>
                    <a:pt x="796" y="1626"/>
                  </a:lnTo>
                  <a:lnTo>
                    <a:pt x="793" y="1630"/>
                  </a:lnTo>
                  <a:lnTo>
                    <a:pt x="789" y="1632"/>
                  </a:lnTo>
                  <a:lnTo>
                    <a:pt x="787" y="1634"/>
                  </a:lnTo>
                  <a:lnTo>
                    <a:pt x="783" y="1638"/>
                  </a:lnTo>
                  <a:lnTo>
                    <a:pt x="781" y="1640"/>
                  </a:lnTo>
                  <a:lnTo>
                    <a:pt x="779" y="1642"/>
                  </a:lnTo>
                  <a:lnTo>
                    <a:pt x="777" y="1642"/>
                  </a:lnTo>
                  <a:lnTo>
                    <a:pt x="842" y="1682"/>
                  </a:lnTo>
                  <a:lnTo>
                    <a:pt x="840" y="1683"/>
                  </a:lnTo>
                  <a:lnTo>
                    <a:pt x="836" y="1685"/>
                  </a:lnTo>
                  <a:lnTo>
                    <a:pt x="833" y="1687"/>
                  </a:lnTo>
                  <a:lnTo>
                    <a:pt x="831" y="1691"/>
                  </a:lnTo>
                  <a:lnTo>
                    <a:pt x="827" y="1693"/>
                  </a:lnTo>
                  <a:lnTo>
                    <a:pt x="823" y="1697"/>
                  </a:lnTo>
                  <a:lnTo>
                    <a:pt x="817" y="1701"/>
                  </a:lnTo>
                  <a:lnTo>
                    <a:pt x="814" y="1704"/>
                  </a:lnTo>
                  <a:lnTo>
                    <a:pt x="808" y="1710"/>
                  </a:lnTo>
                  <a:lnTo>
                    <a:pt x="802" y="1716"/>
                  </a:lnTo>
                  <a:lnTo>
                    <a:pt x="798" y="1716"/>
                  </a:lnTo>
                  <a:lnTo>
                    <a:pt x="795" y="1720"/>
                  </a:lnTo>
                  <a:lnTo>
                    <a:pt x="793" y="1721"/>
                  </a:lnTo>
                  <a:lnTo>
                    <a:pt x="789" y="1725"/>
                  </a:lnTo>
                  <a:lnTo>
                    <a:pt x="783" y="1727"/>
                  </a:lnTo>
                  <a:lnTo>
                    <a:pt x="781" y="1731"/>
                  </a:lnTo>
                  <a:lnTo>
                    <a:pt x="777" y="1733"/>
                  </a:lnTo>
                  <a:lnTo>
                    <a:pt x="774" y="1737"/>
                  </a:lnTo>
                  <a:lnTo>
                    <a:pt x="768" y="1739"/>
                  </a:lnTo>
                  <a:lnTo>
                    <a:pt x="764" y="1742"/>
                  </a:lnTo>
                  <a:lnTo>
                    <a:pt x="760" y="1746"/>
                  </a:lnTo>
                  <a:lnTo>
                    <a:pt x="756" y="1748"/>
                  </a:lnTo>
                  <a:lnTo>
                    <a:pt x="751" y="1752"/>
                  </a:lnTo>
                  <a:lnTo>
                    <a:pt x="747" y="1754"/>
                  </a:lnTo>
                  <a:lnTo>
                    <a:pt x="743" y="1758"/>
                  </a:lnTo>
                  <a:lnTo>
                    <a:pt x="737" y="1761"/>
                  </a:lnTo>
                  <a:lnTo>
                    <a:pt x="732" y="1765"/>
                  </a:lnTo>
                  <a:lnTo>
                    <a:pt x="726" y="1767"/>
                  </a:lnTo>
                  <a:lnTo>
                    <a:pt x="720" y="1771"/>
                  </a:lnTo>
                  <a:lnTo>
                    <a:pt x="717" y="1775"/>
                  </a:lnTo>
                  <a:lnTo>
                    <a:pt x="713" y="1777"/>
                  </a:lnTo>
                  <a:lnTo>
                    <a:pt x="707" y="1780"/>
                  </a:lnTo>
                  <a:lnTo>
                    <a:pt x="701" y="1784"/>
                  </a:lnTo>
                  <a:lnTo>
                    <a:pt x="698" y="1788"/>
                  </a:lnTo>
                  <a:lnTo>
                    <a:pt x="690" y="1790"/>
                  </a:lnTo>
                  <a:lnTo>
                    <a:pt x="684" y="1794"/>
                  </a:lnTo>
                  <a:lnTo>
                    <a:pt x="679" y="1797"/>
                  </a:lnTo>
                  <a:lnTo>
                    <a:pt x="673" y="1799"/>
                  </a:lnTo>
                  <a:lnTo>
                    <a:pt x="667" y="1803"/>
                  </a:lnTo>
                  <a:lnTo>
                    <a:pt x="661" y="1805"/>
                  </a:lnTo>
                  <a:lnTo>
                    <a:pt x="656" y="1809"/>
                  </a:lnTo>
                  <a:lnTo>
                    <a:pt x="650" y="1813"/>
                  </a:lnTo>
                  <a:lnTo>
                    <a:pt x="642" y="1816"/>
                  </a:lnTo>
                  <a:lnTo>
                    <a:pt x="637" y="1820"/>
                  </a:lnTo>
                  <a:lnTo>
                    <a:pt x="631" y="1822"/>
                  </a:lnTo>
                  <a:lnTo>
                    <a:pt x="623" y="1824"/>
                  </a:lnTo>
                  <a:lnTo>
                    <a:pt x="618" y="1828"/>
                  </a:lnTo>
                  <a:lnTo>
                    <a:pt x="610" y="1830"/>
                  </a:lnTo>
                  <a:lnTo>
                    <a:pt x="604" y="1834"/>
                  </a:lnTo>
                  <a:lnTo>
                    <a:pt x="599" y="1837"/>
                  </a:lnTo>
                  <a:lnTo>
                    <a:pt x="591" y="1839"/>
                  </a:lnTo>
                  <a:lnTo>
                    <a:pt x="585" y="1841"/>
                  </a:lnTo>
                  <a:lnTo>
                    <a:pt x="578" y="1843"/>
                  </a:lnTo>
                  <a:lnTo>
                    <a:pt x="570" y="1847"/>
                  </a:lnTo>
                  <a:lnTo>
                    <a:pt x="563" y="1849"/>
                  </a:lnTo>
                  <a:lnTo>
                    <a:pt x="557" y="1853"/>
                  </a:lnTo>
                  <a:lnTo>
                    <a:pt x="549" y="1855"/>
                  </a:lnTo>
                  <a:lnTo>
                    <a:pt x="542" y="1858"/>
                  </a:lnTo>
                  <a:lnTo>
                    <a:pt x="536" y="1858"/>
                  </a:lnTo>
                  <a:lnTo>
                    <a:pt x="528" y="1860"/>
                  </a:lnTo>
                  <a:lnTo>
                    <a:pt x="521" y="1862"/>
                  </a:lnTo>
                  <a:lnTo>
                    <a:pt x="513" y="1866"/>
                  </a:lnTo>
                  <a:lnTo>
                    <a:pt x="506" y="1868"/>
                  </a:lnTo>
                  <a:lnTo>
                    <a:pt x="500" y="1870"/>
                  </a:lnTo>
                  <a:lnTo>
                    <a:pt x="492" y="1872"/>
                  </a:lnTo>
                  <a:lnTo>
                    <a:pt x="485" y="1874"/>
                  </a:lnTo>
                  <a:lnTo>
                    <a:pt x="477" y="1875"/>
                  </a:lnTo>
                  <a:lnTo>
                    <a:pt x="471" y="1877"/>
                  </a:lnTo>
                  <a:lnTo>
                    <a:pt x="462" y="1879"/>
                  </a:lnTo>
                  <a:lnTo>
                    <a:pt x="456" y="1881"/>
                  </a:lnTo>
                  <a:lnTo>
                    <a:pt x="449" y="1881"/>
                  </a:lnTo>
                  <a:lnTo>
                    <a:pt x="441" y="1885"/>
                  </a:lnTo>
                  <a:lnTo>
                    <a:pt x="433" y="1885"/>
                  </a:lnTo>
                  <a:lnTo>
                    <a:pt x="428" y="1887"/>
                  </a:lnTo>
                  <a:lnTo>
                    <a:pt x="418" y="1889"/>
                  </a:lnTo>
                  <a:lnTo>
                    <a:pt x="411" y="1891"/>
                  </a:lnTo>
                  <a:lnTo>
                    <a:pt x="405" y="1891"/>
                  </a:lnTo>
                  <a:lnTo>
                    <a:pt x="397" y="1893"/>
                  </a:lnTo>
                  <a:lnTo>
                    <a:pt x="390" y="1893"/>
                  </a:lnTo>
                  <a:lnTo>
                    <a:pt x="382" y="1894"/>
                  </a:lnTo>
                  <a:lnTo>
                    <a:pt x="374" y="1896"/>
                  </a:lnTo>
                  <a:lnTo>
                    <a:pt x="367" y="1898"/>
                  </a:lnTo>
                  <a:lnTo>
                    <a:pt x="361" y="1898"/>
                  </a:lnTo>
                  <a:lnTo>
                    <a:pt x="353" y="1898"/>
                  </a:lnTo>
                  <a:lnTo>
                    <a:pt x="346" y="1898"/>
                  </a:lnTo>
                  <a:lnTo>
                    <a:pt x="338" y="1900"/>
                  </a:lnTo>
                  <a:lnTo>
                    <a:pt x="333" y="1900"/>
                  </a:lnTo>
                  <a:lnTo>
                    <a:pt x="325" y="1900"/>
                  </a:lnTo>
                  <a:lnTo>
                    <a:pt x="317" y="1900"/>
                  </a:lnTo>
                  <a:lnTo>
                    <a:pt x="310" y="1902"/>
                  </a:lnTo>
                  <a:lnTo>
                    <a:pt x="304" y="1902"/>
                  </a:lnTo>
                  <a:lnTo>
                    <a:pt x="296" y="1902"/>
                  </a:lnTo>
                  <a:lnTo>
                    <a:pt x="289" y="1902"/>
                  </a:lnTo>
                  <a:lnTo>
                    <a:pt x="283" y="1904"/>
                  </a:lnTo>
                  <a:lnTo>
                    <a:pt x="276" y="1904"/>
                  </a:lnTo>
                  <a:lnTo>
                    <a:pt x="270" y="1904"/>
                  </a:lnTo>
                  <a:lnTo>
                    <a:pt x="262" y="1904"/>
                  </a:lnTo>
                  <a:lnTo>
                    <a:pt x="255" y="1904"/>
                  </a:lnTo>
                  <a:lnTo>
                    <a:pt x="249" y="1904"/>
                  </a:lnTo>
                  <a:lnTo>
                    <a:pt x="241" y="1902"/>
                  </a:lnTo>
                  <a:lnTo>
                    <a:pt x="236" y="1902"/>
                  </a:lnTo>
                  <a:lnTo>
                    <a:pt x="230" y="1902"/>
                  </a:lnTo>
                  <a:lnTo>
                    <a:pt x="222" y="1900"/>
                  </a:lnTo>
                  <a:lnTo>
                    <a:pt x="217" y="1900"/>
                  </a:lnTo>
                  <a:lnTo>
                    <a:pt x="211" y="1900"/>
                  </a:lnTo>
                  <a:lnTo>
                    <a:pt x="205" y="1900"/>
                  </a:lnTo>
                  <a:lnTo>
                    <a:pt x="198" y="1898"/>
                  </a:lnTo>
                  <a:lnTo>
                    <a:pt x="192" y="1898"/>
                  </a:lnTo>
                  <a:lnTo>
                    <a:pt x="186" y="1898"/>
                  </a:lnTo>
                  <a:lnTo>
                    <a:pt x="182" y="1898"/>
                  </a:lnTo>
                  <a:lnTo>
                    <a:pt x="175" y="1896"/>
                  </a:lnTo>
                  <a:lnTo>
                    <a:pt x="171" y="1896"/>
                  </a:lnTo>
                  <a:lnTo>
                    <a:pt x="165" y="1894"/>
                  </a:lnTo>
                  <a:lnTo>
                    <a:pt x="160" y="1893"/>
                  </a:lnTo>
                  <a:lnTo>
                    <a:pt x="154" y="1893"/>
                  </a:lnTo>
                  <a:lnTo>
                    <a:pt x="150" y="1891"/>
                  </a:lnTo>
                  <a:lnTo>
                    <a:pt x="144" y="1889"/>
                  </a:lnTo>
                  <a:lnTo>
                    <a:pt x="139" y="1887"/>
                  </a:lnTo>
                  <a:lnTo>
                    <a:pt x="133" y="1887"/>
                  </a:lnTo>
                  <a:lnTo>
                    <a:pt x="127" y="1885"/>
                  </a:lnTo>
                  <a:lnTo>
                    <a:pt x="123" y="1883"/>
                  </a:lnTo>
                  <a:lnTo>
                    <a:pt x="120" y="1881"/>
                  </a:lnTo>
                  <a:lnTo>
                    <a:pt x="114" y="1879"/>
                  </a:lnTo>
                  <a:lnTo>
                    <a:pt x="110" y="1877"/>
                  </a:lnTo>
                  <a:lnTo>
                    <a:pt x="106" y="1875"/>
                  </a:lnTo>
                  <a:lnTo>
                    <a:pt x="103" y="1874"/>
                  </a:lnTo>
                  <a:lnTo>
                    <a:pt x="97" y="1872"/>
                  </a:lnTo>
                  <a:lnTo>
                    <a:pt x="93" y="1870"/>
                  </a:lnTo>
                  <a:lnTo>
                    <a:pt x="89" y="1868"/>
                  </a:lnTo>
                  <a:lnTo>
                    <a:pt x="87" y="1866"/>
                  </a:lnTo>
                  <a:lnTo>
                    <a:pt x="82" y="1864"/>
                  </a:lnTo>
                  <a:lnTo>
                    <a:pt x="78" y="1862"/>
                  </a:lnTo>
                  <a:lnTo>
                    <a:pt x="74" y="1860"/>
                  </a:lnTo>
                  <a:lnTo>
                    <a:pt x="70" y="1858"/>
                  </a:lnTo>
                  <a:lnTo>
                    <a:pt x="68" y="1856"/>
                  </a:lnTo>
                  <a:lnTo>
                    <a:pt x="65" y="1855"/>
                  </a:lnTo>
                  <a:lnTo>
                    <a:pt x="61" y="1853"/>
                  </a:lnTo>
                  <a:lnTo>
                    <a:pt x="59" y="1851"/>
                  </a:lnTo>
                  <a:lnTo>
                    <a:pt x="51" y="1845"/>
                  </a:lnTo>
                  <a:lnTo>
                    <a:pt x="46" y="1841"/>
                  </a:lnTo>
                  <a:lnTo>
                    <a:pt x="42" y="1837"/>
                  </a:lnTo>
                  <a:lnTo>
                    <a:pt x="38" y="1834"/>
                  </a:lnTo>
                  <a:lnTo>
                    <a:pt x="32" y="1830"/>
                  </a:lnTo>
                  <a:lnTo>
                    <a:pt x="27" y="1824"/>
                  </a:lnTo>
                  <a:lnTo>
                    <a:pt x="25" y="1822"/>
                  </a:lnTo>
                  <a:lnTo>
                    <a:pt x="21" y="1818"/>
                  </a:lnTo>
                  <a:lnTo>
                    <a:pt x="15" y="1815"/>
                  </a:lnTo>
                  <a:lnTo>
                    <a:pt x="13" y="1811"/>
                  </a:lnTo>
                  <a:lnTo>
                    <a:pt x="9" y="1809"/>
                  </a:lnTo>
                  <a:lnTo>
                    <a:pt x="9" y="1805"/>
                  </a:lnTo>
                  <a:lnTo>
                    <a:pt x="6" y="1799"/>
                  </a:lnTo>
                  <a:lnTo>
                    <a:pt x="2" y="1797"/>
                  </a:lnTo>
                  <a:lnTo>
                    <a:pt x="0" y="1796"/>
                  </a:lnTo>
                  <a:lnTo>
                    <a:pt x="0" y="1794"/>
                  </a:lnTo>
                  <a:lnTo>
                    <a:pt x="0" y="1792"/>
                  </a:lnTo>
                  <a:lnTo>
                    <a:pt x="2" y="1788"/>
                  </a:lnTo>
                  <a:lnTo>
                    <a:pt x="6" y="1784"/>
                  </a:lnTo>
                  <a:lnTo>
                    <a:pt x="7" y="1778"/>
                  </a:lnTo>
                  <a:lnTo>
                    <a:pt x="11" y="1773"/>
                  </a:lnTo>
                  <a:lnTo>
                    <a:pt x="13" y="1769"/>
                  </a:lnTo>
                  <a:lnTo>
                    <a:pt x="15" y="1765"/>
                  </a:lnTo>
                  <a:lnTo>
                    <a:pt x="17" y="1761"/>
                  </a:lnTo>
                  <a:lnTo>
                    <a:pt x="21" y="1759"/>
                  </a:lnTo>
                  <a:lnTo>
                    <a:pt x="25" y="1758"/>
                  </a:lnTo>
                  <a:lnTo>
                    <a:pt x="27" y="1752"/>
                  </a:lnTo>
                  <a:lnTo>
                    <a:pt x="30" y="1748"/>
                  </a:lnTo>
                  <a:lnTo>
                    <a:pt x="32" y="1746"/>
                  </a:lnTo>
                  <a:lnTo>
                    <a:pt x="38" y="1742"/>
                  </a:lnTo>
                  <a:lnTo>
                    <a:pt x="40" y="1739"/>
                  </a:lnTo>
                  <a:lnTo>
                    <a:pt x="44" y="1735"/>
                  </a:lnTo>
                  <a:lnTo>
                    <a:pt x="49" y="1733"/>
                  </a:lnTo>
                  <a:lnTo>
                    <a:pt x="53" y="1729"/>
                  </a:lnTo>
                  <a:lnTo>
                    <a:pt x="57" y="1727"/>
                  </a:lnTo>
                  <a:lnTo>
                    <a:pt x="63" y="1723"/>
                  </a:lnTo>
                  <a:lnTo>
                    <a:pt x="68" y="1721"/>
                  </a:lnTo>
                  <a:lnTo>
                    <a:pt x="72" y="1720"/>
                  </a:lnTo>
                  <a:lnTo>
                    <a:pt x="78" y="1718"/>
                  </a:lnTo>
                  <a:lnTo>
                    <a:pt x="84" y="1716"/>
                  </a:lnTo>
                  <a:lnTo>
                    <a:pt x="91" y="1716"/>
                  </a:lnTo>
                  <a:lnTo>
                    <a:pt x="95" y="1714"/>
                  </a:lnTo>
                  <a:lnTo>
                    <a:pt x="103" y="1712"/>
                  </a:lnTo>
                  <a:lnTo>
                    <a:pt x="106" y="1712"/>
                  </a:lnTo>
                  <a:lnTo>
                    <a:pt x="108" y="1710"/>
                  </a:lnTo>
                  <a:lnTo>
                    <a:pt x="112" y="1710"/>
                  </a:lnTo>
                  <a:lnTo>
                    <a:pt x="116" y="1710"/>
                  </a:lnTo>
                  <a:lnTo>
                    <a:pt x="120" y="1710"/>
                  </a:lnTo>
                  <a:lnTo>
                    <a:pt x="123" y="1710"/>
                  </a:lnTo>
                  <a:lnTo>
                    <a:pt x="127" y="1710"/>
                  </a:lnTo>
                  <a:lnTo>
                    <a:pt x="131" y="1710"/>
                  </a:lnTo>
                  <a:lnTo>
                    <a:pt x="133" y="1710"/>
                  </a:lnTo>
                  <a:lnTo>
                    <a:pt x="139" y="1710"/>
                  </a:lnTo>
                  <a:lnTo>
                    <a:pt x="141" y="1710"/>
                  </a:lnTo>
                  <a:lnTo>
                    <a:pt x="146" y="1710"/>
                  </a:lnTo>
                  <a:lnTo>
                    <a:pt x="150" y="1710"/>
                  </a:lnTo>
                  <a:lnTo>
                    <a:pt x="154" y="1710"/>
                  </a:lnTo>
                  <a:lnTo>
                    <a:pt x="158" y="1710"/>
                  </a:lnTo>
                  <a:lnTo>
                    <a:pt x="161" y="1710"/>
                  </a:lnTo>
                  <a:lnTo>
                    <a:pt x="165" y="1710"/>
                  </a:lnTo>
                  <a:lnTo>
                    <a:pt x="171" y="1710"/>
                  </a:lnTo>
                  <a:lnTo>
                    <a:pt x="173" y="1710"/>
                  </a:lnTo>
                  <a:lnTo>
                    <a:pt x="179" y="1710"/>
                  </a:lnTo>
                  <a:lnTo>
                    <a:pt x="182" y="1710"/>
                  </a:lnTo>
                  <a:lnTo>
                    <a:pt x="188" y="1710"/>
                  </a:lnTo>
                  <a:lnTo>
                    <a:pt x="192" y="1710"/>
                  </a:lnTo>
                  <a:lnTo>
                    <a:pt x="196" y="1710"/>
                  </a:lnTo>
                  <a:lnTo>
                    <a:pt x="201" y="1710"/>
                  </a:lnTo>
                  <a:lnTo>
                    <a:pt x="205" y="1710"/>
                  </a:lnTo>
                  <a:lnTo>
                    <a:pt x="211" y="1710"/>
                  </a:lnTo>
                  <a:lnTo>
                    <a:pt x="217" y="1710"/>
                  </a:lnTo>
                  <a:lnTo>
                    <a:pt x="220" y="1710"/>
                  </a:lnTo>
                  <a:lnTo>
                    <a:pt x="226" y="1710"/>
                  </a:lnTo>
                  <a:lnTo>
                    <a:pt x="230" y="1710"/>
                  </a:lnTo>
                  <a:lnTo>
                    <a:pt x="236" y="1710"/>
                  </a:lnTo>
                  <a:lnTo>
                    <a:pt x="239" y="1708"/>
                  </a:lnTo>
                  <a:lnTo>
                    <a:pt x="245" y="1708"/>
                  </a:lnTo>
                  <a:lnTo>
                    <a:pt x="251" y="1708"/>
                  </a:lnTo>
                  <a:lnTo>
                    <a:pt x="255" y="1708"/>
                  </a:lnTo>
                  <a:lnTo>
                    <a:pt x="260" y="1706"/>
                  </a:lnTo>
                  <a:lnTo>
                    <a:pt x="266" y="1706"/>
                  </a:lnTo>
                  <a:lnTo>
                    <a:pt x="272" y="1704"/>
                  </a:lnTo>
                  <a:lnTo>
                    <a:pt x="277" y="1704"/>
                  </a:lnTo>
                  <a:lnTo>
                    <a:pt x="283" y="1704"/>
                  </a:lnTo>
                  <a:lnTo>
                    <a:pt x="289" y="1704"/>
                  </a:lnTo>
                  <a:lnTo>
                    <a:pt x="295" y="1702"/>
                  </a:lnTo>
                  <a:lnTo>
                    <a:pt x="302" y="1702"/>
                  </a:lnTo>
                  <a:lnTo>
                    <a:pt x="308" y="1701"/>
                  </a:lnTo>
                  <a:lnTo>
                    <a:pt x="314" y="1699"/>
                  </a:lnTo>
                  <a:lnTo>
                    <a:pt x="317" y="1699"/>
                  </a:lnTo>
                  <a:lnTo>
                    <a:pt x="325" y="1697"/>
                  </a:lnTo>
                  <a:lnTo>
                    <a:pt x="331" y="1695"/>
                  </a:lnTo>
                  <a:lnTo>
                    <a:pt x="336" y="1693"/>
                  </a:lnTo>
                  <a:lnTo>
                    <a:pt x="342" y="1691"/>
                  </a:lnTo>
                  <a:lnTo>
                    <a:pt x="350" y="1689"/>
                  </a:lnTo>
                  <a:lnTo>
                    <a:pt x="355" y="1687"/>
                  </a:lnTo>
                  <a:lnTo>
                    <a:pt x="361" y="1685"/>
                  </a:lnTo>
                  <a:lnTo>
                    <a:pt x="367" y="1683"/>
                  </a:lnTo>
                  <a:lnTo>
                    <a:pt x="374" y="1680"/>
                  </a:lnTo>
                  <a:lnTo>
                    <a:pt x="380" y="1678"/>
                  </a:lnTo>
                  <a:lnTo>
                    <a:pt x="390" y="1676"/>
                  </a:lnTo>
                  <a:lnTo>
                    <a:pt x="395" y="1672"/>
                  </a:lnTo>
                  <a:lnTo>
                    <a:pt x="403" y="1670"/>
                  </a:lnTo>
                  <a:lnTo>
                    <a:pt x="409" y="1666"/>
                  </a:lnTo>
                  <a:lnTo>
                    <a:pt x="416" y="1664"/>
                  </a:lnTo>
                  <a:lnTo>
                    <a:pt x="422" y="1659"/>
                  </a:lnTo>
                  <a:lnTo>
                    <a:pt x="430" y="1657"/>
                  </a:lnTo>
                  <a:lnTo>
                    <a:pt x="435" y="1653"/>
                  </a:lnTo>
                  <a:lnTo>
                    <a:pt x="443" y="1647"/>
                  </a:lnTo>
                  <a:lnTo>
                    <a:pt x="449" y="1644"/>
                  </a:lnTo>
                  <a:lnTo>
                    <a:pt x="456" y="1640"/>
                  </a:lnTo>
                  <a:lnTo>
                    <a:pt x="462" y="1636"/>
                  </a:lnTo>
                  <a:lnTo>
                    <a:pt x="468" y="1632"/>
                  </a:lnTo>
                  <a:lnTo>
                    <a:pt x="475" y="1628"/>
                  </a:lnTo>
                  <a:lnTo>
                    <a:pt x="481" y="1623"/>
                  </a:lnTo>
                  <a:lnTo>
                    <a:pt x="488" y="1619"/>
                  </a:lnTo>
                  <a:lnTo>
                    <a:pt x="494" y="1615"/>
                  </a:lnTo>
                  <a:lnTo>
                    <a:pt x="500" y="1609"/>
                  </a:lnTo>
                  <a:lnTo>
                    <a:pt x="507" y="1606"/>
                  </a:lnTo>
                  <a:lnTo>
                    <a:pt x="513" y="1600"/>
                  </a:lnTo>
                  <a:lnTo>
                    <a:pt x="519" y="1596"/>
                  </a:lnTo>
                  <a:lnTo>
                    <a:pt x="525" y="1590"/>
                  </a:lnTo>
                  <a:lnTo>
                    <a:pt x="532" y="1587"/>
                  </a:lnTo>
                  <a:lnTo>
                    <a:pt x="538" y="1581"/>
                  </a:lnTo>
                  <a:lnTo>
                    <a:pt x="544" y="1577"/>
                  </a:lnTo>
                  <a:lnTo>
                    <a:pt x="549" y="1571"/>
                  </a:lnTo>
                  <a:lnTo>
                    <a:pt x="557" y="1568"/>
                  </a:lnTo>
                  <a:lnTo>
                    <a:pt x="561" y="1562"/>
                  </a:lnTo>
                  <a:lnTo>
                    <a:pt x="568" y="1558"/>
                  </a:lnTo>
                  <a:lnTo>
                    <a:pt x="574" y="1552"/>
                  </a:lnTo>
                  <a:lnTo>
                    <a:pt x="580" y="1547"/>
                  </a:lnTo>
                  <a:lnTo>
                    <a:pt x="585" y="1543"/>
                  </a:lnTo>
                  <a:lnTo>
                    <a:pt x="589" y="1537"/>
                  </a:lnTo>
                  <a:lnTo>
                    <a:pt x="595" y="1533"/>
                  </a:lnTo>
                  <a:lnTo>
                    <a:pt x="601" y="1530"/>
                  </a:lnTo>
                  <a:lnTo>
                    <a:pt x="604" y="1524"/>
                  </a:lnTo>
                  <a:lnTo>
                    <a:pt x="610" y="1520"/>
                  </a:lnTo>
                  <a:lnTo>
                    <a:pt x="614" y="1514"/>
                  </a:lnTo>
                  <a:lnTo>
                    <a:pt x="620" y="1511"/>
                  </a:lnTo>
                  <a:lnTo>
                    <a:pt x="623" y="1505"/>
                  </a:lnTo>
                  <a:lnTo>
                    <a:pt x="627" y="1501"/>
                  </a:lnTo>
                  <a:lnTo>
                    <a:pt x="631" y="1497"/>
                  </a:lnTo>
                  <a:lnTo>
                    <a:pt x="637" y="1493"/>
                  </a:lnTo>
                  <a:lnTo>
                    <a:pt x="639" y="1490"/>
                  </a:lnTo>
                  <a:lnTo>
                    <a:pt x="644" y="1484"/>
                  </a:lnTo>
                  <a:lnTo>
                    <a:pt x="648" y="1482"/>
                  </a:lnTo>
                  <a:lnTo>
                    <a:pt x="652" y="1478"/>
                  </a:lnTo>
                  <a:lnTo>
                    <a:pt x="654" y="1474"/>
                  </a:lnTo>
                  <a:lnTo>
                    <a:pt x="658" y="1471"/>
                  </a:lnTo>
                  <a:lnTo>
                    <a:pt x="661" y="1469"/>
                  </a:lnTo>
                  <a:lnTo>
                    <a:pt x="665" y="1465"/>
                  </a:lnTo>
                  <a:lnTo>
                    <a:pt x="667" y="1461"/>
                  </a:lnTo>
                  <a:lnTo>
                    <a:pt x="669" y="1457"/>
                  </a:lnTo>
                  <a:lnTo>
                    <a:pt x="673" y="1455"/>
                  </a:lnTo>
                  <a:lnTo>
                    <a:pt x="675" y="1453"/>
                  </a:lnTo>
                  <a:lnTo>
                    <a:pt x="679" y="1450"/>
                  </a:lnTo>
                  <a:lnTo>
                    <a:pt x="682" y="1444"/>
                  </a:lnTo>
                  <a:lnTo>
                    <a:pt x="690" y="1438"/>
                  </a:lnTo>
                  <a:lnTo>
                    <a:pt x="688" y="1438"/>
                  </a:lnTo>
                  <a:lnTo>
                    <a:pt x="684" y="1440"/>
                  </a:lnTo>
                  <a:lnTo>
                    <a:pt x="680" y="1444"/>
                  </a:lnTo>
                  <a:lnTo>
                    <a:pt x="679" y="1446"/>
                  </a:lnTo>
                  <a:lnTo>
                    <a:pt x="673" y="1448"/>
                  </a:lnTo>
                  <a:lnTo>
                    <a:pt x="669" y="1452"/>
                  </a:lnTo>
                  <a:lnTo>
                    <a:pt x="663" y="1455"/>
                  </a:lnTo>
                  <a:lnTo>
                    <a:pt x="658" y="1457"/>
                  </a:lnTo>
                  <a:lnTo>
                    <a:pt x="650" y="1463"/>
                  </a:lnTo>
                  <a:lnTo>
                    <a:pt x="644" y="1467"/>
                  </a:lnTo>
                  <a:lnTo>
                    <a:pt x="641" y="1469"/>
                  </a:lnTo>
                  <a:lnTo>
                    <a:pt x="637" y="1471"/>
                  </a:lnTo>
                  <a:lnTo>
                    <a:pt x="635" y="1472"/>
                  </a:lnTo>
                  <a:lnTo>
                    <a:pt x="631" y="1474"/>
                  </a:lnTo>
                  <a:lnTo>
                    <a:pt x="625" y="1478"/>
                  </a:lnTo>
                  <a:lnTo>
                    <a:pt x="623" y="1480"/>
                  </a:lnTo>
                  <a:lnTo>
                    <a:pt x="620" y="1482"/>
                  </a:lnTo>
                  <a:lnTo>
                    <a:pt x="616" y="1486"/>
                  </a:lnTo>
                  <a:lnTo>
                    <a:pt x="610" y="1488"/>
                  </a:lnTo>
                  <a:lnTo>
                    <a:pt x="606" y="1490"/>
                  </a:lnTo>
                  <a:lnTo>
                    <a:pt x="603" y="1493"/>
                  </a:lnTo>
                  <a:lnTo>
                    <a:pt x="599" y="1495"/>
                  </a:lnTo>
                  <a:lnTo>
                    <a:pt x="593" y="1497"/>
                  </a:lnTo>
                  <a:lnTo>
                    <a:pt x="589" y="1501"/>
                  </a:lnTo>
                  <a:lnTo>
                    <a:pt x="585" y="1503"/>
                  </a:lnTo>
                  <a:lnTo>
                    <a:pt x="582" y="1507"/>
                  </a:lnTo>
                  <a:lnTo>
                    <a:pt x="576" y="1509"/>
                  </a:lnTo>
                  <a:lnTo>
                    <a:pt x="572" y="1512"/>
                  </a:lnTo>
                  <a:lnTo>
                    <a:pt x="566" y="1514"/>
                  </a:lnTo>
                  <a:lnTo>
                    <a:pt x="563" y="1516"/>
                  </a:lnTo>
                  <a:lnTo>
                    <a:pt x="557" y="1518"/>
                  </a:lnTo>
                  <a:lnTo>
                    <a:pt x="553" y="1522"/>
                  </a:lnTo>
                  <a:lnTo>
                    <a:pt x="549" y="1526"/>
                  </a:lnTo>
                  <a:lnTo>
                    <a:pt x="544" y="1528"/>
                  </a:lnTo>
                  <a:lnTo>
                    <a:pt x="538" y="1530"/>
                  </a:lnTo>
                  <a:lnTo>
                    <a:pt x="534" y="1531"/>
                  </a:lnTo>
                  <a:lnTo>
                    <a:pt x="530" y="1533"/>
                  </a:lnTo>
                  <a:lnTo>
                    <a:pt x="525" y="1537"/>
                  </a:lnTo>
                  <a:lnTo>
                    <a:pt x="519" y="1539"/>
                  </a:lnTo>
                  <a:lnTo>
                    <a:pt x="515" y="1543"/>
                  </a:lnTo>
                  <a:lnTo>
                    <a:pt x="511" y="1545"/>
                  </a:lnTo>
                  <a:lnTo>
                    <a:pt x="506" y="1547"/>
                  </a:lnTo>
                  <a:lnTo>
                    <a:pt x="502" y="1550"/>
                  </a:lnTo>
                  <a:lnTo>
                    <a:pt x="496" y="1552"/>
                  </a:lnTo>
                  <a:lnTo>
                    <a:pt x="492" y="1554"/>
                  </a:lnTo>
                  <a:lnTo>
                    <a:pt x="487" y="1558"/>
                  </a:lnTo>
                  <a:lnTo>
                    <a:pt x="483" y="1558"/>
                  </a:lnTo>
                  <a:lnTo>
                    <a:pt x="479" y="1562"/>
                  </a:lnTo>
                  <a:lnTo>
                    <a:pt x="473" y="1564"/>
                  </a:lnTo>
                  <a:lnTo>
                    <a:pt x="471" y="1566"/>
                  </a:lnTo>
                  <a:lnTo>
                    <a:pt x="466" y="1568"/>
                  </a:lnTo>
                  <a:lnTo>
                    <a:pt x="460" y="1569"/>
                  </a:lnTo>
                  <a:lnTo>
                    <a:pt x="456" y="1571"/>
                  </a:lnTo>
                  <a:lnTo>
                    <a:pt x="452" y="1573"/>
                  </a:lnTo>
                  <a:lnTo>
                    <a:pt x="447" y="1575"/>
                  </a:lnTo>
                  <a:lnTo>
                    <a:pt x="443" y="1577"/>
                  </a:lnTo>
                  <a:lnTo>
                    <a:pt x="439" y="1579"/>
                  </a:lnTo>
                  <a:lnTo>
                    <a:pt x="435" y="1579"/>
                  </a:lnTo>
                  <a:lnTo>
                    <a:pt x="431" y="1581"/>
                  </a:lnTo>
                  <a:lnTo>
                    <a:pt x="428" y="1583"/>
                  </a:lnTo>
                  <a:lnTo>
                    <a:pt x="424" y="1583"/>
                  </a:lnTo>
                  <a:lnTo>
                    <a:pt x="418" y="1585"/>
                  </a:lnTo>
                  <a:lnTo>
                    <a:pt x="416" y="1587"/>
                  </a:lnTo>
                  <a:lnTo>
                    <a:pt x="412" y="1588"/>
                  </a:lnTo>
                  <a:lnTo>
                    <a:pt x="409" y="1590"/>
                  </a:lnTo>
                  <a:lnTo>
                    <a:pt x="405" y="1590"/>
                  </a:lnTo>
                  <a:lnTo>
                    <a:pt x="401" y="1592"/>
                  </a:lnTo>
                  <a:lnTo>
                    <a:pt x="397" y="1594"/>
                  </a:lnTo>
                  <a:lnTo>
                    <a:pt x="395" y="1594"/>
                  </a:lnTo>
                  <a:lnTo>
                    <a:pt x="391" y="1594"/>
                  </a:lnTo>
                  <a:lnTo>
                    <a:pt x="388" y="1596"/>
                  </a:lnTo>
                  <a:lnTo>
                    <a:pt x="384" y="1596"/>
                  </a:lnTo>
                  <a:lnTo>
                    <a:pt x="380" y="1596"/>
                  </a:lnTo>
                  <a:lnTo>
                    <a:pt x="378" y="1598"/>
                  </a:lnTo>
                  <a:lnTo>
                    <a:pt x="372" y="1598"/>
                  </a:lnTo>
                  <a:lnTo>
                    <a:pt x="365" y="1602"/>
                  </a:lnTo>
                  <a:lnTo>
                    <a:pt x="361" y="1602"/>
                  </a:lnTo>
                  <a:lnTo>
                    <a:pt x="355" y="1604"/>
                  </a:lnTo>
                  <a:lnTo>
                    <a:pt x="350" y="1604"/>
                  </a:lnTo>
                  <a:lnTo>
                    <a:pt x="346" y="1606"/>
                  </a:lnTo>
                  <a:lnTo>
                    <a:pt x="340" y="1606"/>
                  </a:lnTo>
                  <a:lnTo>
                    <a:pt x="336" y="1607"/>
                  </a:lnTo>
                  <a:lnTo>
                    <a:pt x="333" y="1607"/>
                  </a:lnTo>
                  <a:lnTo>
                    <a:pt x="329" y="1607"/>
                  </a:lnTo>
                  <a:lnTo>
                    <a:pt x="312" y="1609"/>
                  </a:lnTo>
                  <a:lnTo>
                    <a:pt x="317" y="1602"/>
                  </a:lnTo>
                  <a:lnTo>
                    <a:pt x="323" y="1598"/>
                  </a:lnTo>
                  <a:lnTo>
                    <a:pt x="327" y="1594"/>
                  </a:lnTo>
                  <a:lnTo>
                    <a:pt x="331" y="1590"/>
                  </a:lnTo>
                  <a:lnTo>
                    <a:pt x="334" y="1587"/>
                  </a:lnTo>
                  <a:lnTo>
                    <a:pt x="340" y="1581"/>
                  </a:lnTo>
                  <a:lnTo>
                    <a:pt x="346" y="1575"/>
                  </a:lnTo>
                  <a:lnTo>
                    <a:pt x="352" y="1569"/>
                  </a:lnTo>
                  <a:lnTo>
                    <a:pt x="353" y="1566"/>
                  </a:lnTo>
                  <a:lnTo>
                    <a:pt x="355" y="1564"/>
                  </a:lnTo>
                  <a:lnTo>
                    <a:pt x="359" y="1560"/>
                  </a:lnTo>
                  <a:lnTo>
                    <a:pt x="363" y="1558"/>
                  </a:lnTo>
                  <a:lnTo>
                    <a:pt x="367" y="1552"/>
                  </a:lnTo>
                  <a:lnTo>
                    <a:pt x="371" y="1550"/>
                  </a:lnTo>
                  <a:lnTo>
                    <a:pt x="372" y="1547"/>
                  </a:lnTo>
                  <a:lnTo>
                    <a:pt x="376" y="1543"/>
                  </a:lnTo>
                  <a:lnTo>
                    <a:pt x="380" y="1539"/>
                  </a:lnTo>
                  <a:lnTo>
                    <a:pt x="384" y="1535"/>
                  </a:lnTo>
                  <a:lnTo>
                    <a:pt x="386" y="1531"/>
                  </a:lnTo>
                  <a:lnTo>
                    <a:pt x="390" y="1528"/>
                  </a:lnTo>
                  <a:lnTo>
                    <a:pt x="393" y="1522"/>
                  </a:lnTo>
                  <a:lnTo>
                    <a:pt x="397" y="1520"/>
                  </a:lnTo>
                  <a:lnTo>
                    <a:pt x="399" y="1514"/>
                  </a:lnTo>
                  <a:lnTo>
                    <a:pt x="405" y="1512"/>
                  </a:lnTo>
                  <a:lnTo>
                    <a:pt x="409" y="1507"/>
                  </a:lnTo>
                  <a:lnTo>
                    <a:pt x="411" y="1503"/>
                  </a:lnTo>
                  <a:lnTo>
                    <a:pt x="414" y="1497"/>
                  </a:lnTo>
                  <a:lnTo>
                    <a:pt x="418" y="1493"/>
                  </a:lnTo>
                  <a:lnTo>
                    <a:pt x="422" y="1490"/>
                  </a:lnTo>
                  <a:lnTo>
                    <a:pt x="424" y="1484"/>
                  </a:lnTo>
                  <a:lnTo>
                    <a:pt x="428" y="1482"/>
                  </a:lnTo>
                  <a:lnTo>
                    <a:pt x="431" y="1476"/>
                  </a:lnTo>
                  <a:lnTo>
                    <a:pt x="435" y="1472"/>
                  </a:lnTo>
                  <a:lnTo>
                    <a:pt x="437" y="1469"/>
                  </a:lnTo>
                  <a:lnTo>
                    <a:pt x="441" y="1463"/>
                  </a:lnTo>
                  <a:lnTo>
                    <a:pt x="445" y="1459"/>
                  </a:lnTo>
                  <a:lnTo>
                    <a:pt x="447" y="1455"/>
                  </a:lnTo>
                  <a:lnTo>
                    <a:pt x="450" y="1450"/>
                  </a:lnTo>
                  <a:lnTo>
                    <a:pt x="454" y="1446"/>
                  </a:lnTo>
                  <a:lnTo>
                    <a:pt x="456" y="1440"/>
                  </a:lnTo>
                  <a:lnTo>
                    <a:pt x="460" y="1436"/>
                  </a:lnTo>
                  <a:lnTo>
                    <a:pt x="462" y="1433"/>
                  </a:lnTo>
                  <a:lnTo>
                    <a:pt x="466" y="1427"/>
                  </a:lnTo>
                  <a:lnTo>
                    <a:pt x="468" y="1423"/>
                  </a:lnTo>
                  <a:lnTo>
                    <a:pt x="471" y="1419"/>
                  </a:lnTo>
                  <a:lnTo>
                    <a:pt x="473" y="1414"/>
                  </a:lnTo>
                  <a:lnTo>
                    <a:pt x="475" y="1410"/>
                  </a:lnTo>
                  <a:lnTo>
                    <a:pt x="479" y="1406"/>
                  </a:lnTo>
                  <a:lnTo>
                    <a:pt x="479" y="1402"/>
                  </a:lnTo>
                  <a:lnTo>
                    <a:pt x="481" y="1396"/>
                  </a:lnTo>
                  <a:lnTo>
                    <a:pt x="485" y="1393"/>
                  </a:lnTo>
                  <a:lnTo>
                    <a:pt x="487" y="1389"/>
                  </a:lnTo>
                  <a:lnTo>
                    <a:pt x="487" y="1383"/>
                  </a:lnTo>
                  <a:lnTo>
                    <a:pt x="490" y="1379"/>
                  </a:lnTo>
                  <a:lnTo>
                    <a:pt x="490" y="1376"/>
                  </a:lnTo>
                  <a:lnTo>
                    <a:pt x="492" y="1372"/>
                  </a:lnTo>
                  <a:lnTo>
                    <a:pt x="494" y="1368"/>
                  </a:lnTo>
                  <a:lnTo>
                    <a:pt x="496" y="1362"/>
                  </a:lnTo>
                  <a:lnTo>
                    <a:pt x="496" y="1358"/>
                  </a:lnTo>
                  <a:lnTo>
                    <a:pt x="498" y="1357"/>
                  </a:lnTo>
                  <a:lnTo>
                    <a:pt x="498" y="1351"/>
                  </a:lnTo>
                  <a:lnTo>
                    <a:pt x="500" y="1347"/>
                  </a:lnTo>
                  <a:lnTo>
                    <a:pt x="500" y="1343"/>
                  </a:lnTo>
                  <a:lnTo>
                    <a:pt x="502" y="1339"/>
                  </a:lnTo>
                  <a:lnTo>
                    <a:pt x="504" y="1336"/>
                  </a:lnTo>
                  <a:lnTo>
                    <a:pt x="504" y="1332"/>
                  </a:lnTo>
                  <a:lnTo>
                    <a:pt x="504" y="1330"/>
                  </a:lnTo>
                  <a:lnTo>
                    <a:pt x="504" y="1326"/>
                  </a:lnTo>
                  <a:lnTo>
                    <a:pt x="506" y="1320"/>
                  </a:lnTo>
                  <a:lnTo>
                    <a:pt x="506" y="1319"/>
                  </a:lnTo>
                  <a:lnTo>
                    <a:pt x="506" y="1315"/>
                  </a:lnTo>
                  <a:lnTo>
                    <a:pt x="506" y="1311"/>
                  </a:lnTo>
                  <a:lnTo>
                    <a:pt x="506" y="1307"/>
                  </a:lnTo>
                  <a:lnTo>
                    <a:pt x="507" y="1305"/>
                  </a:lnTo>
                  <a:lnTo>
                    <a:pt x="507" y="1301"/>
                  </a:lnTo>
                  <a:lnTo>
                    <a:pt x="507" y="1300"/>
                  </a:lnTo>
                  <a:lnTo>
                    <a:pt x="507" y="1292"/>
                  </a:lnTo>
                  <a:lnTo>
                    <a:pt x="509" y="1286"/>
                  </a:lnTo>
                  <a:lnTo>
                    <a:pt x="507" y="1281"/>
                  </a:lnTo>
                  <a:lnTo>
                    <a:pt x="507" y="1277"/>
                  </a:lnTo>
                  <a:lnTo>
                    <a:pt x="506" y="1271"/>
                  </a:lnTo>
                  <a:lnTo>
                    <a:pt x="506" y="1267"/>
                  </a:lnTo>
                  <a:lnTo>
                    <a:pt x="506" y="1262"/>
                  </a:lnTo>
                  <a:lnTo>
                    <a:pt x="506" y="1258"/>
                  </a:lnTo>
                  <a:lnTo>
                    <a:pt x="506" y="1254"/>
                  </a:lnTo>
                  <a:lnTo>
                    <a:pt x="506" y="1250"/>
                  </a:lnTo>
                  <a:lnTo>
                    <a:pt x="504" y="1244"/>
                  </a:lnTo>
                  <a:lnTo>
                    <a:pt x="504" y="1241"/>
                  </a:lnTo>
                  <a:lnTo>
                    <a:pt x="502" y="1239"/>
                  </a:lnTo>
                  <a:lnTo>
                    <a:pt x="504" y="1237"/>
                  </a:lnTo>
                  <a:lnTo>
                    <a:pt x="509" y="1237"/>
                  </a:lnTo>
                  <a:lnTo>
                    <a:pt x="511" y="1235"/>
                  </a:lnTo>
                  <a:lnTo>
                    <a:pt x="517" y="1233"/>
                  </a:lnTo>
                  <a:lnTo>
                    <a:pt x="521" y="1231"/>
                  </a:lnTo>
                  <a:lnTo>
                    <a:pt x="528" y="1231"/>
                  </a:lnTo>
                  <a:lnTo>
                    <a:pt x="530" y="1227"/>
                  </a:lnTo>
                  <a:lnTo>
                    <a:pt x="534" y="1225"/>
                  </a:lnTo>
                  <a:lnTo>
                    <a:pt x="536" y="1224"/>
                  </a:lnTo>
                  <a:lnTo>
                    <a:pt x="540" y="1224"/>
                  </a:lnTo>
                  <a:lnTo>
                    <a:pt x="544" y="1220"/>
                  </a:lnTo>
                  <a:lnTo>
                    <a:pt x="547" y="1218"/>
                  </a:lnTo>
                  <a:lnTo>
                    <a:pt x="551" y="1214"/>
                  </a:lnTo>
                  <a:lnTo>
                    <a:pt x="555" y="1212"/>
                  </a:lnTo>
                  <a:lnTo>
                    <a:pt x="559" y="1210"/>
                  </a:lnTo>
                  <a:lnTo>
                    <a:pt x="563" y="1206"/>
                  </a:lnTo>
                  <a:lnTo>
                    <a:pt x="568" y="1201"/>
                  </a:lnTo>
                  <a:lnTo>
                    <a:pt x="572" y="1199"/>
                  </a:lnTo>
                  <a:lnTo>
                    <a:pt x="576" y="1193"/>
                  </a:lnTo>
                  <a:lnTo>
                    <a:pt x="582" y="1189"/>
                  </a:lnTo>
                  <a:lnTo>
                    <a:pt x="585" y="1186"/>
                  </a:lnTo>
                  <a:lnTo>
                    <a:pt x="591" y="1180"/>
                  </a:lnTo>
                  <a:lnTo>
                    <a:pt x="593" y="1174"/>
                  </a:lnTo>
                  <a:lnTo>
                    <a:pt x="599" y="1168"/>
                  </a:lnTo>
                  <a:lnTo>
                    <a:pt x="604" y="1161"/>
                  </a:lnTo>
                  <a:lnTo>
                    <a:pt x="608" y="1155"/>
                  </a:lnTo>
                  <a:lnTo>
                    <a:pt x="610" y="1151"/>
                  </a:lnTo>
                  <a:lnTo>
                    <a:pt x="612" y="1148"/>
                  </a:lnTo>
                  <a:lnTo>
                    <a:pt x="616" y="1144"/>
                  </a:lnTo>
                  <a:lnTo>
                    <a:pt x="618" y="1142"/>
                  </a:lnTo>
                  <a:lnTo>
                    <a:pt x="620" y="1138"/>
                  </a:lnTo>
                  <a:lnTo>
                    <a:pt x="622" y="1134"/>
                  </a:lnTo>
                  <a:lnTo>
                    <a:pt x="623" y="1130"/>
                  </a:lnTo>
                  <a:lnTo>
                    <a:pt x="627" y="1129"/>
                  </a:lnTo>
                  <a:lnTo>
                    <a:pt x="629" y="1125"/>
                  </a:lnTo>
                  <a:lnTo>
                    <a:pt x="631" y="1119"/>
                  </a:lnTo>
                  <a:lnTo>
                    <a:pt x="635" y="1117"/>
                  </a:lnTo>
                  <a:lnTo>
                    <a:pt x="637" y="1113"/>
                  </a:lnTo>
                  <a:lnTo>
                    <a:pt x="637" y="1110"/>
                  </a:lnTo>
                  <a:lnTo>
                    <a:pt x="641" y="1106"/>
                  </a:lnTo>
                  <a:lnTo>
                    <a:pt x="642" y="1102"/>
                  </a:lnTo>
                  <a:lnTo>
                    <a:pt x="644" y="1098"/>
                  </a:lnTo>
                  <a:lnTo>
                    <a:pt x="648" y="1094"/>
                  </a:lnTo>
                  <a:lnTo>
                    <a:pt x="650" y="1092"/>
                  </a:lnTo>
                  <a:lnTo>
                    <a:pt x="650" y="1089"/>
                  </a:lnTo>
                  <a:lnTo>
                    <a:pt x="654" y="1085"/>
                  </a:lnTo>
                  <a:lnTo>
                    <a:pt x="656" y="1081"/>
                  </a:lnTo>
                  <a:lnTo>
                    <a:pt x="658" y="1079"/>
                  </a:lnTo>
                  <a:lnTo>
                    <a:pt x="660" y="1075"/>
                  </a:lnTo>
                  <a:lnTo>
                    <a:pt x="661" y="1071"/>
                  </a:lnTo>
                  <a:lnTo>
                    <a:pt x="663" y="1068"/>
                  </a:lnTo>
                  <a:lnTo>
                    <a:pt x="665" y="1066"/>
                  </a:lnTo>
                  <a:lnTo>
                    <a:pt x="667" y="1062"/>
                  </a:lnTo>
                  <a:lnTo>
                    <a:pt x="669" y="1056"/>
                  </a:lnTo>
                  <a:lnTo>
                    <a:pt x="673" y="1051"/>
                  </a:lnTo>
                  <a:lnTo>
                    <a:pt x="677" y="1047"/>
                  </a:lnTo>
                  <a:lnTo>
                    <a:pt x="679" y="1041"/>
                  </a:lnTo>
                  <a:lnTo>
                    <a:pt x="682" y="1035"/>
                  </a:lnTo>
                  <a:lnTo>
                    <a:pt x="684" y="1030"/>
                  </a:lnTo>
                  <a:lnTo>
                    <a:pt x="688" y="1026"/>
                  </a:lnTo>
                  <a:lnTo>
                    <a:pt x="688" y="1022"/>
                  </a:lnTo>
                  <a:lnTo>
                    <a:pt x="692" y="1018"/>
                  </a:lnTo>
                  <a:lnTo>
                    <a:pt x="694" y="1014"/>
                  </a:lnTo>
                  <a:lnTo>
                    <a:pt x="696" y="1011"/>
                  </a:lnTo>
                  <a:lnTo>
                    <a:pt x="698" y="1009"/>
                  </a:lnTo>
                  <a:lnTo>
                    <a:pt x="698" y="1007"/>
                  </a:lnTo>
                  <a:lnTo>
                    <a:pt x="694" y="1009"/>
                  </a:lnTo>
                  <a:lnTo>
                    <a:pt x="692" y="1013"/>
                  </a:lnTo>
                  <a:lnTo>
                    <a:pt x="686" y="1016"/>
                  </a:lnTo>
                  <a:lnTo>
                    <a:pt x="682" y="1018"/>
                  </a:lnTo>
                  <a:lnTo>
                    <a:pt x="680" y="1022"/>
                  </a:lnTo>
                  <a:lnTo>
                    <a:pt x="677" y="1024"/>
                  </a:lnTo>
                  <a:lnTo>
                    <a:pt x="673" y="1026"/>
                  </a:lnTo>
                  <a:lnTo>
                    <a:pt x="669" y="1030"/>
                  </a:lnTo>
                  <a:lnTo>
                    <a:pt x="665" y="1032"/>
                  </a:lnTo>
                  <a:lnTo>
                    <a:pt x="661" y="1035"/>
                  </a:lnTo>
                  <a:lnTo>
                    <a:pt x="658" y="1041"/>
                  </a:lnTo>
                  <a:lnTo>
                    <a:pt x="652" y="1043"/>
                  </a:lnTo>
                  <a:lnTo>
                    <a:pt x="648" y="1047"/>
                  </a:lnTo>
                  <a:lnTo>
                    <a:pt x="642" y="1051"/>
                  </a:lnTo>
                  <a:lnTo>
                    <a:pt x="639" y="1054"/>
                  </a:lnTo>
                  <a:lnTo>
                    <a:pt x="633" y="1058"/>
                  </a:lnTo>
                  <a:lnTo>
                    <a:pt x="629" y="1062"/>
                  </a:lnTo>
                  <a:lnTo>
                    <a:pt x="623" y="1066"/>
                  </a:lnTo>
                  <a:lnTo>
                    <a:pt x="618" y="1070"/>
                  </a:lnTo>
                  <a:lnTo>
                    <a:pt x="614" y="1075"/>
                  </a:lnTo>
                  <a:lnTo>
                    <a:pt x="608" y="1079"/>
                  </a:lnTo>
                  <a:lnTo>
                    <a:pt x="603" y="1083"/>
                  </a:lnTo>
                  <a:lnTo>
                    <a:pt x="599" y="1087"/>
                  </a:lnTo>
                  <a:lnTo>
                    <a:pt x="593" y="1090"/>
                  </a:lnTo>
                  <a:lnTo>
                    <a:pt x="587" y="1094"/>
                  </a:lnTo>
                  <a:lnTo>
                    <a:pt x="582" y="1098"/>
                  </a:lnTo>
                  <a:lnTo>
                    <a:pt x="578" y="1104"/>
                  </a:lnTo>
                  <a:lnTo>
                    <a:pt x="572" y="1106"/>
                  </a:lnTo>
                  <a:lnTo>
                    <a:pt x="568" y="1110"/>
                  </a:lnTo>
                  <a:lnTo>
                    <a:pt x="563" y="1113"/>
                  </a:lnTo>
                  <a:lnTo>
                    <a:pt x="559" y="1117"/>
                  </a:lnTo>
                  <a:lnTo>
                    <a:pt x="555" y="1119"/>
                  </a:lnTo>
                  <a:lnTo>
                    <a:pt x="549" y="1123"/>
                  </a:lnTo>
                  <a:lnTo>
                    <a:pt x="547" y="1125"/>
                  </a:lnTo>
                  <a:lnTo>
                    <a:pt x="542" y="1129"/>
                  </a:lnTo>
                  <a:lnTo>
                    <a:pt x="538" y="1130"/>
                  </a:lnTo>
                  <a:lnTo>
                    <a:pt x="534" y="1132"/>
                  </a:lnTo>
                  <a:lnTo>
                    <a:pt x="530" y="1136"/>
                  </a:lnTo>
                  <a:lnTo>
                    <a:pt x="526" y="1138"/>
                  </a:lnTo>
                  <a:lnTo>
                    <a:pt x="523" y="1142"/>
                  </a:lnTo>
                  <a:lnTo>
                    <a:pt x="519" y="1144"/>
                  </a:lnTo>
                  <a:lnTo>
                    <a:pt x="517" y="1146"/>
                  </a:lnTo>
                  <a:lnTo>
                    <a:pt x="515" y="1148"/>
                  </a:lnTo>
                  <a:lnTo>
                    <a:pt x="509" y="1149"/>
                  </a:lnTo>
                  <a:lnTo>
                    <a:pt x="504" y="1155"/>
                  </a:lnTo>
                  <a:lnTo>
                    <a:pt x="500" y="1157"/>
                  </a:lnTo>
                  <a:lnTo>
                    <a:pt x="496" y="1159"/>
                  </a:lnTo>
                  <a:lnTo>
                    <a:pt x="492" y="1161"/>
                  </a:lnTo>
                  <a:lnTo>
                    <a:pt x="490" y="1163"/>
                  </a:lnTo>
                  <a:lnTo>
                    <a:pt x="490" y="1161"/>
                  </a:lnTo>
                  <a:lnTo>
                    <a:pt x="490" y="1159"/>
                  </a:lnTo>
                  <a:lnTo>
                    <a:pt x="488" y="1155"/>
                  </a:lnTo>
                  <a:lnTo>
                    <a:pt x="488" y="1153"/>
                  </a:lnTo>
                  <a:lnTo>
                    <a:pt x="487" y="1149"/>
                  </a:lnTo>
                  <a:lnTo>
                    <a:pt x="487" y="1146"/>
                  </a:lnTo>
                  <a:lnTo>
                    <a:pt x="487" y="1142"/>
                  </a:lnTo>
                  <a:lnTo>
                    <a:pt x="487" y="1138"/>
                  </a:lnTo>
                  <a:lnTo>
                    <a:pt x="487" y="1132"/>
                  </a:lnTo>
                  <a:lnTo>
                    <a:pt x="487" y="1129"/>
                  </a:lnTo>
                  <a:lnTo>
                    <a:pt x="485" y="1123"/>
                  </a:lnTo>
                  <a:lnTo>
                    <a:pt x="485" y="1115"/>
                  </a:lnTo>
                  <a:lnTo>
                    <a:pt x="485" y="1110"/>
                  </a:lnTo>
                  <a:lnTo>
                    <a:pt x="485" y="1104"/>
                  </a:lnTo>
                  <a:lnTo>
                    <a:pt x="485" y="1100"/>
                  </a:lnTo>
                  <a:lnTo>
                    <a:pt x="485" y="1098"/>
                  </a:lnTo>
                  <a:lnTo>
                    <a:pt x="485" y="1094"/>
                  </a:lnTo>
                  <a:lnTo>
                    <a:pt x="485" y="1090"/>
                  </a:lnTo>
                  <a:lnTo>
                    <a:pt x="485" y="1087"/>
                  </a:lnTo>
                  <a:lnTo>
                    <a:pt x="485" y="1085"/>
                  </a:lnTo>
                  <a:lnTo>
                    <a:pt x="485" y="1081"/>
                  </a:lnTo>
                  <a:lnTo>
                    <a:pt x="485" y="1077"/>
                  </a:lnTo>
                  <a:lnTo>
                    <a:pt x="485" y="1073"/>
                  </a:lnTo>
                  <a:lnTo>
                    <a:pt x="485" y="1070"/>
                  </a:lnTo>
                  <a:lnTo>
                    <a:pt x="485" y="1068"/>
                  </a:lnTo>
                  <a:lnTo>
                    <a:pt x="485" y="1064"/>
                  </a:lnTo>
                  <a:lnTo>
                    <a:pt x="485" y="1060"/>
                  </a:lnTo>
                  <a:lnTo>
                    <a:pt x="485" y="1056"/>
                  </a:lnTo>
                  <a:lnTo>
                    <a:pt x="485" y="1052"/>
                  </a:lnTo>
                  <a:lnTo>
                    <a:pt x="487" y="1049"/>
                  </a:lnTo>
                  <a:lnTo>
                    <a:pt x="487" y="1047"/>
                  </a:lnTo>
                  <a:lnTo>
                    <a:pt x="487" y="1041"/>
                  </a:lnTo>
                  <a:lnTo>
                    <a:pt x="487" y="1037"/>
                  </a:lnTo>
                  <a:lnTo>
                    <a:pt x="487" y="1035"/>
                  </a:lnTo>
                  <a:lnTo>
                    <a:pt x="487" y="1032"/>
                  </a:lnTo>
                  <a:lnTo>
                    <a:pt x="488" y="1028"/>
                  </a:lnTo>
                  <a:lnTo>
                    <a:pt x="490" y="1024"/>
                  </a:lnTo>
                  <a:lnTo>
                    <a:pt x="490" y="1022"/>
                  </a:lnTo>
                  <a:lnTo>
                    <a:pt x="490" y="1018"/>
                  </a:lnTo>
                  <a:lnTo>
                    <a:pt x="492" y="1014"/>
                  </a:lnTo>
                  <a:lnTo>
                    <a:pt x="492" y="1011"/>
                  </a:lnTo>
                  <a:lnTo>
                    <a:pt x="492" y="1009"/>
                  </a:lnTo>
                  <a:lnTo>
                    <a:pt x="496" y="1001"/>
                  </a:lnTo>
                  <a:lnTo>
                    <a:pt x="498" y="995"/>
                  </a:lnTo>
                  <a:lnTo>
                    <a:pt x="500" y="992"/>
                  </a:lnTo>
                  <a:lnTo>
                    <a:pt x="500" y="988"/>
                  </a:lnTo>
                  <a:lnTo>
                    <a:pt x="502" y="986"/>
                  </a:lnTo>
                  <a:lnTo>
                    <a:pt x="504" y="982"/>
                  </a:lnTo>
                  <a:lnTo>
                    <a:pt x="506" y="975"/>
                  </a:lnTo>
                  <a:lnTo>
                    <a:pt x="509" y="969"/>
                  </a:lnTo>
                  <a:lnTo>
                    <a:pt x="511" y="963"/>
                  </a:lnTo>
                  <a:lnTo>
                    <a:pt x="515" y="957"/>
                  </a:lnTo>
                  <a:lnTo>
                    <a:pt x="519" y="952"/>
                  </a:lnTo>
                  <a:lnTo>
                    <a:pt x="523" y="946"/>
                  </a:lnTo>
                  <a:lnTo>
                    <a:pt x="525" y="940"/>
                  </a:lnTo>
                  <a:lnTo>
                    <a:pt x="528" y="935"/>
                  </a:lnTo>
                  <a:lnTo>
                    <a:pt x="532" y="927"/>
                  </a:lnTo>
                  <a:lnTo>
                    <a:pt x="536" y="923"/>
                  </a:lnTo>
                  <a:lnTo>
                    <a:pt x="538" y="916"/>
                  </a:lnTo>
                  <a:lnTo>
                    <a:pt x="544" y="910"/>
                  </a:lnTo>
                  <a:lnTo>
                    <a:pt x="547" y="906"/>
                  </a:lnTo>
                  <a:lnTo>
                    <a:pt x="551" y="900"/>
                  </a:lnTo>
                  <a:lnTo>
                    <a:pt x="555" y="895"/>
                  </a:lnTo>
                  <a:lnTo>
                    <a:pt x="557" y="889"/>
                  </a:lnTo>
                  <a:lnTo>
                    <a:pt x="561" y="883"/>
                  </a:lnTo>
                  <a:lnTo>
                    <a:pt x="566" y="878"/>
                  </a:lnTo>
                  <a:lnTo>
                    <a:pt x="568" y="872"/>
                  </a:lnTo>
                  <a:lnTo>
                    <a:pt x="574" y="866"/>
                  </a:lnTo>
                  <a:lnTo>
                    <a:pt x="578" y="862"/>
                  </a:lnTo>
                  <a:lnTo>
                    <a:pt x="582" y="857"/>
                  </a:lnTo>
                  <a:lnTo>
                    <a:pt x="583" y="851"/>
                  </a:lnTo>
                  <a:lnTo>
                    <a:pt x="587" y="847"/>
                  </a:lnTo>
                  <a:lnTo>
                    <a:pt x="591" y="842"/>
                  </a:lnTo>
                  <a:lnTo>
                    <a:pt x="593" y="836"/>
                  </a:lnTo>
                  <a:lnTo>
                    <a:pt x="597" y="830"/>
                  </a:lnTo>
                  <a:lnTo>
                    <a:pt x="601" y="826"/>
                  </a:lnTo>
                  <a:lnTo>
                    <a:pt x="603" y="821"/>
                  </a:lnTo>
                  <a:lnTo>
                    <a:pt x="606" y="815"/>
                  </a:lnTo>
                  <a:lnTo>
                    <a:pt x="608" y="809"/>
                  </a:lnTo>
                  <a:lnTo>
                    <a:pt x="610" y="805"/>
                  </a:lnTo>
                  <a:lnTo>
                    <a:pt x="612" y="800"/>
                  </a:lnTo>
                  <a:lnTo>
                    <a:pt x="616" y="794"/>
                  </a:lnTo>
                  <a:lnTo>
                    <a:pt x="616" y="790"/>
                  </a:lnTo>
                  <a:lnTo>
                    <a:pt x="618" y="785"/>
                  </a:lnTo>
                  <a:lnTo>
                    <a:pt x="620" y="779"/>
                  </a:lnTo>
                  <a:lnTo>
                    <a:pt x="622" y="773"/>
                  </a:lnTo>
                  <a:lnTo>
                    <a:pt x="622" y="769"/>
                  </a:lnTo>
                  <a:lnTo>
                    <a:pt x="623" y="764"/>
                  </a:lnTo>
                  <a:lnTo>
                    <a:pt x="623" y="758"/>
                  </a:lnTo>
                  <a:lnTo>
                    <a:pt x="625" y="754"/>
                  </a:lnTo>
                  <a:lnTo>
                    <a:pt x="625" y="748"/>
                  </a:lnTo>
                  <a:lnTo>
                    <a:pt x="625" y="745"/>
                  </a:lnTo>
                  <a:lnTo>
                    <a:pt x="627" y="739"/>
                  </a:lnTo>
                  <a:lnTo>
                    <a:pt x="629" y="733"/>
                  </a:lnTo>
                  <a:lnTo>
                    <a:pt x="629" y="728"/>
                  </a:lnTo>
                  <a:lnTo>
                    <a:pt x="629" y="722"/>
                  </a:lnTo>
                  <a:lnTo>
                    <a:pt x="629" y="716"/>
                  </a:lnTo>
                  <a:lnTo>
                    <a:pt x="629" y="712"/>
                  </a:lnTo>
                  <a:lnTo>
                    <a:pt x="627" y="707"/>
                  </a:lnTo>
                  <a:lnTo>
                    <a:pt x="627" y="701"/>
                  </a:lnTo>
                  <a:lnTo>
                    <a:pt x="625" y="697"/>
                  </a:lnTo>
                  <a:lnTo>
                    <a:pt x="625" y="691"/>
                  </a:lnTo>
                  <a:lnTo>
                    <a:pt x="625" y="686"/>
                  </a:lnTo>
                  <a:lnTo>
                    <a:pt x="625" y="680"/>
                  </a:lnTo>
                  <a:lnTo>
                    <a:pt x="623" y="676"/>
                  </a:lnTo>
                  <a:lnTo>
                    <a:pt x="623" y="670"/>
                  </a:lnTo>
                  <a:lnTo>
                    <a:pt x="622" y="665"/>
                  </a:lnTo>
                  <a:lnTo>
                    <a:pt x="620" y="659"/>
                  </a:lnTo>
                  <a:lnTo>
                    <a:pt x="620" y="653"/>
                  </a:lnTo>
                  <a:lnTo>
                    <a:pt x="618" y="648"/>
                  </a:lnTo>
                  <a:lnTo>
                    <a:pt x="616" y="644"/>
                  </a:lnTo>
                  <a:lnTo>
                    <a:pt x="616" y="638"/>
                  </a:lnTo>
                  <a:lnTo>
                    <a:pt x="612" y="631"/>
                  </a:lnTo>
                  <a:lnTo>
                    <a:pt x="610" y="627"/>
                  </a:lnTo>
                  <a:lnTo>
                    <a:pt x="608" y="619"/>
                  </a:lnTo>
                  <a:lnTo>
                    <a:pt x="606" y="613"/>
                  </a:lnTo>
                  <a:lnTo>
                    <a:pt x="604" y="608"/>
                  </a:lnTo>
                  <a:lnTo>
                    <a:pt x="603" y="602"/>
                  </a:lnTo>
                  <a:lnTo>
                    <a:pt x="601" y="596"/>
                  </a:lnTo>
                  <a:lnTo>
                    <a:pt x="599" y="591"/>
                  </a:lnTo>
                  <a:lnTo>
                    <a:pt x="595" y="585"/>
                  </a:lnTo>
                  <a:lnTo>
                    <a:pt x="593" y="577"/>
                  </a:lnTo>
                  <a:lnTo>
                    <a:pt x="591" y="572"/>
                  </a:lnTo>
                  <a:lnTo>
                    <a:pt x="589" y="566"/>
                  </a:lnTo>
                  <a:lnTo>
                    <a:pt x="585" y="562"/>
                  </a:lnTo>
                  <a:lnTo>
                    <a:pt x="585" y="556"/>
                  </a:lnTo>
                  <a:lnTo>
                    <a:pt x="582" y="551"/>
                  </a:lnTo>
                  <a:lnTo>
                    <a:pt x="580" y="543"/>
                  </a:lnTo>
                  <a:lnTo>
                    <a:pt x="578" y="537"/>
                  </a:lnTo>
                  <a:lnTo>
                    <a:pt x="574" y="532"/>
                  </a:lnTo>
                  <a:lnTo>
                    <a:pt x="572" y="526"/>
                  </a:lnTo>
                  <a:lnTo>
                    <a:pt x="570" y="520"/>
                  </a:lnTo>
                  <a:lnTo>
                    <a:pt x="568" y="515"/>
                  </a:lnTo>
                  <a:lnTo>
                    <a:pt x="566" y="509"/>
                  </a:lnTo>
                  <a:lnTo>
                    <a:pt x="564" y="503"/>
                  </a:lnTo>
                  <a:lnTo>
                    <a:pt x="563" y="499"/>
                  </a:lnTo>
                  <a:lnTo>
                    <a:pt x="561" y="494"/>
                  </a:lnTo>
                  <a:lnTo>
                    <a:pt x="559" y="488"/>
                  </a:lnTo>
                  <a:lnTo>
                    <a:pt x="557" y="482"/>
                  </a:lnTo>
                  <a:lnTo>
                    <a:pt x="555" y="479"/>
                  </a:lnTo>
                  <a:lnTo>
                    <a:pt x="555" y="473"/>
                  </a:lnTo>
                  <a:lnTo>
                    <a:pt x="555" y="469"/>
                  </a:lnTo>
                  <a:lnTo>
                    <a:pt x="553" y="463"/>
                  </a:lnTo>
                  <a:lnTo>
                    <a:pt x="553" y="458"/>
                  </a:lnTo>
                  <a:lnTo>
                    <a:pt x="551" y="452"/>
                  </a:lnTo>
                  <a:lnTo>
                    <a:pt x="551" y="450"/>
                  </a:lnTo>
                  <a:lnTo>
                    <a:pt x="549" y="444"/>
                  </a:lnTo>
                  <a:lnTo>
                    <a:pt x="549" y="441"/>
                  </a:lnTo>
                  <a:lnTo>
                    <a:pt x="549" y="435"/>
                  </a:lnTo>
                  <a:lnTo>
                    <a:pt x="549" y="431"/>
                  </a:lnTo>
                  <a:lnTo>
                    <a:pt x="549" y="427"/>
                  </a:lnTo>
                  <a:lnTo>
                    <a:pt x="549" y="422"/>
                  </a:lnTo>
                  <a:lnTo>
                    <a:pt x="549" y="420"/>
                  </a:lnTo>
                  <a:lnTo>
                    <a:pt x="549" y="416"/>
                  </a:lnTo>
                  <a:lnTo>
                    <a:pt x="549" y="412"/>
                  </a:lnTo>
                  <a:lnTo>
                    <a:pt x="549" y="408"/>
                  </a:lnTo>
                  <a:lnTo>
                    <a:pt x="549" y="406"/>
                  </a:lnTo>
                  <a:lnTo>
                    <a:pt x="549" y="403"/>
                  </a:lnTo>
                  <a:lnTo>
                    <a:pt x="549" y="397"/>
                  </a:lnTo>
                  <a:lnTo>
                    <a:pt x="551" y="391"/>
                  </a:lnTo>
                  <a:lnTo>
                    <a:pt x="551" y="387"/>
                  </a:lnTo>
                  <a:lnTo>
                    <a:pt x="553" y="384"/>
                  </a:lnTo>
                  <a:lnTo>
                    <a:pt x="553" y="380"/>
                  </a:lnTo>
                  <a:lnTo>
                    <a:pt x="553" y="376"/>
                  </a:lnTo>
                  <a:lnTo>
                    <a:pt x="555" y="376"/>
                  </a:lnTo>
                  <a:lnTo>
                    <a:pt x="553" y="376"/>
                  </a:lnTo>
                  <a:lnTo>
                    <a:pt x="553" y="374"/>
                  </a:lnTo>
                  <a:lnTo>
                    <a:pt x="549" y="372"/>
                  </a:lnTo>
                  <a:lnTo>
                    <a:pt x="549" y="370"/>
                  </a:lnTo>
                  <a:lnTo>
                    <a:pt x="545" y="365"/>
                  </a:lnTo>
                  <a:lnTo>
                    <a:pt x="542" y="363"/>
                  </a:lnTo>
                  <a:lnTo>
                    <a:pt x="540" y="357"/>
                  </a:lnTo>
                  <a:lnTo>
                    <a:pt x="536" y="353"/>
                  </a:lnTo>
                  <a:lnTo>
                    <a:pt x="536" y="349"/>
                  </a:lnTo>
                  <a:lnTo>
                    <a:pt x="534" y="345"/>
                  </a:lnTo>
                  <a:lnTo>
                    <a:pt x="532" y="344"/>
                  </a:lnTo>
                  <a:lnTo>
                    <a:pt x="530" y="340"/>
                  </a:lnTo>
                  <a:lnTo>
                    <a:pt x="528" y="336"/>
                  </a:lnTo>
                  <a:lnTo>
                    <a:pt x="526" y="332"/>
                  </a:lnTo>
                  <a:lnTo>
                    <a:pt x="525" y="330"/>
                  </a:lnTo>
                  <a:lnTo>
                    <a:pt x="525" y="326"/>
                  </a:lnTo>
                  <a:lnTo>
                    <a:pt x="525" y="321"/>
                  </a:lnTo>
                  <a:lnTo>
                    <a:pt x="523" y="319"/>
                  </a:lnTo>
                  <a:lnTo>
                    <a:pt x="523" y="313"/>
                  </a:lnTo>
                  <a:lnTo>
                    <a:pt x="523" y="309"/>
                  </a:lnTo>
                  <a:lnTo>
                    <a:pt x="523" y="306"/>
                  </a:lnTo>
                  <a:lnTo>
                    <a:pt x="523" y="302"/>
                  </a:lnTo>
                  <a:lnTo>
                    <a:pt x="523" y="296"/>
                  </a:lnTo>
                  <a:lnTo>
                    <a:pt x="523" y="292"/>
                  </a:lnTo>
                  <a:lnTo>
                    <a:pt x="523" y="287"/>
                  </a:lnTo>
                  <a:lnTo>
                    <a:pt x="523" y="283"/>
                  </a:lnTo>
                  <a:lnTo>
                    <a:pt x="523" y="279"/>
                  </a:lnTo>
                  <a:lnTo>
                    <a:pt x="525" y="273"/>
                  </a:lnTo>
                  <a:lnTo>
                    <a:pt x="525" y="268"/>
                  </a:lnTo>
                  <a:lnTo>
                    <a:pt x="528" y="264"/>
                  </a:lnTo>
                  <a:lnTo>
                    <a:pt x="528" y="258"/>
                  </a:lnTo>
                  <a:lnTo>
                    <a:pt x="530" y="254"/>
                  </a:lnTo>
                  <a:lnTo>
                    <a:pt x="534" y="249"/>
                  </a:lnTo>
                  <a:lnTo>
                    <a:pt x="534" y="243"/>
                  </a:lnTo>
                  <a:lnTo>
                    <a:pt x="536" y="237"/>
                  </a:lnTo>
                  <a:lnTo>
                    <a:pt x="538" y="231"/>
                  </a:lnTo>
                  <a:lnTo>
                    <a:pt x="542" y="226"/>
                  </a:lnTo>
                  <a:lnTo>
                    <a:pt x="544" y="220"/>
                  </a:lnTo>
                  <a:lnTo>
                    <a:pt x="547" y="216"/>
                  </a:lnTo>
                  <a:lnTo>
                    <a:pt x="549" y="211"/>
                  </a:lnTo>
                  <a:lnTo>
                    <a:pt x="551" y="205"/>
                  </a:lnTo>
                  <a:lnTo>
                    <a:pt x="553" y="199"/>
                  </a:lnTo>
                  <a:lnTo>
                    <a:pt x="555" y="193"/>
                  </a:lnTo>
                  <a:lnTo>
                    <a:pt x="559" y="188"/>
                  </a:lnTo>
                  <a:lnTo>
                    <a:pt x="561" y="182"/>
                  </a:lnTo>
                  <a:lnTo>
                    <a:pt x="564" y="178"/>
                  </a:lnTo>
                  <a:lnTo>
                    <a:pt x="566" y="173"/>
                  </a:lnTo>
                  <a:lnTo>
                    <a:pt x="570" y="167"/>
                  </a:lnTo>
                  <a:lnTo>
                    <a:pt x="572" y="161"/>
                  </a:lnTo>
                  <a:lnTo>
                    <a:pt x="574" y="155"/>
                  </a:lnTo>
                  <a:lnTo>
                    <a:pt x="578" y="150"/>
                  </a:lnTo>
                  <a:lnTo>
                    <a:pt x="580" y="144"/>
                  </a:lnTo>
                  <a:lnTo>
                    <a:pt x="582" y="138"/>
                  </a:lnTo>
                  <a:lnTo>
                    <a:pt x="585" y="133"/>
                  </a:lnTo>
                  <a:lnTo>
                    <a:pt x="587" y="125"/>
                  </a:lnTo>
                  <a:lnTo>
                    <a:pt x="591" y="121"/>
                  </a:lnTo>
                  <a:lnTo>
                    <a:pt x="591" y="116"/>
                  </a:lnTo>
                  <a:lnTo>
                    <a:pt x="593" y="110"/>
                  </a:lnTo>
                  <a:lnTo>
                    <a:pt x="595" y="104"/>
                  </a:lnTo>
                  <a:lnTo>
                    <a:pt x="597" y="98"/>
                  </a:lnTo>
                  <a:lnTo>
                    <a:pt x="599" y="93"/>
                  </a:lnTo>
                  <a:lnTo>
                    <a:pt x="599" y="87"/>
                  </a:lnTo>
                  <a:lnTo>
                    <a:pt x="601" y="81"/>
                  </a:lnTo>
                  <a:lnTo>
                    <a:pt x="603" y="76"/>
                  </a:lnTo>
                  <a:lnTo>
                    <a:pt x="603" y="72"/>
                  </a:lnTo>
                  <a:lnTo>
                    <a:pt x="604" y="66"/>
                  </a:lnTo>
                  <a:lnTo>
                    <a:pt x="604" y="60"/>
                  </a:lnTo>
                  <a:lnTo>
                    <a:pt x="606" y="55"/>
                  </a:lnTo>
                  <a:lnTo>
                    <a:pt x="606" y="49"/>
                  </a:lnTo>
                  <a:lnTo>
                    <a:pt x="608" y="47"/>
                  </a:lnTo>
                  <a:lnTo>
                    <a:pt x="608" y="41"/>
                  </a:lnTo>
                  <a:lnTo>
                    <a:pt x="610" y="38"/>
                  </a:lnTo>
                  <a:lnTo>
                    <a:pt x="610" y="34"/>
                  </a:lnTo>
                  <a:lnTo>
                    <a:pt x="610" y="30"/>
                  </a:lnTo>
                  <a:lnTo>
                    <a:pt x="610" y="26"/>
                  </a:lnTo>
                  <a:lnTo>
                    <a:pt x="612" y="22"/>
                  </a:lnTo>
                  <a:lnTo>
                    <a:pt x="612" y="19"/>
                  </a:lnTo>
                  <a:lnTo>
                    <a:pt x="612" y="15"/>
                  </a:lnTo>
                  <a:lnTo>
                    <a:pt x="612" y="13"/>
                  </a:lnTo>
                  <a:lnTo>
                    <a:pt x="612" y="11"/>
                  </a:lnTo>
                  <a:lnTo>
                    <a:pt x="612" y="5"/>
                  </a:lnTo>
                  <a:lnTo>
                    <a:pt x="614" y="3"/>
                  </a:lnTo>
                  <a:lnTo>
                    <a:pt x="614" y="0"/>
                  </a:lnTo>
                  <a:lnTo>
                    <a:pt x="625" y="26"/>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8" name="Freeform 155">
              <a:extLst>
                <a:ext uri="{FF2B5EF4-FFF2-40B4-BE49-F238E27FC236}">
                  <a16:creationId xmlns:a16="http://schemas.microsoft.com/office/drawing/2014/main" id="{0C72CB54-E5EE-4F6F-B89E-164853C478D2}"/>
                </a:ext>
              </a:extLst>
            </p:cNvPr>
            <p:cNvSpPr>
              <a:spLocks/>
            </p:cNvSpPr>
            <p:nvPr/>
          </p:nvSpPr>
          <p:spPr bwMode="auto">
            <a:xfrm>
              <a:off x="946" y="2787"/>
              <a:ext cx="271" cy="575"/>
            </a:xfrm>
            <a:custGeom>
              <a:avLst/>
              <a:gdLst>
                <a:gd name="T0" fmla="*/ 5 w 542"/>
                <a:gd name="T1" fmla="*/ 1 h 1149"/>
                <a:gd name="T2" fmla="*/ 6 w 542"/>
                <a:gd name="T3" fmla="*/ 1 h 1149"/>
                <a:gd name="T4" fmla="*/ 7 w 542"/>
                <a:gd name="T5" fmla="*/ 0 h 1149"/>
                <a:gd name="T6" fmla="*/ 8 w 542"/>
                <a:gd name="T7" fmla="*/ 1 h 1149"/>
                <a:gd name="T8" fmla="*/ 7 w 542"/>
                <a:gd name="T9" fmla="*/ 1 h 1149"/>
                <a:gd name="T10" fmla="*/ 6 w 542"/>
                <a:gd name="T11" fmla="*/ 2 h 1149"/>
                <a:gd name="T12" fmla="*/ 5 w 542"/>
                <a:gd name="T13" fmla="*/ 3 h 1149"/>
                <a:gd name="T14" fmla="*/ 4 w 542"/>
                <a:gd name="T15" fmla="*/ 3 h 1149"/>
                <a:gd name="T16" fmla="*/ 4 w 542"/>
                <a:gd name="T17" fmla="*/ 4 h 1149"/>
                <a:gd name="T18" fmla="*/ 3 w 542"/>
                <a:gd name="T19" fmla="*/ 5 h 1149"/>
                <a:gd name="T20" fmla="*/ 3 w 542"/>
                <a:gd name="T21" fmla="*/ 6 h 1149"/>
                <a:gd name="T22" fmla="*/ 4 w 542"/>
                <a:gd name="T23" fmla="*/ 5 h 1149"/>
                <a:gd name="T24" fmla="*/ 5 w 542"/>
                <a:gd name="T25" fmla="*/ 5 h 1149"/>
                <a:gd name="T26" fmla="*/ 6 w 542"/>
                <a:gd name="T27" fmla="*/ 5 h 1149"/>
                <a:gd name="T28" fmla="*/ 6 w 542"/>
                <a:gd name="T29" fmla="*/ 5 h 1149"/>
                <a:gd name="T30" fmla="*/ 7 w 542"/>
                <a:gd name="T31" fmla="*/ 4 h 1149"/>
                <a:gd name="T32" fmla="*/ 8 w 542"/>
                <a:gd name="T33" fmla="*/ 4 h 1149"/>
                <a:gd name="T34" fmla="*/ 7 w 542"/>
                <a:gd name="T35" fmla="*/ 5 h 1149"/>
                <a:gd name="T36" fmla="*/ 6 w 542"/>
                <a:gd name="T37" fmla="*/ 6 h 1149"/>
                <a:gd name="T38" fmla="*/ 5 w 542"/>
                <a:gd name="T39" fmla="*/ 6 h 1149"/>
                <a:gd name="T40" fmla="*/ 4 w 542"/>
                <a:gd name="T41" fmla="*/ 7 h 1149"/>
                <a:gd name="T42" fmla="*/ 4 w 542"/>
                <a:gd name="T43" fmla="*/ 7 h 1149"/>
                <a:gd name="T44" fmla="*/ 3 w 542"/>
                <a:gd name="T45" fmla="*/ 8 h 1149"/>
                <a:gd name="T46" fmla="*/ 2 w 542"/>
                <a:gd name="T47" fmla="*/ 8 h 1149"/>
                <a:gd name="T48" fmla="*/ 2 w 542"/>
                <a:gd name="T49" fmla="*/ 9 h 1149"/>
                <a:gd name="T50" fmla="*/ 1 w 542"/>
                <a:gd name="T51" fmla="*/ 10 h 1149"/>
                <a:gd name="T52" fmla="*/ 1 w 542"/>
                <a:gd name="T53" fmla="*/ 11 h 1149"/>
                <a:gd name="T54" fmla="*/ 1 w 542"/>
                <a:gd name="T55" fmla="*/ 12 h 1149"/>
                <a:gd name="T56" fmla="*/ 1 w 542"/>
                <a:gd name="T57" fmla="*/ 12 h 1149"/>
                <a:gd name="T58" fmla="*/ 2 w 542"/>
                <a:gd name="T59" fmla="*/ 12 h 1149"/>
                <a:gd name="T60" fmla="*/ 3 w 542"/>
                <a:gd name="T61" fmla="*/ 12 h 1149"/>
                <a:gd name="T62" fmla="*/ 4 w 542"/>
                <a:gd name="T63" fmla="*/ 11 h 1149"/>
                <a:gd name="T64" fmla="*/ 5 w 542"/>
                <a:gd name="T65" fmla="*/ 11 h 1149"/>
                <a:gd name="T66" fmla="*/ 6 w 542"/>
                <a:gd name="T67" fmla="*/ 10 h 1149"/>
                <a:gd name="T68" fmla="*/ 8 w 542"/>
                <a:gd name="T69" fmla="*/ 11 h 1149"/>
                <a:gd name="T70" fmla="*/ 7 w 542"/>
                <a:gd name="T71" fmla="*/ 12 h 1149"/>
                <a:gd name="T72" fmla="*/ 6 w 542"/>
                <a:gd name="T73" fmla="*/ 13 h 1149"/>
                <a:gd name="T74" fmla="*/ 5 w 542"/>
                <a:gd name="T75" fmla="*/ 13 h 1149"/>
                <a:gd name="T76" fmla="*/ 4 w 542"/>
                <a:gd name="T77" fmla="*/ 14 h 1149"/>
                <a:gd name="T78" fmla="*/ 2 w 542"/>
                <a:gd name="T79" fmla="*/ 14 h 1149"/>
                <a:gd name="T80" fmla="*/ 2 w 542"/>
                <a:gd name="T81" fmla="*/ 14 h 1149"/>
                <a:gd name="T82" fmla="*/ 1 w 542"/>
                <a:gd name="T83" fmla="*/ 14 h 1149"/>
                <a:gd name="T84" fmla="*/ 1 w 542"/>
                <a:gd name="T85" fmla="*/ 15 h 1149"/>
                <a:gd name="T86" fmla="*/ 1 w 542"/>
                <a:gd name="T87" fmla="*/ 16 h 1149"/>
                <a:gd name="T88" fmla="*/ 1 w 542"/>
                <a:gd name="T89" fmla="*/ 17 h 1149"/>
                <a:gd name="T90" fmla="*/ 2 w 542"/>
                <a:gd name="T91" fmla="*/ 17 h 1149"/>
                <a:gd name="T92" fmla="*/ 3 w 542"/>
                <a:gd name="T93" fmla="*/ 17 h 1149"/>
                <a:gd name="T94" fmla="*/ 4 w 542"/>
                <a:gd name="T95" fmla="*/ 17 h 1149"/>
                <a:gd name="T96" fmla="*/ 1 w 542"/>
                <a:gd name="T97" fmla="*/ 18 h 1149"/>
                <a:gd name="T98" fmla="*/ 1 w 542"/>
                <a:gd name="T99" fmla="*/ 17 h 1149"/>
                <a:gd name="T100" fmla="*/ 0 w 542"/>
                <a:gd name="T101" fmla="*/ 16 h 1149"/>
                <a:gd name="T102" fmla="*/ 1 w 542"/>
                <a:gd name="T103" fmla="*/ 15 h 1149"/>
                <a:gd name="T104" fmla="*/ 1 w 542"/>
                <a:gd name="T105" fmla="*/ 13 h 1149"/>
                <a:gd name="T106" fmla="*/ 1 w 542"/>
                <a:gd name="T107" fmla="*/ 12 h 1149"/>
                <a:gd name="T108" fmla="*/ 1 w 542"/>
                <a:gd name="T109" fmla="*/ 10 h 1149"/>
                <a:gd name="T110" fmla="*/ 1 w 542"/>
                <a:gd name="T111" fmla="*/ 8 h 1149"/>
                <a:gd name="T112" fmla="*/ 2 w 542"/>
                <a:gd name="T113" fmla="*/ 6 h 1149"/>
                <a:gd name="T114" fmla="*/ 3 w 542"/>
                <a:gd name="T115" fmla="*/ 5 h 1149"/>
                <a:gd name="T116" fmla="*/ 3 w 542"/>
                <a:gd name="T117" fmla="*/ 3 h 1149"/>
                <a:gd name="T118" fmla="*/ 4 w 542"/>
                <a:gd name="T119" fmla="*/ 2 h 1149"/>
                <a:gd name="T120" fmla="*/ 4 w 542"/>
                <a:gd name="T121" fmla="*/ 2 h 11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2"/>
                <a:gd name="T184" fmla="*/ 0 h 1149"/>
                <a:gd name="T185" fmla="*/ 542 w 542"/>
                <a:gd name="T186" fmla="*/ 1149 h 11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2" h="1149">
                  <a:moveTo>
                    <a:pt x="307" y="66"/>
                  </a:moveTo>
                  <a:lnTo>
                    <a:pt x="308" y="64"/>
                  </a:lnTo>
                  <a:lnTo>
                    <a:pt x="310" y="64"/>
                  </a:lnTo>
                  <a:lnTo>
                    <a:pt x="310" y="62"/>
                  </a:lnTo>
                  <a:lnTo>
                    <a:pt x="314" y="60"/>
                  </a:lnTo>
                  <a:lnTo>
                    <a:pt x="316" y="60"/>
                  </a:lnTo>
                  <a:lnTo>
                    <a:pt x="320" y="58"/>
                  </a:lnTo>
                  <a:lnTo>
                    <a:pt x="324" y="57"/>
                  </a:lnTo>
                  <a:lnTo>
                    <a:pt x="327" y="55"/>
                  </a:lnTo>
                  <a:lnTo>
                    <a:pt x="329" y="53"/>
                  </a:lnTo>
                  <a:lnTo>
                    <a:pt x="335" y="51"/>
                  </a:lnTo>
                  <a:lnTo>
                    <a:pt x="339" y="49"/>
                  </a:lnTo>
                  <a:lnTo>
                    <a:pt x="345" y="47"/>
                  </a:lnTo>
                  <a:lnTo>
                    <a:pt x="350" y="45"/>
                  </a:lnTo>
                  <a:lnTo>
                    <a:pt x="354" y="43"/>
                  </a:lnTo>
                  <a:lnTo>
                    <a:pt x="360" y="41"/>
                  </a:lnTo>
                  <a:lnTo>
                    <a:pt x="365" y="38"/>
                  </a:lnTo>
                  <a:lnTo>
                    <a:pt x="371" y="36"/>
                  </a:lnTo>
                  <a:lnTo>
                    <a:pt x="377" y="34"/>
                  </a:lnTo>
                  <a:lnTo>
                    <a:pt x="383" y="30"/>
                  </a:lnTo>
                  <a:lnTo>
                    <a:pt x="388" y="28"/>
                  </a:lnTo>
                  <a:lnTo>
                    <a:pt x="394" y="26"/>
                  </a:lnTo>
                  <a:lnTo>
                    <a:pt x="402" y="26"/>
                  </a:lnTo>
                  <a:lnTo>
                    <a:pt x="407" y="22"/>
                  </a:lnTo>
                  <a:lnTo>
                    <a:pt x="411" y="20"/>
                  </a:lnTo>
                  <a:lnTo>
                    <a:pt x="417" y="17"/>
                  </a:lnTo>
                  <a:lnTo>
                    <a:pt x="424" y="17"/>
                  </a:lnTo>
                  <a:lnTo>
                    <a:pt x="430" y="15"/>
                  </a:lnTo>
                  <a:lnTo>
                    <a:pt x="436" y="11"/>
                  </a:lnTo>
                  <a:lnTo>
                    <a:pt x="442" y="11"/>
                  </a:lnTo>
                  <a:lnTo>
                    <a:pt x="447" y="9"/>
                  </a:lnTo>
                  <a:lnTo>
                    <a:pt x="453" y="7"/>
                  </a:lnTo>
                  <a:lnTo>
                    <a:pt x="457" y="7"/>
                  </a:lnTo>
                  <a:lnTo>
                    <a:pt x="461" y="5"/>
                  </a:lnTo>
                  <a:lnTo>
                    <a:pt x="466" y="3"/>
                  </a:lnTo>
                  <a:lnTo>
                    <a:pt x="472" y="3"/>
                  </a:lnTo>
                  <a:lnTo>
                    <a:pt x="476" y="1"/>
                  </a:lnTo>
                  <a:lnTo>
                    <a:pt x="481" y="1"/>
                  </a:lnTo>
                  <a:lnTo>
                    <a:pt x="485" y="1"/>
                  </a:lnTo>
                  <a:lnTo>
                    <a:pt x="489" y="1"/>
                  </a:lnTo>
                  <a:lnTo>
                    <a:pt x="493" y="0"/>
                  </a:lnTo>
                  <a:lnTo>
                    <a:pt x="497" y="0"/>
                  </a:lnTo>
                  <a:lnTo>
                    <a:pt x="500" y="0"/>
                  </a:lnTo>
                  <a:lnTo>
                    <a:pt x="504" y="0"/>
                  </a:lnTo>
                  <a:lnTo>
                    <a:pt x="508" y="0"/>
                  </a:lnTo>
                  <a:lnTo>
                    <a:pt x="512" y="0"/>
                  </a:lnTo>
                  <a:lnTo>
                    <a:pt x="516" y="0"/>
                  </a:lnTo>
                  <a:lnTo>
                    <a:pt x="519" y="0"/>
                  </a:lnTo>
                  <a:lnTo>
                    <a:pt x="523" y="0"/>
                  </a:lnTo>
                  <a:lnTo>
                    <a:pt x="529" y="0"/>
                  </a:lnTo>
                  <a:lnTo>
                    <a:pt x="533" y="1"/>
                  </a:lnTo>
                  <a:lnTo>
                    <a:pt x="537" y="1"/>
                  </a:lnTo>
                  <a:lnTo>
                    <a:pt x="538" y="1"/>
                  </a:lnTo>
                  <a:lnTo>
                    <a:pt x="537" y="1"/>
                  </a:lnTo>
                  <a:lnTo>
                    <a:pt x="535" y="3"/>
                  </a:lnTo>
                  <a:lnTo>
                    <a:pt x="531" y="7"/>
                  </a:lnTo>
                  <a:lnTo>
                    <a:pt x="527" y="13"/>
                  </a:lnTo>
                  <a:lnTo>
                    <a:pt x="523" y="15"/>
                  </a:lnTo>
                  <a:lnTo>
                    <a:pt x="519" y="19"/>
                  </a:lnTo>
                  <a:lnTo>
                    <a:pt x="516" y="22"/>
                  </a:lnTo>
                  <a:lnTo>
                    <a:pt x="512" y="26"/>
                  </a:lnTo>
                  <a:lnTo>
                    <a:pt x="508" y="30"/>
                  </a:lnTo>
                  <a:lnTo>
                    <a:pt x="504" y="34"/>
                  </a:lnTo>
                  <a:lnTo>
                    <a:pt x="499" y="38"/>
                  </a:lnTo>
                  <a:lnTo>
                    <a:pt x="495" y="41"/>
                  </a:lnTo>
                  <a:lnTo>
                    <a:pt x="489" y="47"/>
                  </a:lnTo>
                  <a:lnTo>
                    <a:pt x="485" y="51"/>
                  </a:lnTo>
                  <a:lnTo>
                    <a:pt x="480" y="55"/>
                  </a:lnTo>
                  <a:lnTo>
                    <a:pt x="474" y="60"/>
                  </a:lnTo>
                  <a:lnTo>
                    <a:pt x="468" y="64"/>
                  </a:lnTo>
                  <a:lnTo>
                    <a:pt x="462" y="68"/>
                  </a:lnTo>
                  <a:lnTo>
                    <a:pt x="457" y="74"/>
                  </a:lnTo>
                  <a:lnTo>
                    <a:pt x="453" y="79"/>
                  </a:lnTo>
                  <a:lnTo>
                    <a:pt x="445" y="83"/>
                  </a:lnTo>
                  <a:lnTo>
                    <a:pt x="440" y="89"/>
                  </a:lnTo>
                  <a:lnTo>
                    <a:pt x="434" y="93"/>
                  </a:lnTo>
                  <a:lnTo>
                    <a:pt x="428" y="96"/>
                  </a:lnTo>
                  <a:lnTo>
                    <a:pt x="423" y="100"/>
                  </a:lnTo>
                  <a:lnTo>
                    <a:pt x="417" y="104"/>
                  </a:lnTo>
                  <a:lnTo>
                    <a:pt x="411" y="110"/>
                  </a:lnTo>
                  <a:lnTo>
                    <a:pt x="407" y="112"/>
                  </a:lnTo>
                  <a:lnTo>
                    <a:pt x="402" y="115"/>
                  </a:lnTo>
                  <a:lnTo>
                    <a:pt x="394" y="119"/>
                  </a:lnTo>
                  <a:lnTo>
                    <a:pt x="390" y="123"/>
                  </a:lnTo>
                  <a:lnTo>
                    <a:pt x="384" y="125"/>
                  </a:lnTo>
                  <a:lnTo>
                    <a:pt x="379" y="127"/>
                  </a:lnTo>
                  <a:lnTo>
                    <a:pt x="373" y="131"/>
                  </a:lnTo>
                  <a:lnTo>
                    <a:pt x="369" y="133"/>
                  </a:lnTo>
                  <a:lnTo>
                    <a:pt x="364" y="136"/>
                  </a:lnTo>
                  <a:lnTo>
                    <a:pt x="360" y="136"/>
                  </a:lnTo>
                  <a:lnTo>
                    <a:pt x="354" y="140"/>
                  </a:lnTo>
                  <a:lnTo>
                    <a:pt x="350" y="140"/>
                  </a:lnTo>
                  <a:lnTo>
                    <a:pt x="346" y="142"/>
                  </a:lnTo>
                  <a:lnTo>
                    <a:pt x="341" y="144"/>
                  </a:lnTo>
                  <a:lnTo>
                    <a:pt x="337" y="146"/>
                  </a:lnTo>
                  <a:lnTo>
                    <a:pt x="333" y="148"/>
                  </a:lnTo>
                  <a:lnTo>
                    <a:pt x="329" y="150"/>
                  </a:lnTo>
                  <a:lnTo>
                    <a:pt x="326" y="150"/>
                  </a:lnTo>
                  <a:lnTo>
                    <a:pt x="322" y="150"/>
                  </a:lnTo>
                  <a:lnTo>
                    <a:pt x="320" y="152"/>
                  </a:lnTo>
                  <a:lnTo>
                    <a:pt x="316" y="153"/>
                  </a:lnTo>
                  <a:lnTo>
                    <a:pt x="310" y="153"/>
                  </a:lnTo>
                  <a:lnTo>
                    <a:pt x="307" y="155"/>
                  </a:lnTo>
                  <a:lnTo>
                    <a:pt x="303" y="155"/>
                  </a:lnTo>
                  <a:lnTo>
                    <a:pt x="301" y="155"/>
                  </a:lnTo>
                  <a:lnTo>
                    <a:pt x="299" y="155"/>
                  </a:lnTo>
                  <a:lnTo>
                    <a:pt x="299" y="157"/>
                  </a:lnTo>
                  <a:lnTo>
                    <a:pt x="297" y="157"/>
                  </a:lnTo>
                  <a:lnTo>
                    <a:pt x="297" y="159"/>
                  </a:lnTo>
                  <a:lnTo>
                    <a:pt x="295" y="161"/>
                  </a:lnTo>
                  <a:lnTo>
                    <a:pt x="295" y="165"/>
                  </a:lnTo>
                  <a:lnTo>
                    <a:pt x="291" y="171"/>
                  </a:lnTo>
                  <a:lnTo>
                    <a:pt x="289" y="174"/>
                  </a:lnTo>
                  <a:lnTo>
                    <a:pt x="289" y="176"/>
                  </a:lnTo>
                  <a:lnTo>
                    <a:pt x="286" y="180"/>
                  </a:lnTo>
                  <a:lnTo>
                    <a:pt x="286" y="184"/>
                  </a:lnTo>
                  <a:lnTo>
                    <a:pt x="284" y="186"/>
                  </a:lnTo>
                  <a:lnTo>
                    <a:pt x="284" y="190"/>
                  </a:lnTo>
                  <a:lnTo>
                    <a:pt x="282" y="193"/>
                  </a:lnTo>
                  <a:lnTo>
                    <a:pt x="280" y="197"/>
                  </a:lnTo>
                  <a:lnTo>
                    <a:pt x="278" y="199"/>
                  </a:lnTo>
                  <a:lnTo>
                    <a:pt x="276" y="203"/>
                  </a:lnTo>
                  <a:lnTo>
                    <a:pt x="276" y="209"/>
                  </a:lnTo>
                  <a:lnTo>
                    <a:pt x="272" y="212"/>
                  </a:lnTo>
                  <a:lnTo>
                    <a:pt x="272" y="216"/>
                  </a:lnTo>
                  <a:lnTo>
                    <a:pt x="270" y="218"/>
                  </a:lnTo>
                  <a:lnTo>
                    <a:pt x="269" y="224"/>
                  </a:lnTo>
                  <a:lnTo>
                    <a:pt x="267" y="228"/>
                  </a:lnTo>
                  <a:lnTo>
                    <a:pt x="265" y="231"/>
                  </a:lnTo>
                  <a:lnTo>
                    <a:pt x="263" y="235"/>
                  </a:lnTo>
                  <a:lnTo>
                    <a:pt x="263" y="241"/>
                  </a:lnTo>
                  <a:lnTo>
                    <a:pt x="259" y="245"/>
                  </a:lnTo>
                  <a:lnTo>
                    <a:pt x="259" y="249"/>
                  </a:lnTo>
                  <a:lnTo>
                    <a:pt x="257" y="252"/>
                  </a:lnTo>
                  <a:lnTo>
                    <a:pt x="255" y="256"/>
                  </a:lnTo>
                  <a:lnTo>
                    <a:pt x="253" y="260"/>
                  </a:lnTo>
                  <a:lnTo>
                    <a:pt x="251" y="264"/>
                  </a:lnTo>
                  <a:lnTo>
                    <a:pt x="251" y="268"/>
                  </a:lnTo>
                  <a:lnTo>
                    <a:pt x="250" y="271"/>
                  </a:lnTo>
                  <a:lnTo>
                    <a:pt x="248" y="275"/>
                  </a:lnTo>
                  <a:lnTo>
                    <a:pt x="248" y="279"/>
                  </a:lnTo>
                  <a:lnTo>
                    <a:pt x="246" y="281"/>
                  </a:lnTo>
                  <a:lnTo>
                    <a:pt x="244" y="285"/>
                  </a:lnTo>
                  <a:lnTo>
                    <a:pt x="244" y="290"/>
                  </a:lnTo>
                  <a:lnTo>
                    <a:pt x="244" y="292"/>
                  </a:lnTo>
                  <a:lnTo>
                    <a:pt x="240" y="298"/>
                  </a:lnTo>
                  <a:lnTo>
                    <a:pt x="238" y="306"/>
                  </a:lnTo>
                  <a:lnTo>
                    <a:pt x="238" y="309"/>
                  </a:lnTo>
                  <a:lnTo>
                    <a:pt x="234" y="313"/>
                  </a:lnTo>
                  <a:lnTo>
                    <a:pt x="234" y="317"/>
                  </a:lnTo>
                  <a:lnTo>
                    <a:pt x="234" y="323"/>
                  </a:lnTo>
                  <a:lnTo>
                    <a:pt x="232" y="325"/>
                  </a:lnTo>
                  <a:lnTo>
                    <a:pt x="232" y="326"/>
                  </a:lnTo>
                  <a:lnTo>
                    <a:pt x="232" y="328"/>
                  </a:lnTo>
                  <a:lnTo>
                    <a:pt x="234" y="328"/>
                  </a:lnTo>
                  <a:lnTo>
                    <a:pt x="238" y="326"/>
                  </a:lnTo>
                  <a:lnTo>
                    <a:pt x="244" y="325"/>
                  </a:lnTo>
                  <a:lnTo>
                    <a:pt x="248" y="325"/>
                  </a:lnTo>
                  <a:lnTo>
                    <a:pt x="251" y="325"/>
                  </a:lnTo>
                  <a:lnTo>
                    <a:pt x="253" y="323"/>
                  </a:lnTo>
                  <a:lnTo>
                    <a:pt x="259" y="323"/>
                  </a:lnTo>
                  <a:lnTo>
                    <a:pt x="263" y="321"/>
                  </a:lnTo>
                  <a:lnTo>
                    <a:pt x="267" y="319"/>
                  </a:lnTo>
                  <a:lnTo>
                    <a:pt x="272" y="319"/>
                  </a:lnTo>
                  <a:lnTo>
                    <a:pt x="278" y="317"/>
                  </a:lnTo>
                  <a:lnTo>
                    <a:pt x="284" y="317"/>
                  </a:lnTo>
                  <a:lnTo>
                    <a:pt x="289" y="315"/>
                  </a:lnTo>
                  <a:lnTo>
                    <a:pt x="295" y="313"/>
                  </a:lnTo>
                  <a:lnTo>
                    <a:pt x="301" y="311"/>
                  </a:lnTo>
                  <a:lnTo>
                    <a:pt x="307" y="311"/>
                  </a:lnTo>
                  <a:lnTo>
                    <a:pt x="312" y="309"/>
                  </a:lnTo>
                  <a:lnTo>
                    <a:pt x="316" y="307"/>
                  </a:lnTo>
                  <a:lnTo>
                    <a:pt x="320" y="307"/>
                  </a:lnTo>
                  <a:lnTo>
                    <a:pt x="322" y="306"/>
                  </a:lnTo>
                  <a:lnTo>
                    <a:pt x="326" y="306"/>
                  </a:lnTo>
                  <a:lnTo>
                    <a:pt x="329" y="304"/>
                  </a:lnTo>
                  <a:lnTo>
                    <a:pt x="333" y="304"/>
                  </a:lnTo>
                  <a:lnTo>
                    <a:pt x="335" y="302"/>
                  </a:lnTo>
                  <a:lnTo>
                    <a:pt x="339" y="302"/>
                  </a:lnTo>
                  <a:lnTo>
                    <a:pt x="343" y="300"/>
                  </a:lnTo>
                  <a:lnTo>
                    <a:pt x="346" y="300"/>
                  </a:lnTo>
                  <a:lnTo>
                    <a:pt x="350" y="298"/>
                  </a:lnTo>
                  <a:lnTo>
                    <a:pt x="354" y="298"/>
                  </a:lnTo>
                  <a:lnTo>
                    <a:pt x="358" y="296"/>
                  </a:lnTo>
                  <a:lnTo>
                    <a:pt x="360" y="294"/>
                  </a:lnTo>
                  <a:lnTo>
                    <a:pt x="364" y="294"/>
                  </a:lnTo>
                  <a:lnTo>
                    <a:pt x="367" y="292"/>
                  </a:lnTo>
                  <a:lnTo>
                    <a:pt x="371" y="292"/>
                  </a:lnTo>
                  <a:lnTo>
                    <a:pt x="375" y="290"/>
                  </a:lnTo>
                  <a:lnTo>
                    <a:pt x="379" y="290"/>
                  </a:lnTo>
                  <a:lnTo>
                    <a:pt x="383" y="290"/>
                  </a:lnTo>
                  <a:lnTo>
                    <a:pt x="386" y="287"/>
                  </a:lnTo>
                  <a:lnTo>
                    <a:pt x="390" y="287"/>
                  </a:lnTo>
                  <a:lnTo>
                    <a:pt x="392" y="285"/>
                  </a:lnTo>
                  <a:lnTo>
                    <a:pt x="396" y="283"/>
                  </a:lnTo>
                  <a:lnTo>
                    <a:pt x="400" y="281"/>
                  </a:lnTo>
                  <a:lnTo>
                    <a:pt x="403" y="281"/>
                  </a:lnTo>
                  <a:lnTo>
                    <a:pt x="407" y="279"/>
                  </a:lnTo>
                  <a:lnTo>
                    <a:pt x="411" y="279"/>
                  </a:lnTo>
                  <a:lnTo>
                    <a:pt x="415" y="275"/>
                  </a:lnTo>
                  <a:lnTo>
                    <a:pt x="417" y="275"/>
                  </a:lnTo>
                  <a:lnTo>
                    <a:pt x="421" y="273"/>
                  </a:lnTo>
                  <a:lnTo>
                    <a:pt x="426" y="273"/>
                  </a:lnTo>
                  <a:lnTo>
                    <a:pt x="428" y="271"/>
                  </a:lnTo>
                  <a:lnTo>
                    <a:pt x="432" y="269"/>
                  </a:lnTo>
                  <a:lnTo>
                    <a:pt x="436" y="268"/>
                  </a:lnTo>
                  <a:lnTo>
                    <a:pt x="440" y="268"/>
                  </a:lnTo>
                  <a:lnTo>
                    <a:pt x="442" y="266"/>
                  </a:lnTo>
                  <a:lnTo>
                    <a:pt x="445" y="266"/>
                  </a:lnTo>
                  <a:lnTo>
                    <a:pt x="449" y="264"/>
                  </a:lnTo>
                  <a:lnTo>
                    <a:pt x="453" y="262"/>
                  </a:lnTo>
                  <a:lnTo>
                    <a:pt x="455" y="260"/>
                  </a:lnTo>
                  <a:lnTo>
                    <a:pt x="459" y="260"/>
                  </a:lnTo>
                  <a:lnTo>
                    <a:pt x="462" y="258"/>
                  </a:lnTo>
                  <a:lnTo>
                    <a:pt x="466" y="256"/>
                  </a:lnTo>
                  <a:lnTo>
                    <a:pt x="468" y="254"/>
                  </a:lnTo>
                  <a:lnTo>
                    <a:pt x="472" y="254"/>
                  </a:lnTo>
                  <a:lnTo>
                    <a:pt x="476" y="252"/>
                  </a:lnTo>
                  <a:lnTo>
                    <a:pt x="480" y="250"/>
                  </a:lnTo>
                  <a:lnTo>
                    <a:pt x="485" y="249"/>
                  </a:lnTo>
                  <a:lnTo>
                    <a:pt x="491" y="247"/>
                  </a:lnTo>
                  <a:lnTo>
                    <a:pt x="497" y="245"/>
                  </a:lnTo>
                  <a:lnTo>
                    <a:pt x="502" y="243"/>
                  </a:lnTo>
                  <a:lnTo>
                    <a:pt x="506" y="239"/>
                  </a:lnTo>
                  <a:lnTo>
                    <a:pt x="512" y="237"/>
                  </a:lnTo>
                  <a:lnTo>
                    <a:pt x="516" y="235"/>
                  </a:lnTo>
                  <a:lnTo>
                    <a:pt x="521" y="233"/>
                  </a:lnTo>
                  <a:lnTo>
                    <a:pt x="523" y="231"/>
                  </a:lnTo>
                  <a:lnTo>
                    <a:pt x="529" y="231"/>
                  </a:lnTo>
                  <a:lnTo>
                    <a:pt x="531" y="230"/>
                  </a:lnTo>
                  <a:lnTo>
                    <a:pt x="535" y="228"/>
                  </a:lnTo>
                  <a:lnTo>
                    <a:pt x="537" y="228"/>
                  </a:lnTo>
                  <a:lnTo>
                    <a:pt x="538" y="228"/>
                  </a:lnTo>
                  <a:lnTo>
                    <a:pt x="540" y="224"/>
                  </a:lnTo>
                  <a:lnTo>
                    <a:pt x="542" y="224"/>
                  </a:lnTo>
                  <a:lnTo>
                    <a:pt x="540" y="226"/>
                  </a:lnTo>
                  <a:lnTo>
                    <a:pt x="537" y="230"/>
                  </a:lnTo>
                  <a:lnTo>
                    <a:pt x="535" y="231"/>
                  </a:lnTo>
                  <a:lnTo>
                    <a:pt x="533" y="233"/>
                  </a:lnTo>
                  <a:lnTo>
                    <a:pt x="529" y="237"/>
                  </a:lnTo>
                  <a:lnTo>
                    <a:pt x="527" y="241"/>
                  </a:lnTo>
                  <a:lnTo>
                    <a:pt x="521" y="245"/>
                  </a:lnTo>
                  <a:lnTo>
                    <a:pt x="518" y="249"/>
                  </a:lnTo>
                  <a:lnTo>
                    <a:pt x="512" y="252"/>
                  </a:lnTo>
                  <a:lnTo>
                    <a:pt x="508" y="258"/>
                  </a:lnTo>
                  <a:lnTo>
                    <a:pt x="502" y="264"/>
                  </a:lnTo>
                  <a:lnTo>
                    <a:pt x="497" y="268"/>
                  </a:lnTo>
                  <a:lnTo>
                    <a:pt x="491" y="275"/>
                  </a:lnTo>
                  <a:lnTo>
                    <a:pt x="485" y="281"/>
                  </a:lnTo>
                  <a:lnTo>
                    <a:pt x="481" y="283"/>
                  </a:lnTo>
                  <a:lnTo>
                    <a:pt x="478" y="287"/>
                  </a:lnTo>
                  <a:lnTo>
                    <a:pt x="474" y="290"/>
                  </a:lnTo>
                  <a:lnTo>
                    <a:pt x="470" y="292"/>
                  </a:lnTo>
                  <a:lnTo>
                    <a:pt x="466" y="294"/>
                  </a:lnTo>
                  <a:lnTo>
                    <a:pt x="462" y="298"/>
                  </a:lnTo>
                  <a:lnTo>
                    <a:pt x="459" y="302"/>
                  </a:lnTo>
                  <a:lnTo>
                    <a:pt x="455" y="306"/>
                  </a:lnTo>
                  <a:lnTo>
                    <a:pt x="453" y="309"/>
                  </a:lnTo>
                  <a:lnTo>
                    <a:pt x="447" y="311"/>
                  </a:lnTo>
                  <a:lnTo>
                    <a:pt x="443" y="315"/>
                  </a:lnTo>
                  <a:lnTo>
                    <a:pt x="440" y="319"/>
                  </a:lnTo>
                  <a:lnTo>
                    <a:pt x="436" y="323"/>
                  </a:lnTo>
                  <a:lnTo>
                    <a:pt x="434" y="325"/>
                  </a:lnTo>
                  <a:lnTo>
                    <a:pt x="428" y="328"/>
                  </a:lnTo>
                  <a:lnTo>
                    <a:pt x="426" y="332"/>
                  </a:lnTo>
                  <a:lnTo>
                    <a:pt x="421" y="336"/>
                  </a:lnTo>
                  <a:lnTo>
                    <a:pt x="417" y="338"/>
                  </a:lnTo>
                  <a:lnTo>
                    <a:pt x="411" y="342"/>
                  </a:lnTo>
                  <a:lnTo>
                    <a:pt x="409" y="345"/>
                  </a:lnTo>
                  <a:lnTo>
                    <a:pt x="403" y="349"/>
                  </a:lnTo>
                  <a:lnTo>
                    <a:pt x="402" y="353"/>
                  </a:lnTo>
                  <a:lnTo>
                    <a:pt x="396" y="355"/>
                  </a:lnTo>
                  <a:lnTo>
                    <a:pt x="392" y="359"/>
                  </a:lnTo>
                  <a:lnTo>
                    <a:pt x="386" y="363"/>
                  </a:lnTo>
                  <a:lnTo>
                    <a:pt x="384" y="366"/>
                  </a:lnTo>
                  <a:lnTo>
                    <a:pt x="379" y="368"/>
                  </a:lnTo>
                  <a:lnTo>
                    <a:pt x="375" y="372"/>
                  </a:lnTo>
                  <a:lnTo>
                    <a:pt x="371" y="374"/>
                  </a:lnTo>
                  <a:lnTo>
                    <a:pt x="367" y="378"/>
                  </a:lnTo>
                  <a:lnTo>
                    <a:pt x="362" y="382"/>
                  </a:lnTo>
                  <a:lnTo>
                    <a:pt x="358" y="385"/>
                  </a:lnTo>
                  <a:lnTo>
                    <a:pt x="354" y="387"/>
                  </a:lnTo>
                  <a:lnTo>
                    <a:pt x="350" y="389"/>
                  </a:lnTo>
                  <a:lnTo>
                    <a:pt x="345" y="393"/>
                  </a:lnTo>
                  <a:lnTo>
                    <a:pt x="341" y="395"/>
                  </a:lnTo>
                  <a:lnTo>
                    <a:pt x="337" y="399"/>
                  </a:lnTo>
                  <a:lnTo>
                    <a:pt x="333" y="401"/>
                  </a:lnTo>
                  <a:lnTo>
                    <a:pt x="327" y="402"/>
                  </a:lnTo>
                  <a:lnTo>
                    <a:pt x="326" y="406"/>
                  </a:lnTo>
                  <a:lnTo>
                    <a:pt x="320" y="408"/>
                  </a:lnTo>
                  <a:lnTo>
                    <a:pt x="316" y="410"/>
                  </a:lnTo>
                  <a:lnTo>
                    <a:pt x="310" y="412"/>
                  </a:lnTo>
                  <a:lnTo>
                    <a:pt x="308" y="416"/>
                  </a:lnTo>
                  <a:lnTo>
                    <a:pt x="305" y="418"/>
                  </a:lnTo>
                  <a:lnTo>
                    <a:pt x="301" y="420"/>
                  </a:lnTo>
                  <a:lnTo>
                    <a:pt x="295" y="421"/>
                  </a:lnTo>
                  <a:lnTo>
                    <a:pt x="291" y="425"/>
                  </a:lnTo>
                  <a:lnTo>
                    <a:pt x="288" y="427"/>
                  </a:lnTo>
                  <a:lnTo>
                    <a:pt x="284" y="429"/>
                  </a:lnTo>
                  <a:lnTo>
                    <a:pt x="280" y="431"/>
                  </a:lnTo>
                  <a:lnTo>
                    <a:pt x="276" y="433"/>
                  </a:lnTo>
                  <a:lnTo>
                    <a:pt x="272" y="435"/>
                  </a:lnTo>
                  <a:lnTo>
                    <a:pt x="269" y="437"/>
                  </a:lnTo>
                  <a:lnTo>
                    <a:pt x="265" y="439"/>
                  </a:lnTo>
                  <a:lnTo>
                    <a:pt x="263" y="440"/>
                  </a:lnTo>
                  <a:lnTo>
                    <a:pt x="259" y="442"/>
                  </a:lnTo>
                  <a:lnTo>
                    <a:pt x="253" y="444"/>
                  </a:lnTo>
                  <a:lnTo>
                    <a:pt x="251" y="444"/>
                  </a:lnTo>
                  <a:lnTo>
                    <a:pt x="248" y="448"/>
                  </a:lnTo>
                  <a:lnTo>
                    <a:pt x="244" y="448"/>
                  </a:lnTo>
                  <a:lnTo>
                    <a:pt x="240" y="450"/>
                  </a:lnTo>
                  <a:lnTo>
                    <a:pt x="238" y="452"/>
                  </a:lnTo>
                  <a:lnTo>
                    <a:pt x="234" y="454"/>
                  </a:lnTo>
                  <a:lnTo>
                    <a:pt x="232" y="454"/>
                  </a:lnTo>
                  <a:lnTo>
                    <a:pt x="229" y="456"/>
                  </a:lnTo>
                  <a:lnTo>
                    <a:pt x="225" y="456"/>
                  </a:lnTo>
                  <a:lnTo>
                    <a:pt x="221" y="458"/>
                  </a:lnTo>
                  <a:lnTo>
                    <a:pt x="217" y="461"/>
                  </a:lnTo>
                  <a:lnTo>
                    <a:pt x="211" y="463"/>
                  </a:lnTo>
                  <a:lnTo>
                    <a:pt x="208" y="463"/>
                  </a:lnTo>
                  <a:lnTo>
                    <a:pt x="202" y="467"/>
                  </a:lnTo>
                  <a:lnTo>
                    <a:pt x="198" y="467"/>
                  </a:lnTo>
                  <a:lnTo>
                    <a:pt x="194" y="469"/>
                  </a:lnTo>
                  <a:lnTo>
                    <a:pt x="191" y="471"/>
                  </a:lnTo>
                  <a:lnTo>
                    <a:pt x="189" y="473"/>
                  </a:lnTo>
                  <a:lnTo>
                    <a:pt x="185" y="473"/>
                  </a:lnTo>
                  <a:lnTo>
                    <a:pt x="183" y="475"/>
                  </a:lnTo>
                  <a:lnTo>
                    <a:pt x="181" y="475"/>
                  </a:lnTo>
                  <a:lnTo>
                    <a:pt x="181" y="477"/>
                  </a:lnTo>
                  <a:lnTo>
                    <a:pt x="179" y="477"/>
                  </a:lnTo>
                  <a:lnTo>
                    <a:pt x="177" y="478"/>
                  </a:lnTo>
                  <a:lnTo>
                    <a:pt x="175" y="482"/>
                  </a:lnTo>
                  <a:lnTo>
                    <a:pt x="175" y="486"/>
                  </a:lnTo>
                  <a:lnTo>
                    <a:pt x="172" y="490"/>
                  </a:lnTo>
                  <a:lnTo>
                    <a:pt x="172" y="492"/>
                  </a:lnTo>
                  <a:lnTo>
                    <a:pt x="170" y="496"/>
                  </a:lnTo>
                  <a:lnTo>
                    <a:pt x="168" y="499"/>
                  </a:lnTo>
                  <a:lnTo>
                    <a:pt x="166" y="503"/>
                  </a:lnTo>
                  <a:lnTo>
                    <a:pt x="164" y="507"/>
                  </a:lnTo>
                  <a:lnTo>
                    <a:pt x="164" y="513"/>
                  </a:lnTo>
                  <a:lnTo>
                    <a:pt x="162" y="516"/>
                  </a:lnTo>
                  <a:lnTo>
                    <a:pt x="158" y="520"/>
                  </a:lnTo>
                  <a:lnTo>
                    <a:pt x="156" y="526"/>
                  </a:lnTo>
                  <a:lnTo>
                    <a:pt x="153" y="532"/>
                  </a:lnTo>
                  <a:lnTo>
                    <a:pt x="153" y="537"/>
                  </a:lnTo>
                  <a:lnTo>
                    <a:pt x="149" y="543"/>
                  </a:lnTo>
                  <a:lnTo>
                    <a:pt x="147" y="549"/>
                  </a:lnTo>
                  <a:lnTo>
                    <a:pt x="145" y="555"/>
                  </a:lnTo>
                  <a:lnTo>
                    <a:pt x="143" y="560"/>
                  </a:lnTo>
                  <a:lnTo>
                    <a:pt x="139" y="564"/>
                  </a:lnTo>
                  <a:lnTo>
                    <a:pt x="137" y="572"/>
                  </a:lnTo>
                  <a:lnTo>
                    <a:pt x="135" y="575"/>
                  </a:lnTo>
                  <a:lnTo>
                    <a:pt x="135" y="577"/>
                  </a:lnTo>
                  <a:lnTo>
                    <a:pt x="134" y="581"/>
                  </a:lnTo>
                  <a:lnTo>
                    <a:pt x="134" y="585"/>
                  </a:lnTo>
                  <a:lnTo>
                    <a:pt x="132" y="587"/>
                  </a:lnTo>
                  <a:lnTo>
                    <a:pt x="132" y="591"/>
                  </a:lnTo>
                  <a:lnTo>
                    <a:pt x="128" y="594"/>
                  </a:lnTo>
                  <a:lnTo>
                    <a:pt x="128" y="596"/>
                  </a:lnTo>
                  <a:lnTo>
                    <a:pt x="128" y="600"/>
                  </a:lnTo>
                  <a:lnTo>
                    <a:pt x="126" y="604"/>
                  </a:lnTo>
                  <a:lnTo>
                    <a:pt x="124" y="608"/>
                  </a:lnTo>
                  <a:lnTo>
                    <a:pt x="124" y="612"/>
                  </a:lnTo>
                  <a:lnTo>
                    <a:pt x="120" y="615"/>
                  </a:lnTo>
                  <a:lnTo>
                    <a:pt x="118" y="623"/>
                  </a:lnTo>
                  <a:lnTo>
                    <a:pt x="118" y="625"/>
                  </a:lnTo>
                  <a:lnTo>
                    <a:pt x="118" y="631"/>
                  </a:lnTo>
                  <a:lnTo>
                    <a:pt x="116" y="632"/>
                  </a:lnTo>
                  <a:lnTo>
                    <a:pt x="115" y="636"/>
                  </a:lnTo>
                  <a:lnTo>
                    <a:pt x="113" y="640"/>
                  </a:lnTo>
                  <a:lnTo>
                    <a:pt x="113" y="648"/>
                  </a:lnTo>
                  <a:lnTo>
                    <a:pt x="109" y="651"/>
                  </a:lnTo>
                  <a:lnTo>
                    <a:pt x="109" y="655"/>
                  </a:lnTo>
                  <a:lnTo>
                    <a:pt x="109" y="657"/>
                  </a:lnTo>
                  <a:lnTo>
                    <a:pt x="109" y="661"/>
                  </a:lnTo>
                  <a:lnTo>
                    <a:pt x="107" y="667"/>
                  </a:lnTo>
                  <a:lnTo>
                    <a:pt x="105" y="672"/>
                  </a:lnTo>
                  <a:lnTo>
                    <a:pt x="103" y="678"/>
                  </a:lnTo>
                  <a:lnTo>
                    <a:pt x="103" y="684"/>
                  </a:lnTo>
                  <a:lnTo>
                    <a:pt x="103" y="689"/>
                  </a:lnTo>
                  <a:lnTo>
                    <a:pt x="101" y="695"/>
                  </a:lnTo>
                  <a:lnTo>
                    <a:pt x="101" y="699"/>
                  </a:lnTo>
                  <a:lnTo>
                    <a:pt x="101" y="705"/>
                  </a:lnTo>
                  <a:lnTo>
                    <a:pt x="99" y="708"/>
                  </a:lnTo>
                  <a:lnTo>
                    <a:pt x="99" y="714"/>
                  </a:lnTo>
                  <a:lnTo>
                    <a:pt x="99" y="718"/>
                  </a:lnTo>
                  <a:lnTo>
                    <a:pt x="99" y="722"/>
                  </a:lnTo>
                  <a:lnTo>
                    <a:pt x="99" y="726"/>
                  </a:lnTo>
                  <a:lnTo>
                    <a:pt x="97" y="729"/>
                  </a:lnTo>
                  <a:lnTo>
                    <a:pt x="97" y="733"/>
                  </a:lnTo>
                  <a:lnTo>
                    <a:pt x="97" y="737"/>
                  </a:lnTo>
                  <a:lnTo>
                    <a:pt x="97" y="741"/>
                  </a:lnTo>
                  <a:lnTo>
                    <a:pt x="97" y="745"/>
                  </a:lnTo>
                  <a:lnTo>
                    <a:pt x="97" y="746"/>
                  </a:lnTo>
                  <a:lnTo>
                    <a:pt x="97" y="748"/>
                  </a:lnTo>
                  <a:lnTo>
                    <a:pt x="99" y="748"/>
                  </a:lnTo>
                  <a:lnTo>
                    <a:pt x="101" y="750"/>
                  </a:lnTo>
                  <a:lnTo>
                    <a:pt x="107" y="750"/>
                  </a:lnTo>
                  <a:lnTo>
                    <a:pt x="113" y="750"/>
                  </a:lnTo>
                  <a:lnTo>
                    <a:pt x="115" y="750"/>
                  </a:lnTo>
                  <a:lnTo>
                    <a:pt x="118" y="750"/>
                  </a:lnTo>
                  <a:lnTo>
                    <a:pt x="122" y="750"/>
                  </a:lnTo>
                  <a:lnTo>
                    <a:pt x="126" y="750"/>
                  </a:lnTo>
                  <a:lnTo>
                    <a:pt x="132" y="750"/>
                  </a:lnTo>
                  <a:lnTo>
                    <a:pt x="135" y="750"/>
                  </a:lnTo>
                  <a:lnTo>
                    <a:pt x="139" y="750"/>
                  </a:lnTo>
                  <a:lnTo>
                    <a:pt x="145" y="750"/>
                  </a:lnTo>
                  <a:lnTo>
                    <a:pt x="151" y="750"/>
                  </a:lnTo>
                  <a:lnTo>
                    <a:pt x="156" y="748"/>
                  </a:lnTo>
                  <a:lnTo>
                    <a:pt x="160" y="748"/>
                  </a:lnTo>
                  <a:lnTo>
                    <a:pt x="162" y="746"/>
                  </a:lnTo>
                  <a:lnTo>
                    <a:pt x="166" y="746"/>
                  </a:lnTo>
                  <a:lnTo>
                    <a:pt x="170" y="746"/>
                  </a:lnTo>
                  <a:lnTo>
                    <a:pt x="172" y="746"/>
                  </a:lnTo>
                  <a:lnTo>
                    <a:pt x="177" y="746"/>
                  </a:lnTo>
                  <a:lnTo>
                    <a:pt x="181" y="745"/>
                  </a:lnTo>
                  <a:lnTo>
                    <a:pt x="183" y="745"/>
                  </a:lnTo>
                  <a:lnTo>
                    <a:pt x="187" y="745"/>
                  </a:lnTo>
                  <a:lnTo>
                    <a:pt x="191" y="743"/>
                  </a:lnTo>
                  <a:lnTo>
                    <a:pt x="194" y="741"/>
                  </a:lnTo>
                  <a:lnTo>
                    <a:pt x="198" y="741"/>
                  </a:lnTo>
                  <a:lnTo>
                    <a:pt x="202" y="741"/>
                  </a:lnTo>
                  <a:lnTo>
                    <a:pt x="206" y="739"/>
                  </a:lnTo>
                  <a:lnTo>
                    <a:pt x="210" y="739"/>
                  </a:lnTo>
                  <a:lnTo>
                    <a:pt x="215" y="739"/>
                  </a:lnTo>
                  <a:lnTo>
                    <a:pt x="219" y="737"/>
                  </a:lnTo>
                  <a:lnTo>
                    <a:pt x="225" y="735"/>
                  </a:lnTo>
                  <a:lnTo>
                    <a:pt x="227" y="733"/>
                  </a:lnTo>
                  <a:lnTo>
                    <a:pt x="232" y="733"/>
                  </a:lnTo>
                  <a:lnTo>
                    <a:pt x="236" y="731"/>
                  </a:lnTo>
                  <a:lnTo>
                    <a:pt x="242" y="729"/>
                  </a:lnTo>
                  <a:lnTo>
                    <a:pt x="246" y="727"/>
                  </a:lnTo>
                  <a:lnTo>
                    <a:pt x="251" y="727"/>
                  </a:lnTo>
                  <a:lnTo>
                    <a:pt x="257" y="726"/>
                  </a:lnTo>
                  <a:lnTo>
                    <a:pt x="261" y="724"/>
                  </a:lnTo>
                  <a:lnTo>
                    <a:pt x="265" y="722"/>
                  </a:lnTo>
                  <a:lnTo>
                    <a:pt x="270" y="720"/>
                  </a:lnTo>
                  <a:lnTo>
                    <a:pt x="276" y="718"/>
                  </a:lnTo>
                  <a:lnTo>
                    <a:pt x="280" y="716"/>
                  </a:lnTo>
                  <a:lnTo>
                    <a:pt x="286" y="714"/>
                  </a:lnTo>
                  <a:lnTo>
                    <a:pt x="291" y="712"/>
                  </a:lnTo>
                  <a:lnTo>
                    <a:pt x="295" y="710"/>
                  </a:lnTo>
                  <a:lnTo>
                    <a:pt x="301" y="708"/>
                  </a:lnTo>
                  <a:lnTo>
                    <a:pt x="305" y="707"/>
                  </a:lnTo>
                  <a:lnTo>
                    <a:pt x="310" y="703"/>
                  </a:lnTo>
                  <a:lnTo>
                    <a:pt x="316" y="701"/>
                  </a:lnTo>
                  <a:lnTo>
                    <a:pt x="322" y="697"/>
                  </a:lnTo>
                  <a:lnTo>
                    <a:pt x="327" y="695"/>
                  </a:lnTo>
                  <a:lnTo>
                    <a:pt x="331" y="695"/>
                  </a:lnTo>
                  <a:lnTo>
                    <a:pt x="337" y="691"/>
                  </a:lnTo>
                  <a:lnTo>
                    <a:pt x="341" y="689"/>
                  </a:lnTo>
                  <a:lnTo>
                    <a:pt x="346" y="688"/>
                  </a:lnTo>
                  <a:lnTo>
                    <a:pt x="352" y="684"/>
                  </a:lnTo>
                  <a:lnTo>
                    <a:pt x="356" y="682"/>
                  </a:lnTo>
                  <a:lnTo>
                    <a:pt x="362" y="680"/>
                  </a:lnTo>
                  <a:lnTo>
                    <a:pt x="367" y="676"/>
                  </a:lnTo>
                  <a:lnTo>
                    <a:pt x="371" y="676"/>
                  </a:lnTo>
                  <a:lnTo>
                    <a:pt x="377" y="672"/>
                  </a:lnTo>
                  <a:lnTo>
                    <a:pt x="381" y="670"/>
                  </a:lnTo>
                  <a:lnTo>
                    <a:pt x="386" y="669"/>
                  </a:lnTo>
                  <a:lnTo>
                    <a:pt x="390" y="665"/>
                  </a:lnTo>
                  <a:lnTo>
                    <a:pt x="396" y="663"/>
                  </a:lnTo>
                  <a:lnTo>
                    <a:pt x="400" y="661"/>
                  </a:lnTo>
                  <a:lnTo>
                    <a:pt x="403" y="657"/>
                  </a:lnTo>
                  <a:lnTo>
                    <a:pt x="409" y="657"/>
                  </a:lnTo>
                  <a:lnTo>
                    <a:pt x="413" y="653"/>
                  </a:lnTo>
                  <a:lnTo>
                    <a:pt x="417" y="651"/>
                  </a:lnTo>
                  <a:lnTo>
                    <a:pt x="421" y="650"/>
                  </a:lnTo>
                  <a:lnTo>
                    <a:pt x="426" y="646"/>
                  </a:lnTo>
                  <a:lnTo>
                    <a:pt x="428" y="644"/>
                  </a:lnTo>
                  <a:lnTo>
                    <a:pt x="434" y="642"/>
                  </a:lnTo>
                  <a:lnTo>
                    <a:pt x="436" y="640"/>
                  </a:lnTo>
                  <a:lnTo>
                    <a:pt x="442" y="638"/>
                  </a:lnTo>
                  <a:lnTo>
                    <a:pt x="445" y="636"/>
                  </a:lnTo>
                  <a:lnTo>
                    <a:pt x="447" y="634"/>
                  </a:lnTo>
                  <a:lnTo>
                    <a:pt x="451" y="632"/>
                  </a:lnTo>
                  <a:lnTo>
                    <a:pt x="455" y="631"/>
                  </a:lnTo>
                  <a:lnTo>
                    <a:pt x="461" y="627"/>
                  </a:lnTo>
                  <a:lnTo>
                    <a:pt x="466" y="625"/>
                  </a:lnTo>
                  <a:lnTo>
                    <a:pt x="472" y="621"/>
                  </a:lnTo>
                  <a:lnTo>
                    <a:pt x="476" y="619"/>
                  </a:lnTo>
                  <a:lnTo>
                    <a:pt x="480" y="615"/>
                  </a:lnTo>
                  <a:lnTo>
                    <a:pt x="483" y="615"/>
                  </a:lnTo>
                  <a:lnTo>
                    <a:pt x="487" y="613"/>
                  </a:lnTo>
                  <a:lnTo>
                    <a:pt x="491" y="612"/>
                  </a:lnTo>
                  <a:lnTo>
                    <a:pt x="514" y="688"/>
                  </a:lnTo>
                  <a:lnTo>
                    <a:pt x="512" y="688"/>
                  </a:lnTo>
                  <a:lnTo>
                    <a:pt x="508" y="693"/>
                  </a:lnTo>
                  <a:lnTo>
                    <a:pt x="504" y="693"/>
                  </a:lnTo>
                  <a:lnTo>
                    <a:pt x="502" y="697"/>
                  </a:lnTo>
                  <a:lnTo>
                    <a:pt x="499" y="701"/>
                  </a:lnTo>
                  <a:lnTo>
                    <a:pt x="495" y="705"/>
                  </a:lnTo>
                  <a:lnTo>
                    <a:pt x="489" y="708"/>
                  </a:lnTo>
                  <a:lnTo>
                    <a:pt x="485" y="712"/>
                  </a:lnTo>
                  <a:lnTo>
                    <a:pt x="480" y="718"/>
                  </a:lnTo>
                  <a:lnTo>
                    <a:pt x="474" y="724"/>
                  </a:lnTo>
                  <a:lnTo>
                    <a:pt x="470" y="726"/>
                  </a:lnTo>
                  <a:lnTo>
                    <a:pt x="466" y="727"/>
                  </a:lnTo>
                  <a:lnTo>
                    <a:pt x="462" y="731"/>
                  </a:lnTo>
                  <a:lnTo>
                    <a:pt x="461" y="733"/>
                  </a:lnTo>
                  <a:lnTo>
                    <a:pt x="457" y="737"/>
                  </a:lnTo>
                  <a:lnTo>
                    <a:pt x="453" y="741"/>
                  </a:lnTo>
                  <a:lnTo>
                    <a:pt x="449" y="743"/>
                  </a:lnTo>
                  <a:lnTo>
                    <a:pt x="445" y="746"/>
                  </a:lnTo>
                  <a:lnTo>
                    <a:pt x="442" y="750"/>
                  </a:lnTo>
                  <a:lnTo>
                    <a:pt x="438" y="752"/>
                  </a:lnTo>
                  <a:lnTo>
                    <a:pt x="434" y="756"/>
                  </a:lnTo>
                  <a:lnTo>
                    <a:pt x="428" y="758"/>
                  </a:lnTo>
                  <a:lnTo>
                    <a:pt x="424" y="762"/>
                  </a:lnTo>
                  <a:lnTo>
                    <a:pt x="421" y="764"/>
                  </a:lnTo>
                  <a:lnTo>
                    <a:pt x="417" y="769"/>
                  </a:lnTo>
                  <a:lnTo>
                    <a:pt x="411" y="771"/>
                  </a:lnTo>
                  <a:lnTo>
                    <a:pt x="407" y="775"/>
                  </a:lnTo>
                  <a:lnTo>
                    <a:pt x="403" y="777"/>
                  </a:lnTo>
                  <a:lnTo>
                    <a:pt x="398" y="781"/>
                  </a:lnTo>
                  <a:lnTo>
                    <a:pt x="394" y="784"/>
                  </a:lnTo>
                  <a:lnTo>
                    <a:pt x="390" y="788"/>
                  </a:lnTo>
                  <a:lnTo>
                    <a:pt x="384" y="790"/>
                  </a:lnTo>
                  <a:lnTo>
                    <a:pt x="379" y="794"/>
                  </a:lnTo>
                  <a:lnTo>
                    <a:pt x="377" y="798"/>
                  </a:lnTo>
                  <a:lnTo>
                    <a:pt x="371" y="802"/>
                  </a:lnTo>
                  <a:lnTo>
                    <a:pt x="365" y="803"/>
                  </a:lnTo>
                  <a:lnTo>
                    <a:pt x="360" y="807"/>
                  </a:lnTo>
                  <a:lnTo>
                    <a:pt x="356" y="809"/>
                  </a:lnTo>
                  <a:lnTo>
                    <a:pt x="350" y="813"/>
                  </a:lnTo>
                  <a:lnTo>
                    <a:pt x="346" y="815"/>
                  </a:lnTo>
                  <a:lnTo>
                    <a:pt x="341" y="819"/>
                  </a:lnTo>
                  <a:lnTo>
                    <a:pt x="335" y="822"/>
                  </a:lnTo>
                  <a:lnTo>
                    <a:pt x="329" y="824"/>
                  </a:lnTo>
                  <a:lnTo>
                    <a:pt x="326" y="826"/>
                  </a:lnTo>
                  <a:lnTo>
                    <a:pt x="320" y="830"/>
                  </a:lnTo>
                  <a:lnTo>
                    <a:pt x="316" y="834"/>
                  </a:lnTo>
                  <a:lnTo>
                    <a:pt x="310" y="836"/>
                  </a:lnTo>
                  <a:lnTo>
                    <a:pt x="305" y="838"/>
                  </a:lnTo>
                  <a:lnTo>
                    <a:pt x="301" y="840"/>
                  </a:lnTo>
                  <a:lnTo>
                    <a:pt x="295" y="843"/>
                  </a:lnTo>
                  <a:lnTo>
                    <a:pt x="289" y="845"/>
                  </a:lnTo>
                  <a:lnTo>
                    <a:pt x="284" y="847"/>
                  </a:lnTo>
                  <a:lnTo>
                    <a:pt x="278" y="849"/>
                  </a:lnTo>
                  <a:lnTo>
                    <a:pt x="274" y="851"/>
                  </a:lnTo>
                  <a:lnTo>
                    <a:pt x="267" y="853"/>
                  </a:lnTo>
                  <a:lnTo>
                    <a:pt x="263" y="855"/>
                  </a:lnTo>
                  <a:lnTo>
                    <a:pt x="257" y="857"/>
                  </a:lnTo>
                  <a:lnTo>
                    <a:pt x="251" y="859"/>
                  </a:lnTo>
                  <a:lnTo>
                    <a:pt x="248" y="860"/>
                  </a:lnTo>
                  <a:lnTo>
                    <a:pt x="242" y="862"/>
                  </a:lnTo>
                  <a:lnTo>
                    <a:pt x="236" y="864"/>
                  </a:lnTo>
                  <a:lnTo>
                    <a:pt x="232" y="866"/>
                  </a:lnTo>
                  <a:lnTo>
                    <a:pt x="227" y="866"/>
                  </a:lnTo>
                  <a:lnTo>
                    <a:pt x="221" y="868"/>
                  </a:lnTo>
                  <a:lnTo>
                    <a:pt x="215" y="870"/>
                  </a:lnTo>
                  <a:lnTo>
                    <a:pt x="211" y="872"/>
                  </a:lnTo>
                  <a:lnTo>
                    <a:pt x="208" y="872"/>
                  </a:lnTo>
                  <a:lnTo>
                    <a:pt x="202" y="872"/>
                  </a:lnTo>
                  <a:lnTo>
                    <a:pt x="196" y="874"/>
                  </a:lnTo>
                  <a:lnTo>
                    <a:pt x="192" y="876"/>
                  </a:lnTo>
                  <a:lnTo>
                    <a:pt x="187" y="876"/>
                  </a:lnTo>
                  <a:lnTo>
                    <a:pt x="183" y="878"/>
                  </a:lnTo>
                  <a:lnTo>
                    <a:pt x="177" y="878"/>
                  </a:lnTo>
                  <a:lnTo>
                    <a:pt x="173" y="879"/>
                  </a:lnTo>
                  <a:lnTo>
                    <a:pt x="168" y="879"/>
                  </a:lnTo>
                  <a:lnTo>
                    <a:pt x="164" y="879"/>
                  </a:lnTo>
                  <a:lnTo>
                    <a:pt x="160" y="879"/>
                  </a:lnTo>
                  <a:lnTo>
                    <a:pt x="156" y="881"/>
                  </a:lnTo>
                  <a:lnTo>
                    <a:pt x="151" y="881"/>
                  </a:lnTo>
                  <a:lnTo>
                    <a:pt x="147" y="883"/>
                  </a:lnTo>
                  <a:lnTo>
                    <a:pt x="143" y="883"/>
                  </a:lnTo>
                  <a:lnTo>
                    <a:pt x="139" y="883"/>
                  </a:lnTo>
                  <a:lnTo>
                    <a:pt x="134" y="883"/>
                  </a:lnTo>
                  <a:lnTo>
                    <a:pt x="132" y="885"/>
                  </a:lnTo>
                  <a:lnTo>
                    <a:pt x="128" y="885"/>
                  </a:lnTo>
                  <a:lnTo>
                    <a:pt x="122" y="885"/>
                  </a:lnTo>
                  <a:lnTo>
                    <a:pt x="120" y="885"/>
                  </a:lnTo>
                  <a:lnTo>
                    <a:pt x="116" y="885"/>
                  </a:lnTo>
                  <a:lnTo>
                    <a:pt x="113" y="885"/>
                  </a:lnTo>
                  <a:lnTo>
                    <a:pt x="109" y="885"/>
                  </a:lnTo>
                  <a:lnTo>
                    <a:pt x="107" y="885"/>
                  </a:lnTo>
                  <a:lnTo>
                    <a:pt x="103" y="885"/>
                  </a:lnTo>
                  <a:lnTo>
                    <a:pt x="99" y="885"/>
                  </a:lnTo>
                  <a:lnTo>
                    <a:pt x="97" y="887"/>
                  </a:lnTo>
                  <a:lnTo>
                    <a:pt x="92" y="887"/>
                  </a:lnTo>
                  <a:lnTo>
                    <a:pt x="88" y="887"/>
                  </a:lnTo>
                  <a:lnTo>
                    <a:pt x="82" y="887"/>
                  </a:lnTo>
                  <a:lnTo>
                    <a:pt x="78" y="887"/>
                  </a:lnTo>
                  <a:lnTo>
                    <a:pt x="75" y="887"/>
                  </a:lnTo>
                  <a:lnTo>
                    <a:pt x="71" y="887"/>
                  </a:lnTo>
                  <a:lnTo>
                    <a:pt x="69" y="887"/>
                  </a:lnTo>
                  <a:lnTo>
                    <a:pt x="67" y="887"/>
                  </a:lnTo>
                  <a:lnTo>
                    <a:pt x="67" y="889"/>
                  </a:lnTo>
                  <a:lnTo>
                    <a:pt x="65" y="893"/>
                  </a:lnTo>
                  <a:lnTo>
                    <a:pt x="65" y="895"/>
                  </a:lnTo>
                  <a:lnTo>
                    <a:pt x="65" y="897"/>
                  </a:lnTo>
                  <a:lnTo>
                    <a:pt x="65" y="900"/>
                  </a:lnTo>
                  <a:lnTo>
                    <a:pt x="65" y="904"/>
                  </a:lnTo>
                  <a:lnTo>
                    <a:pt x="65" y="910"/>
                  </a:lnTo>
                  <a:lnTo>
                    <a:pt x="63" y="914"/>
                  </a:lnTo>
                  <a:lnTo>
                    <a:pt x="63" y="919"/>
                  </a:lnTo>
                  <a:lnTo>
                    <a:pt x="63" y="925"/>
                  </a:lnTo>
                  <a:lnTo>
                    <a:pt x="63" y="929"/>
                  </a:lnTo>
                  <a:lnTo>
                    <a:pt x="63" y="937"/>
                  </a:lnTo>
                  <a:lnTo>
                    <a:pt x="63" y="940"/>
                  </a:lnTo>
                  <a:lnTo>
                    <a:pt x="63" y="942"/>
                  </a:lnTo>
                  <a:lnTo>
                    <a:pt x="63" y="946"/>
                  </a:lnTo>
                  <a:lnTo>
                    <a:pt x="63" y="950"/>
                  </a:lnTo>
                  <a:lnTo>
                    <a:pt x="63" y="956"/>
                  </a:lnTo>
                  <a:lnTo>
                    <a:pt x="63" y="961"/>
                  </a:lnTo>
                  <a:lnTo>
                    <a:pt x="63" y="965"/>
                  </a:lnTo>
                  <a:lnTo>
                    <a:pt x="63" y="969"/>
                  </a:lnTo>
                  <a:lnTo>
                    <a:pt x="63" y="973"/>
                  </a:lnTo>
                  <a:lnTo>
                    <a:pt x="63" y="976"/>
                  </a:lnTo>
                  <a:lnTo>
                    <a:pt x="63" y="978"/>
                  </a:lnTo>
                  <a:lnTo>
                    <a:pt x="63" y="982"/>
                  </a:lnTo>
                  <a:lnTo>
                    <a:pt x="63" y="986"/>
                  </a:lnTo>
                  <a:lnTo>
                    <a:pt x="63" y="990"/>
                  </a:lnTo>
                  <a:lnTo>
                    <a:pt x="63" y="992"/>
                  </a:lnTo>
                  <a:lnTo>
                    <a:pt x="63" y="995"/>
                  </a:lnTo>
                  <a:lnTo>
                    <a:pt x="65" y="999"/>
                  </a:lnTo>
                  <a:lnTo>
                    <a:pt x="65" y="1003"/>
                  </a:lnTo>
                  <a:lnTo>
                    <a:pt x="65" y="1009"/>
                  </a:lnTo>
                  <a:lnTo>
                    <a:pt x="67" y="1014"/>
                  </a:lnTo>
                  <a:lnTo>
                    <a:pt x="67" y="1020"/>
                  </a:lnTo>
                  <a:lnTo>
                    <a:pt x="69" y="1028"/>
                  </a:lnTo>
                  <a:lnTo>
                    <a:pt x="71" y="1033"/>
                  </a:lnTo>
                  <a:lnTo>
                    <a:pt x="73" y="1039"/>
                  </a:lnTo>
                  <a:lnTo>
                    <a:pt x="75" y="1043"/>
                  </a:lnTo>
                  <a:lnTo>
                    <a:pt x="77" y="1049"/>
                  </a:lnTo>
                  <a:lnTo>
                    <a:pt x="78" y="1052"/>
                  </a:lnTo>
                  <a:lnTo>
                    <a:pt x="82" y="1056"/>
                  </a:lnTo>
                  <a:lnTo>
                    <a:pt x="86" y="1058"/>
                  </a:lnTo>
                  <a:lnTo>
                    <a:pt x="92" y="1062"/>
                  </a:lnTo>
                  <a:lnTo>
                    <a:pt x="94" y="1062"/>
                  </a:lnTo>
                  <a:lnTo>
                    <a:pt x="97" y="1064"/>
                  </a:lnTo>
                  <a:lnTo>
                    <a:pt x="101" y="1066"/>
                  </a:lnTo>
                  <a:lnTo>
                    <a:pt x="103" y="1066"/>
                  </a:lnTo>
                  <a:lnTo>
                    <a:pt x="107" y="1068"/>
                  </a:lnTo>
                  <a:lnTo>
                    <a:pt x="111" y="1068"/>
                  </a:lnTo>
                  <a:lnTo>
                    <a:pt x="115" y="1068"/>
                  </a:lnTo>
                  <a:lnTo>
                    <a:pt x="120" y="1070"/>
                  </a:lnTo>
                  <a:lnTo>
                    <a:pt x="122" y="1070"/>
                  </a:lnTo>
                  <a:lnTo>
                    <a:pt x="128" y="1071"/>
                  </a:lnTo>
                  <a:lnTo>
                    <a:pt x="132" y="1071"/>
                  </a:lnTo>
                  <a:lnTo>
                    <a:pt x="137" y="1071"/>
                  </a:lnTo>
                  <a:lnTo>
                    <a:pt x="139" y="1071"/>
                  </a:lnTo>
                  <a:lnTo>
                    <a:pt x="145" y="1071"/>
                  </a:lnTo>
                  <a:lnTo>
                    <a:pt x="151" y="1071"/>
                  </a:lnTo>
                  <a:lnTo>
                    <a:pt x="154" y="1073"/>
                  </a:lnTo>
                  <a:lnTo>
                    <a:pt x="158" y="1073"/>
                  </a:lnTo>
                  <a:lnTo>
                    <a:pt x="164" y="1073"/>
                  </a:lnTo>
                  <a:lnTo>
                    <a:pt x="168" y="1073"/>
                  </a:lnTo>
                  <a:lnTo>
                    <a:pt x="173" y="1073"/>
                  </a:lnTo>
                  <a:lnTo>
                    <a:pt x="177" y="1073"/>
                  </a:lnTo>
                  <a:lnTo>
                    <a:pt x="183" y="1073"/>
                  </a:lnTo>
                  <a:lnTo>
                    <a:pt x="189" y="1073"/>
                  </a:lnTo>
                  <a:lnTo>
                    <a:pt x="194" y="1073"/>
                  </a:lnTo>
                  <a:lnTo>
                    <a:pt x="198" y="1073"/>
                  </a:lnTo>
                  <a:lnTo>
                    <a:pt x="202" y="1071"/>
                  </a:lnTo>
                  <a:lnTo>
                    <a:pt x="208" y="1071"/>
                  </a:lnTo>
                  <a:lnTo>
                    <a:pt x="213" y="1071"/>
                  </a:lnTo>
                  <a:lnTo>
                    <a:pt x="217" y="1071"/>
                  </a:lnTo>
                  <a:lnTo>
                    <a:pt x="221" y="1071"/>
                  </a:lnTo>
                  <a:lnTo>
                    <a:pt x="227" y="1071"/>
                  </a:lnTo>
                  <a:lnTo>
                    <a:pt x="232" y="1071"/>
                  </a:lnTo>
                  <a:lnTo>
                    <a:pt x="234" y="1070"/>
                  </a:lnTo>
                  <a:lnTo>
                    <a:pt x="240" y="1070"/>
                  </a:lnTo>
                  <a:lnTo>
                    <a:pt x="244" y="1068"/>
                  </a:lnTo>
                  <a:lnTo>
                    <a:pt x="248" y="1068"/>
                  </a:lnTo>
                  <a:lnTo>
                    <a:pt x="251" y="1068"/>
                  </a:lnTo>
                  <a:lnTo>
                    <a:pt x="257" y="1068"/>
                  </a:lnTo>
                  <a:lnTo>
                    <a:pt x="259" y="1068"/>
                  </a:lnTo>
                  <a:lnTo>
                    <a:pt x="265" y="1068"/>
                  </a:lnTo>
                  <a:lnTo>
                    <a:pt x="267" y="1068"/>
                  </a:lnTo>
                  <a:lnTo>
                    <a:pt x="270" y="1066"/>
                  </a:lnTo>
                  <a:lnTo>
                    <a:pt x="272" y="1066"/>
                  </a:lnTo>
                  <a:lnTo>
                    <a:pt x="276" y="1066"/>
                  </a:lnTo>
                  <a:lnTo>
                    <a:pt x="282" y="1066"/>
                  </a:lnTo>
                  <a:lnTo>
                    <a:pt x="286" y="1066"/>
                  </a:lnTo>
                  <a:lnTo>
                    <a:pt x="289" y="1064"/>
                  </a:lnTo>
                  <a:lnTo>
                    <a:pt x="291" y="1064"/>
                  </a:lnTo>
                  <a:lnTo>
                    <a:pt x="295" y="1064"/>
                  </a:lnTo>
                  <a:lnTo>
                    <a:pt x="118" y="1149"/>
                  </a:lnTo>
                  <a:lnTo>
                    <a:pt x="12" y="1130"/>
                  </a:lnTo>
                  <a:lnTo>
                    <a:pt x="12" y="1125"/>
                  </a:lnTo>
                  <a:lnTo>
                    <a:pt x="10" y="1121"/>
                  </a:lnTo>
                  <a:lnTo>
                    <a:pt x="8" y="1117"/>
                  </a:lnTo>
                  <a:lnTo>
                    <a:pt x="8" y="1113"/>
                  </a:lnTo>
                  <a:lnTo>
                    <a:pt x="8" y="1109"/>
                  </a:lnTo>
                  <a:lnTo>
                    <a:pt x="8" y="1104"/>
                  </a:lnTo>
                  <a:lnTo>
                    <a:pt x="6" y="1102"/>
                  </a:lnTo>
                  <a:lnTo>
                    <a:pt x="6" y="1098"/>
                  </a:lnTo>
                  <a:lnTo>
                    <a:pt x="6" y="1096"/>
                  </a:lnTo>
                  <a:lnTo>
                    <a:pt x="6" y="1090"/>
                  </a:lnTo>
                  <a:lnTo>
                    <a:pt x="6" y="1087"/>
                  </a:lnTo>
                  <a:lnTo>
                    <a:pt x="6" y="1085"/>
                  </a:lnTo>
                  <a:lnTo>
                    <a:pt x="6" y="1081"/>
                  </a:lnTo>
                  <a:lnTo>
                    <a:pt x="4" y="1077"/>
                  </a:lnTo>
                  <a:lnTo>
                    <a:pt x="4" y="1071"/>
                  </a:lnTo>
                  <a:lnTo>
                    <a:pt x="2" y="1068"/>
                  </a:lnTo>
                  <a:lnTo>
                    <a:pt x="2" y="1064"/>
                  </a:lnTo>
                  <a:lnTo>
                    <a:pt x="2" y="1058"/>
                  </a:lnTo>
                  <a:lnTo>
                    <a:pt x="2" y="1054"/>
                  </a:lnTo>
                  <a:lnTo>
                    <a:pt x="2" y="1049"/>
                  </a:lnTo>
                  <a:lnTo>
                    <a:pt x="2" y="1045"/>
                  </a:lnTo>
                  <a:lnTo>
                    <a:pt x="2" y="1041"/>
                  </a:lnTo>
                  <a:lnTo>
                    <a:pt x="2" y="1035"/>
                  </a:lnTo>
                  <a:lnTo>
                    <a:pt x="0" y="1030"/>
                  </a:lnTo>
                  <a:lnTo>
                    <a:pt x="0" y="1024"/>
                  </a:lnTo>
                  <a:lnTo>
                    <a:pt x="0" y="1020"/>
                  </a:lnTo>
                  <a:lnTo>
                    <a:pt x="0" y="1013"/>
                  </a:lnTo>
                  <a:lnTo>
                    <a:pt x="0" y="1007"/>
                  </a:lnTo>
                  <a:lnTo>
                    <a:pt x="0" y="1003"/>
                  </a:lnTo>
                  <a:lnTo>
                    <a:pt x="0" y="995"/>
                  </a:lnTo>
                  <a:lnTo>
                    <a:pt x="0" y="990"/>
                  </a:lnTo>
                  <a:lnTo>
                    <a:pt x="0" y="984"/>
                  </a:lnTo>
                  <a:lnTo>
                    <a:pt x="0" y="978"/>
                  </a:lnTo>
                  <a:lnTo>
                    <a:pt x="0" y="971"/>
                  </a:lnTo>
                  <a:lnTo>
                    <a:pt x="0" y="965"/>
                  </a:lnTo>
                  <a:lnTo>
                    <a:pt x="0" y="959"/>
                  </a:lnTo>
                  <a:lnTo>
                    <a:pt x="2" y="952"/>
                  </a:lnTo>
                  <a:lnTo>
                    <a:pt x="2" y="946"/>
                  </a:lnTo>
                  <a:lnTo>
                    <a:pt x="2" y="938"/>
                  </a:lnTo>
                  <a:lnTo>
                    <a:pt x="2" y="933"/>
                  </a:lnTo>
                  <a:lnTo>
                    <a:pt x="2" y="925"/>
                  </a:lnTo>
                  <a:lnTo>
                    <a:pt x="2" y="919"/>
                  </a:lnTo>
                  <a:lnTo>
                    <a:pt x="2" y="912"/>
                  </a:lnTo>
                  <a:lnTo>
                    <a:pt x="2" y="904"/>
                  </a:lnTo>
                  <a:lnTo>
                    <a:pt x="4" y="898"/>
                  </a:lnTo>
                  <a:lnTo>
                    <a:pt x="4" y="891"/>
                  </a:lnTo>
                  <a:lnTo>
                    <a:pt x="6" y="883"/>
                  </a:lnTo>
                  <a:lnTo>
                    <a:pt x="6" y="876"/>
                  </a:lnTo>
                  <a:lnTo>
                    <a:pt x="8" y="870"/>
                  </a:lnTo>
                  <a:lnTo>
                    <a:pt x="8" y="860"/>
                  </a:lnTo>
                  <a:lnTo>
                    <a:pt x="8" y="855"/>
                  </a:lnTo>
                  <a:lnTo>
                    <a:pt x="10" y="847"/>
                  </a:lnTo>
                  <a:lnTo>
                    <a:pt x="12" y="840"/>
                  </a:lnTo>
                  <a:lnTo>
                    <a:pt x="12" y="832"/>
                  </a:lnTo>
                  <a:lnTo>
                    <a:pt x="14" y="824"/>
                  </a:lnTo>
                  <a:lnTo>
                    <a:pt x="16" y="817"/>
                  </a:lnTo>
                  <a:lnTo>
                    <a:pt x="18" y="809"/>
                  </a:lnTo>
                  <a:lnTo>
                    <a:pt x="18" y="802"/>
                  </a:lnTo>
                  <a:lnTo>
                    <a:pt x="19" y="794"/>
                  </a:lnTo>
                  <a:lnTo>
                    <a:pt x="21" y="786"/>
                  </a:lnTo>
                  <a:lnTo>
                    <a:pt x="21" y="779"/>
                  </a:lnTo>
                  <a:lnTo>
                    <a:pt x="23" y="771"/>
                  </a:lnTo>
                  <a:lnTo>
                    <a:pt x="25" y="764"/>
                  </a:lnTo>
                  <a:lnTo>
                    <a:pt x="27" y="756"/>
                  </a:lnTo>
                  <a:lnTo>
                    <a:pt x="29" y="746"/>
                  </a:lnTo>
                  <a:lnTo>
                    <a:pt x="31" y="739"/>
                  </a:lnTo>
                  <a:lnTo>
                    <a:pt x="33" y="731"/>
                  </a:lnTo>
                  <a:lnTo>
                    <a:pt x="35" y="724"/>
                  </a:lnTo>
                  <a:lnTo>
                    <a:pt x="37" y="716"/>
                  </a:lnTo>
                  <a:lnTo>
                    <a:pt x="39" y="707"/>
                  </a:lnTo>
                  <a:lnTo>
                    <a:pt x="40" y="699"/>
                  </a:lnTo>
                  <a:lnTo>
                    <a:pt x="42" y="691"/>
                  </a:lnTo>
                  <a:lnTo>
                    <a:pt x="44" y="684"/>
                  </a:lnTo>
                  <a:lnTo>
                    <a:pt x="46" y="676"/>
                  </a:lnTo>
                  <a:lnTo>
                    <a:pt x="50" y="669"/>
                  </a:lnTo>
                  <a:lnTo>
                    <a:pt x="52" y="659"/>
                  </a:lnTo>
                  <a:lnTo>
                    <a:pt x="56" y="651"/>
                  </a:lnTo>
                  <a:lnTo>
                    <a:pt x="56" y="644"/>
                  </a:lnTo>
                  <a:lnTo>
                    <a:pt x="59" y="636"/>
                  </a:lnTo>
                  <a:lnTo>
                    <a:pt x="61" y="627"/>
                  </a:lnTo>
                  <a:lnTo>
                    <a:pt x="65" y="619"/>
                  </a:lnTo>
                  <a:lnTo>
                    <a:pt x="67" y="612"/>
                  </a:lnTo>
                  <a:lnTo>
                    <a:pt x="69" y="604"/>
                  </a:lnTo>
                  <a:lnTo>
                    <a:pt x="71" y="594"/>
                  </a:lnTo>
                  <a:lnTo>
                    <a:pt x="75" y="589"/>
                  </a:lnTo>
                  <a:lnTo>
                    <a:pt x="77" y="579"/>
                  </a:lnTo>
                  <a:lnTo>
                    <a:pt x="80" y="572"/>
                  </a:lnTo>
                  <a:lnTo>
                    <a:pt x="82" y="562"/>
                  </a:lnTo>
                  <a:lnTo>
                    <a:pt x="86" y="556"/>
                  </a:lnTo>
                  <a:lnTo>
                    <a:pt x="88" y="547"/>
                  </a:lnTo>
                  <a:lnTo>
                    <a:pt x="90" y="539"/>
                  </a:lnTo>
                  <a:lnTo>
                    <a:pt x="94" y="532"/>
                  </a:lnTo>
                  <a:lnTo>
                    <a:pt x="97" y="524"/>
                  </a:lnTo>
                  <a:lnTo>
                    <a:pt x="99" y="515"/>
                  </a:lnTo>
                  <a:lnTo>
                    <a:pt x="103" y="507"/>
                  </a:lnTo>
                  <a:lnTo>
                    <a:pt x="105" y="499"/>
                  </a:lnTo>
                  <a:lnTo>
                    <a:pt x="109" y="492"/>
                  </a:lnTo>
                  <a:lnTo>
                    <a:pt x="113" y="484"/>
                  </a:lnTo>
                  <a:lnTo>
                    <a:pt x="115" y="477"/>
                  </a:lnTo>
                  <a:lnTo>
                    <a:pt x="118" y="469"/>
                  </a:lnTo>
                  <a:lnTo>
                    <a:pt x="120" y="461"/>
                  </a:lnTo>
                  <a:lnTo>
                    <a:pt x="124" y="454"/>
                  </a:lnTo>
                  <a:lnTo>
                    <a:pt x="128" y="444"/>
                  </a:lnTo>
                  <a:lnTo>
                    <a:pt x="130" y="437"/>
                  </a:lnTo>
                  <a:lnTo>
                    <a:pt x="134" y="429"/>
                  </a:lnTo>
                  <a:lnTo>
                    <a:pt x="137" y="421"/>
                  </a:lnTo>
                  <a:lnTo>
                    <a:pt x="139" y="414"/>
                  </a:lnTo>
                  <a:lnTo>
                    <a:pt x="143" y="406"/>
                  </a:lnTo>
                  <a:lnTo>
                    <a:pt x="145" y="399"/>
                  </a:lnTo>
                  <a:lnTo>
                    <a:pt x="149" y="391"/>
                  </a:lnTo>
                  <a:lnTo>
                    <a:pt x="153" y="385"/>
                  </a:lnTo>
                  <a:lnTo>
                    <a:pt x="154" y="376"/>
                  </a:lnTo>
                  <a:lnTo>
                    <a:pt x="158" y="370"/>
                  </a:lnTo>
                  <a:lnTo>
                    <a:pt x="162" y="363"/>
                  </a:lnTo>
                  <a:lnTo>
                    <a:pt x="164" y="355"/>
                  </a:lnTo>
                  <a:lnTo>
                    <a:pt x="168" y="347"/>
                  </a:lnTo>
                  <a:lnTo>
                    <a:pt x="172" y="342"/>
                  </a:lnTo>
                  <a:lnTo>
                    <a:pt x="175" y="332"/>
                  </a:lnTo>
                  <a:lnTo>
                    <a:pt x="177" y="325"/>
                  </a:lnTo>
                  <a:lnTo>
                    <a:pt x="181" y="319"/>
                  </a:lnTo>
                  <a:lnTo>
                    <a:pt x="183" y="311"/>
                  </a:lnTo>
                  <a:lnTo>
                    <a:pt x="187" y="306"/>
                  </a:lnTo>
                  <a:lnTo>
                    <a:pt x="191" y="298"/>
                  </a:lnTo>
                  <a:lnTo>
                    <a:pt x="192" y="290"/>
                  </a:lnTo>
                  <a:lnTo>
                    <a:pt x="196" y="285"/>
                  </a:lnTo>
                  <a:lnTo>
                    <a:pt x="200" y="277"/>
                  </a:lnTo>
                  <a:lnTo>
                    <a:pt x="202" y="269"/>
                  </a:lnTo>
                  <a:lnTo>
                    <a:pt x="204" y="264"/>
                  </a:lnTo>
                  <a:lnTo>
                    <a:pt x="208" y="256"/>
                  </a:lnTo>
                  <a:lnTo>
                    <a:pt x="211" y="250"/>
                  </a:lnTo>
                  <a:lnTo>
                    <a:pt x="213" y="245"/>
                  </a:lnTo>
                  <a:lnTo>
                    <a:pt x="217" y="237"/>
                  </a:lnTo>
                  <a:lnTo>
                    <a:pt x="221" y="231"/>
                  </a:lnTo>
                  <a:lnTo>
                    <a:pt x="223" y="224"/>
                  </a:lnTo>
                  <a:lnTo>
                    <a:pt x="227" y="218"/>
                  </a:lnTo>
                  <a:lnTo>
                    <a:pt x="229" y="212"/>
                  </a:lnTo>
                  <a:lnTo>
                    <a:pt x="232" y="209"/>
                  </a:lnTo>
                  <a:lnTo>
                    <a:pt x="234" y="201"/>
                  </a:lnTo>
                  <a:lnTo>
                    <a:pt x="238" y="195"/>
                  </a:lnTo>
                  <a:lnTo>
                    <a:pt x="240" y="190"/>
                  </a:lnTo>
                  <a:lnTo>
                    <a:pt x="244" y="186"/>
                  </a:lnTo>
                  <a:lnTo>
                    <a:pt x="246" y="180"/>
                  </a:lnTo>
                  <a:lnTo>
                    <a:pt x="248" y="174"/>
                  </a:lnTo>
                  <a:lnTo>
                    <a:pt x="251" y="169"/>
                  </a:lnTo>
                  <a:lnTo>
                    <a:pt x="253" y="165"/>
                  </a:lnTo>
                  <a:lnTo>
                    <a:pt x="257" y="159"/>
                  </a:lnTo>
                  <a:lnTo>
                    <a:pt x="259" y="153"/>
                  </a:lnTo>
                  <a:lnTo>
                    <a:pt x="261" y="148"/>
                  </a:lnTo>
                  <a:lnTo>
                    <a:pt x="265" y="144"/>
                  </a:lnTo>
                  <a:lnTo>
                    <a:pt x="265" y="140"/>
                  </a:lnTo>
                  <a:lnTo>
                    <a:pt x="267" y="134"/>
                  </a:lnTo>
                  <a:lnTo>
                    <a:pt x="270" y="129"/>
                  </a:lnTo>
                  <a:lnTo>
                    <a:pt x="272" y="127"/>
                  </a:lnTo>
                  <a:lnTo>
                    <a:pt x="274" y="121"/>
                  </a:lnTo>
                  <a:lnTo>
                    <a:pt x="276" y="117"/>
                  </a:lnTo>
                  <a:lnTo>
                    <a:pt x="278" y="114"/>
                  </a:lnTo>
                  <a:lnTo>
                    <a:pt x="282" y="110"/>
                  </a:lnTo>
                  <a:lnTo>
                    <a:pt x="282" y="108"/>
                  </a:lnTo>
                  <a:lnTo>
                    <a:pt x="284" y="104"/>
                  </a:lnTo>
                  <a:lnTo>
                    <a:pt x="286" y="98"/>
                  </a:lnTo>
                  <a:lnTo>
                    <a:pt x="288" y="96"/>
                  </a:lnTo>
                  <a:lnTo>
                    <a:pt x="291" y="91"/>
                  </a:lnTo>
                  <a:lnTo>
                    <a:pt x="295" y="87"/>
                  </a:lnTo>
                  <a:lnTo>
                    <a:pt x="297" y="81"/>
                  </a:lnTo>
                  <a:lnTo>
                    <a:pt x="299" y="77"/>
                  </a:lnTo>
                  <a:lnTo>
                    <a:pt x="301" y="74"/>
                  </a:lnTo>
                  <a:lnTo>
                    <a:pt x="303" y="72"/>
                  </a:lnTo>
                  <a:lnTo>
                    <a:pt x="305" y="66"/>
                  </a:lnTo>
                  <a:lnTo>
                    <a:pt x="307" y="66"/>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sp>
          <p:nvSpPr>
            <p:cNvPr id="539" name="Freeform 156">
              <a:extLst>
                <a:ext uri="{FF2B5EF4-FFF2-40B4-BE49-F238E27FC236}">
                  <a16:creationId xmlns:a16="http://schemas.microsoft.com/office/drawing/2014/main" id="{4A78CBFE-391C-4EBF-8C84-4D4213B9A906}"/>
                </a:ext>
              </a:extLst>
            </p:cNvPr>
            <p:cNvSpPr>
              <a:spLocks/>
            </p:cNvSpPr>
            <p:nvPr/>
          </p:nvSpPr>
          <p:spPr bwMode="auto">
            <a:xfrm>
              <a:off x="862" y="3399"/>
              <a:ext cx="115" cy="224"/>
            </a:xfrm>
            <a:custGeom>
              <a:avLst/>
              <a:gdLst>
                <a:gd name="T0" fmla="*/ 3 w 230"/>
                <a:gd name="T1" fmla="*/ 0 h 449"/>
                <a:gd name="T2" fmla="*/ 3 w 230"/>
                <a:gd name="T3" fmla="*/ 0 h 449"/>
                <a:gd name="T4" fmla="*/ 3 w 230"/>
                <a:gd name="T5" fmla="*/ 0 h 449"/>
                <a:gd name="T6" fmla="*/ 3 w 230"/>
                <a:gd name="T7" fmla="*/ 0 h 449"/>
                <a:gd name="T8" fmla="*/ 3 w 230"/>
                <a:gd name="T9" fmla="*/ 1 h 449"/>
                <a:gd name="T10" fmla="*/ 3 w 230"/>
                <a:gd name="T11" fmla="*/ 1 h 449"/>
                <a:gd name="T12" fmla="*/ 3 w 230"/>
                <a:gd name="T13" fmla="*/ 1 h 449"/>
                <a:gd name="T14" fmla="*/ 3 w 230"/>
                <a:gd name="T15" fmla="*/ 1 h 449"/>
                <a:gd name="T16" fmla="*/ 3 w 230"/>
                <a:gd name="T17" fmla="*/ 2 h 449"/>
                <a:gd name="T18" fmla="*/ 3 w 230"/>
                <a:gd name="T19" fmla="*/ 2 h 449"/>
                <a:gd name="T20" fmla="*/ 3 w 230"/>
                <a:gd name="T21" fmla="*/ 2 h 449"/>
                <a:gd name="T22" fmla="*/ 3 w 230"/>
                <a:gd name="T23" fmla="*/ 2 h 449"/>
                <a:gd name="T24" fmla="*/ 3 w 230"/>
                <a:gd name="T25" fmla="*/ 3 h 449"/>
                <a:gd name="T26" fmla="*/ 3 w 230"/>
                <a:gd name="T27" fmla="*/ 3 h 449"/>
                <a:gd name="T28" fmla="*/ 3 w 230"/>
                <a:gd name="T29" fmla="*/ 3 h 449"/>
                <a:gd name="T30" fmla="*/ 3 w 230"/>
                <a:gd name="T31" fmla="*/ 4 h 449"/>
                <a:gd name="T32" fmla="*/ 2 w 230"/>
                <a:gd name="T33" fmla="*/ 4 h 449"/>
                <a:gd name="T34" fmla="*/ 2 w 230"/>
                <a:gd name="T35" fmla="*/ 4 h 449"/>
                <a:gd name="T36" fmla="*/ 2 w 230"/>
                <a:gd name="T37" fmla="*/ 4 h 449"/>
                <a:gd name="T38" fmla="*/ 2 w 230"/>
                <a:gd name="T39" fmla="*/ 5 h 449"/>
                <a:gd name="T40" fmla="*/ 2 w 230"/>
                <a:gd name="T41" fmla="*/ 5 h 449"/>
                <a:gd name="T42" fmla="*/ 1 w 230"/>
                <a:gd name="T43" fmla="*/ 5 h 449"/>
                <a:gd name="T44" fmla="*/ 1 w 230"/>
                <a:gd name="T45" fmla="*/ 5 h 449"/>
                <a:gd name="T46" fmla="*/ 1 w 230"/>
                <a:gd name="T47" fmla="*/ 5 h 449"/>
                <a:gd name="T48" fmla="*/ 1 w 230"/>
                <a:gd name="T49" fmla="*/ 6 h 449"/>
                <a:gd name="T50" fmla="*/ 3 w 230"/>
                <a:gd name="T51" fmla="*/ 6 h 449"/>
                <a:gd name="T52" fmla="*/ 3 w 230"/>
                <a:gd name="T53" fmla="*/ 6 h 449"/>
                <a:gd name="T54" fmla="*/ 3 w 230"/>
                <a:gd name="T55" fmla="*/ 6 h 449"/>
                <a:gd name="T56" fmla="*/ 3 w 230"/>
                <a:gd name="T57" fmla="*/ 6 h 449"/>
                <a:gd name="T58" fmla="*/ 3 w 230"/>
                <a:gd name="T59" fmla="*/ 6 h 449"/>
                <a:gd name="T60" fmla="*/ 4 w 230"/>
                <a:gd name="T61" fmla="*/ 5 h 449"/>
                <a:gd name="T62" fmla="*/ 4 w 230"/>
                <a:gd name="T63" fmla="*/ 5 h 449"/>
                <a:gd name="T64" fmla="*/ 4 w 230"/>
                <a:gd name="T65" fmla="*/ 5 h 449"/>
                <a:gd name="T66" fmla="*/ 4 w 230"/>
                <a:gd name="T67" fmla="*/ 5 h 449"/>
                <a:gd name="T68" fmla="*/ 4 w 230"/>
                <a:gd name="T69" fmla="*/ 4 h 449"/>
                <a:gd name="T70" fmla="*/ 4 w 230"/>
                <a:gd name="T71" fmla="*/ 4 h 449"/>
                <a:gd name="T72" fmla="*/ 4 w 230"/>
                <a:gd name="T73" fmla="*/ 4 h 449"/>
                <a:gd name="T74" fmla="*/ 4 w 230"/>
                <a:gd name="T75" fmla="*/ 3 h 449"/>
                <a:gd name="T76" fmla="*/ 4 w 230"/>
                <a:gd name="T77" fmla="*/ 3 h 449"/>
                <a:gd name="T78" fmla="*/ 4 w 230"/>
                <a:gd name="T79" fmla="*/ 3 h 449"/>
                <a:gd name="T80" fmla="*/ 4 w 230"/>
                <a:gd name="T81" fmla="*/ 2 h 449"/>
                <a:gd name="T82" fmla="*/ 4 w 230"/>
                <a:gd name="T83" fmla="*/ 2 h 449"/>
                <a:gd name="T84" fmla="*/ 4 w 230"/>
                <a:gd name="T85" fmla="*/ 2 h 449"/>
                <a:gd name="T86" fmla="*/ 4 w 230"/>
                <a:gd name="T87" fmla="*/ 1 h 449"/>
                <a:gd name="T88" fmla="*/ 4 w 230"/>
                <a:gd name="T89" fmla="*/ 1 h 449"/>
                <a:gd name="T90" fmla="*/ 4 w 230"/>
                <a:gd name="T91" fmla="*/ 1 h 449"/>
                <a:gd name="T92" fmla="*/ 4 w 230"/>
                <a:gd name="T93" fmla="*/ 1 h 449"/>
                <a:gd name="T94" fmla="*/ 4 w 230"/>
                <a:gd name="T95" fmla="*/ 1 h 44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0"/>
                <a:gd name="T145" fmla="*/ 0 h 449"/>
                <a:gd name="T146" fmla="*/ 230 w 230"/>
                <a:gd name="T147" fmla="*/ 449 h 44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0" h="449">
                  <a:moveTo>
                    <a:pt x="171" y="0"/>
                  </a:moveTo>
                  <a:lnTo>
                    <a:pt x="171" y="0"/>
                  </a:lnTo>
                  <a:lnTo>
                    <a:pt x="173" y="4"/>
                  </a:lnTo>
                  <a:lnTo>
                    <a:pt x="173" y="6"/>
                  </a:lnTo>
                  <a:lnTo>
                    <a:pt x="173" y="10"/>
                  </a:lnTo>
                  <a:lnTo>
                    <a:pt x="175" y="14"/>
                  </a:lnTo>
                  <a:lnTo>
                    <a:pt x="175" y="18"/>
                  </a:lnTo>
                  <a:lnTo>
                    <a:pt x="175" y="21"/>
                  </a:lnTo>
                  <a:lnTo>
                    <a:pt x="177" y="27"/>
                  </a:lnTo>
                  <a:lnTo>
                    <a:pt x="179" y="31"/>
                  </a:lnTo>
                  <a:lnTo>
                    <a:pt x="179" y="37"/>
                  </a:lnTo>
                  <a:lnTo>
                    <a:pt x="179" y="40"/>
                  </a:lnTo>
                  <a:lnTo>
                    <a:pt x="181" y="42"/>
                  </a:lnTo>
                  <a:lnTo>
                    <a:pt x="181" y="46"/>
                  </a:lnTo>
                  <a:lnTo>
                    <a:pt x="183" y="50"/>
                  </a:lnTo>
                  <a:lnTo>
                    <a:pt x="183" y="52"/>
                  </a:lnTo>
                  <a:lnTo>
                    <a:pt x="185" y="56"/>
                  </a:lnTo>
                  <a:lnTo>
                    <a:pt x="185" y="59"/>
                  </a:lnTo>
                  <a:lnTo>
                    <a:pt x="185" y="63"/>
                  </a:lnTo>
                  <a:lnTo>
                    <a:pt x="185" y="67"/>
                  </a:lnTo>
                  <a:lnTo>
                    <a:pt x="185" y="71"/>
                  </a:lnTo>
                  <a:lnTo>
                    <a:pt x="185" y="75"/>
                  </a:lnTo>
                  <a:lnTo>
                    <a:pt x="186" y="77"/>
                  </a:lnTo>
                  <a:lnTo>
                    <a:pt x="186" y="80"/>
                  </a:lnTo>
                  <a:lnTo>
                    <a:pt x="186" y="84"/>
                  </a:lnTo>
                  <a:lnTo>
                    <a:pt x="186" y="90"/>
                  </a:lnTo>
                  <a:lnTo>
                    <a:pt x="186" y="94"/>
                  </a:lnTo>
                  <a:lnTo>
                    <a:pt x="186" y="97"/>
                  </a:lnTo>
                  <a:lnTo>
                    <a:pt x="186" y="101"/>
                  </a:lnTo>
                  <a:lnTo>
                    <a:pt x="186" y="105"/>
                  </a:lnTo>
                  <a:lnTo>
                    <a:pt x="186" y="109"/>
                  </a:lnTo>
                  <a:lnTo>
                    <a:pt x="185" y="115"/>
                  </a:lnTo>
                  <a:lnTo>
                    <a:pt x="185" y="118"/>
                  </a:lnTo>
                  <a:lnTo>
                    <a:pt x="185" y="122"/>
                  </a:lnTo>
                  <a:lnTo>
                    <a:pt x="185" y="128"/>
                  </a:lnTo>
                  <a:lnTo>
                    <a:pt x="185" y="132"/>
                  </a:lnTo>
                  <a:lnTo>
                    <a:pt x="185" y="137"/>
                  </a:lnTo>
                  <a:lnTo>
                    <a:pt x="183" y="139"/>
                  </a:lnTo>
                  <a:lnTo>
                    <a:pt x="183" y="145"/>
                  </a:lnTo>
                  <a:lnTo>
                    <a:pt x="181" y="149"/>
                  </a:lnTo>
                  <a:lnTo>
                    <a:pt x="181" y="153"/>
                  </a:lnTo>
                  <a:lnTo>
                    <a:pt x="179" y="158"/>
                  </a:lnTo>
                  <a:lnTo>
                    <a:pt x="179" y="162"/>
                  </a:lnTo>
                  <a:lnTo>
                    <a:pt x="177" y="166"/>
                  </a:lnTo>
                  <a:lnTo>
                    <a:pt x="175" y="172"/>
                  </a:lnTo>
                  <a:lnTo>
                    <a:pt x="175" y="175"/>
                  </a:lnTo>
                  <a:lnTo>
                    <a:pt x="173" y="181"/>
                  </a:lnTo>
                  <a:lnTo>
                    <a:pt x="171" y="185"/>
                  </a:lnTo>
                  <a:lnTo>
                    <a:pt x="169" y="191"/>
                  </a:lnTo>
                  <a:lnTo>
                    <a:pt x="167" y="194"/>
                  </a:lnTo>
                  <a:lnTo>
                    <a:pt x="167" y="200"/>
                  </a:lnTo>
                  <a:lnTo>
                    <a:pt x="164" y="204"/>
                  </a:lnTo>
                  <a:lnTo>
                    <a:pt x="162" y="208"/>
                  </a:lnTo>
                  <a:lnTo>
                    <a:pt x="160" y="213"/>
                  </a:lnTo>
                  <a:lnTo>
                    <a:pt x="156" y="217"/>
                  </a:lnTo>
                  <a:lnTo>
                    <a:pt x="154" y="221"/>
                  </a:lnTo>
                  <a:lnTo>
                    <a:pt x="152" y="227"/>
                  </a:lnTo>
                  <a:lnTo>
                    <a:pt x="148" y="230"/>
                  </a:lnTo>
                  <a:lnTo>
                    <a:pt x="147" y="234"/>
                  </a:lnTo>
                  <a:lnTo>
                    <a:pt x="143" y="240"/>
                  </a:lnTo>
                  <a:lnTo>
                    <a:pt x="141" y="244"/>
                  </a:lnTo>
                  <a:lnTo>
                    <a:pt x="137" y="248"/>
                  </a:lnTo>
                  <a:lnTo>
                    <a:pt x="135" y="251"/>
                  </a:lnTo>
                  <a:lnTo>
                    <a:pt x="131" y="257"/>
                  </a:lnTo>
                  <a:lnTo>
                    <a:pt x="129" y="261"/>
                  </a:lnTo>
                  <a:lnTo>
                    <a:pt x="126" y="265"/>
                  </a:lnTo>
                  <a:lnTo>
                    <a:pt x="122" y="270"/>
                  </a:lnTo>
                  <a:lnTo>
                    <a:pt x="118" y="272"/>
                  </a:lnTo>
                  <a:lnTo>
                    <a:pt x="116" y="278"/>
                  </a:lnTo>
                  <a:lnTo>
                    <a:pt x="112" y="282"/>
                  </a:lnTo>
                  <a:lnTo>
                    <a:pt x="109" y="286"/>
                  </a:lnTo>
                  <a:lnTo>
                    <a:pt x="105" y="289"/>
                  </a:lnTo>
                  <a:lnTo>
                    <a:pt x="101" y="293"/>
                  </a:lnTo>
                  <a:lnTo>
                    <a:pt x="97" y="297"/>
                  </a:lnTo>
                  <a:lnTo>
                    <a:pt x="93" y="301"/>
                  </a:lnTo>
                  <a:lnTo>
                    <a:pt x="91" y="305"/>
                  </a:lnTo>
                  <a:lnTo>
                    <a:pt x="88" y="308"/>
                  </a:lnTo>
                  <a:lnTo>
                    <a:pt x="84" y="310"/>
                  </a:lnTo>
                  <a:lnTo>
                    <a:pt x="80" y="316"/>
                  </a:lnTo>
                  <a:lnTo>
                    <a:pt x="78" y="320"/>
                  </a:lnTo>
                  <a:lnTo>
                    <a:pt x="74" y="322"/>
                  </a:lnTo>
                  <a:lnTo>
                    <a:pt x="69" y="325"/>
                  </a:lnTo>
                  <a:lnTo>
                    <a:pt x="67" y="329"/>
                  </a:lnTo>
                  <a:lnTo>
                    <a:pt x="65" y="333"/>
                  </a:lnTo>
                  <a:lnTo>
                    <a:pt x="61" y="335"/>
                  </a:lnTo>
                  <a:lnTo>
                    <a:pt x="57" y="339"/>
                  </a:lnTo>
                  <a:lnTo>
                    <a:pt x="53" y="341"/>
                  </a:lnTo>
                  <a:lnTo>
                    <a:pt x="50" y="344"/>
                  </a:lnTo>
                  <a:lnTo>
                    <a:pt x="46" y="346"/>
                  </a:lnTo>
                  <a:lnTo>
                    <a:pt x="44" y="350"/>
                  </a:lnTo>
                  <a:lnTo>
                    <a:pt x="40" y="352"/>
                  </a:lnTo>
                  <a:lnTo>
                    <a:pt x="34" y="358"/>
                  </a:lnTo>
                  <a:lnTo>
                    <a:pt x="29" y="363"/>
                  </a:lnTo>
                  <a:lnTo>
                    <a:pt x="23" y="367"/>
                  </a:lnTo>
                  <a:lnTo>
                    <a:pt x="19" y="371"/>
                  </a:lnTo>
                  <a:lnTo>
                    <a:pt x="15" y="373"/>
                  </a:lnTo>
                  <a:lnTo>
                    <a:pt x="12" y="377"/>
                  </a:lnTo>
                  <a:lnTo>
                    <a:pt x="8" y="379"/>
                  </a:lnTo>
                  <a:lnTo>
                    <a:pt x="6" y="382"/>
                  </a:lnTo>
                  <a:lnTo>
                    <a:pt x="2" y="384"/>
                  </a:lnTo>
                  <a:lnTo>
                    <a:pt x="0" y="386"/>
                  </a:lnTo>
                  <a:lnTo>
                    <a:pt x="0" y="449"/>
                  </a:lnTo>
                  <a:lnTo>
                    <a:pt x="139" y="447"/>
                  </a:lnTo>
                  <a:lnTo>
                    <a:pt x="139" y="445"/>
                  </a:lnTo>
                  <a:lnTo>
                    <a:pt x="141" y="445"/>
                  </a:lnTo>
                  <a:lnTo>
                    <a:pt x="145" y="441"/>
                  </a:lnTo>
                  <a:lnTo>
                    <a:pt x="148" y="438"/>
                  </a:lnTo>
                  <a:lnTo>
                    <a:pt x="150" y="436"/>
                  </a:lnTo>
                  <a:lnTo>
                    <a:pt x="152" y="434"/>
                  </a:lnTo>
                  <a:lnTo>
                    <a:pt x="154" y="430"/>
                  </a:lnTo>
                  <a:lnTo>
                    <a:pt x="158" y="428"/>
                  </a:lnTo>
                  <a:lnTo>
                    <a:pt x="160" y="422"/>
                  </a:lnTo>
                  <a:lnTo>
                    <a:pt x="164" y="420"/>
                  </a:lnTo>
                  <a:lnTo>
                    <a:pt x="167" y="417"/>
                  </a:lnTo>
                  <a:lnTo>
                    <a:pt x="169" y="413"/>
                  </a:lnTo>
                  <a:lnTo>
                    <a:pt x="173" y="407"/>
                  </a:lnTo>
                  <a:lnTo>
                    <a:pt x="177" y="403"/>
                  </a:lnTo>
                  <a:lnTo>
                    <a:pt x="179" y="398"/>
                  </a:lnTo>
                  <a:lnTo>
                    <a:pt x="185" y="392"/>
                  </a:lnTo>
                  <a:lnTo>
                    <a:pt x="186" y="386"/>
                  </a:lnTo>
                  <a:lnTo>
                    <a:pt x="188" y="382"/>
                  </a:lnTo>
                  <a:lnTo>
                    <a:pt x="192" y="375"/>
                  </a:lnTo>
                  <a:lnTo>
                    <a:pt x="196" y="369"/>
                  </a:lnTo>
                  <a:lnTo>
                    <a:pt x="198" y="365"/>
                  </a:lnTo>
                  <a:lnTo>
                    <a:pt x="200" y="362"/>
                  </a:lnTo>
                  <a:lnTo>
                    <a:pt x="200" y="358"/>
                  </a:lnTo>
                  <a:lnTo>
                    <a:pt x="204" y="354"/>
                  </a:lnTo>
                  <a:lnTo>
                    <a:pt x="204" y="352"/>
                  </a:lnTo>
                  <a:lnTo>
                    <a:pt x="206" y="346"/>
                  </a:lnTo>
                  <a:lnTo>
                    <a:pt x="206" y="344"/>
                  </a:lnTo>
                  <a:lnTo>
                    <a:pt x="209" y="341"/>
                  </a:lnTo>
                  <a:lnTo>
                    <a:pt x="209" y="335"/>
                  </a:lnTo>
                  <a:lnTo>
                    <a:pt x="211" y="333"/>
                  </a:lnTo>
                  <a:lnTo>
                    <a:pt x="211" y="327"/>
                  </a:lnTo>
                  <a:lnTo>
                    <a:pt x="213" y="325"/>
                  </a:lnTo>
                  <a:lnTo>
                    <a:pt x="215" y="320"/>
                  </a:lnTo>
                  <a:lnTo>
                    <a:pt x="217" y="316"/>
                  </a:lnTo>
                  <a:lnTo>
                    <a:pt x="217" y="310"/>
                  </a:lnTo>
                  <a:lnTo>
                    <a:pt x="219" y="308"/>
                  </a:lnTo>
                  <a:lnTo>
                    <a:pt x="219" y="303"/>
                  </a:lnTo>
                  <a:lnTo>
                    <a:pt x="219" y="297"/>
                  </a:lnTo>
                  <a:lnTo>
                    <a:pt x="221" y="293"/>
                  </a:lnTo>
                  <a:lnTo>
                    <a:pt x="223" y="289"/>
                  </a:lnTo>
                  <a:lnTo>
                    <a:pt x="223" y="284"/>
                  </a:lnTo>
                  <a:lnTo>
                    <a:pt x="223" y="278"/>
                  </a:lnTo>
                  <a:lnTo>
                    <a:pt x="225" y="272"/>
                  </a:lnTo>
                  <a:lnTo>
                    <a:pt x="225" y="268"/>
                  </a:lnTo>
                  <a:lnTo>
                    <a:pt x="225" y="263"/>
                  </a:lnTo>
                  <a:lnTo>
                    <a:pt x="225" y="259"/>
                  </a:lnTo>
                  <a:lnTo>
                    <a:pt x="226" y="253"/>
                  </a:lnTo>
                  <a:lnTo>
                    <a:pt x="226" y="248"/>
                  </a:lnTo>
                  <a:lnTo>
                    <a:pt x="228" y="244"/>
                  </a:lnTo>
                  <a:lnTo>
                    <a:pt x="228" y="238"/>
                  </a:lnTo>
                  <a:lnTo>
                    <a:pt x="228" y="232"/>
                  </a:lnTo>
                  <a:lnTo>
                    <a:pt x="228" y="229"/>
                  </a:lnTo>
                  <a:lnTo>
                    <a:pt x="228" y="223"/>
                  </a:lnTo>
                  <a:lnTo>
                    <a:pt x="228" y="219"/>
                  </a:lnTo>
                  <a:lnTo>
                    <a:pt x="228" y="213"/>
                  </a:lnTo>
                  <a:lnTo>
                    <a:pt x="230" y="208"/>
                  </a:lnTo>
                  <a:lnTo>
                    <a:pt x="230" y="202"/>
                  </a:lnTo>
                  <a:lnTo>
                    <a:pt x="230" y="196"/>
                  </a:lnTo>
                  <a:lnTo>
                    <a:pt x="230" y="191"/>
                  </a:lnTo>
                  <a:lnTo>
                    <a:pt x="230" y="187"/>
                  </a:lnTo>
                  <a:lnTo>
                    <a:pt x="230" y="183"/>
                  </a:lnTo>
                  <a:lnTo>
                    <a:pt x="230" y="177"/>
                  </a:lnTo>
                  <a:lnTo>
                    <a:pt x="230" y="172"/>
                  </a:lnTo>
                  <a:lnTo>
                    <a:pt x="230" y="168"/>
                  </a:lnTo>
                  <a:lnTo>
                    <a:pt x="230" y="162"/>
                  </a:lnTo>
                  <a:lnTo>
                    <a:pt x="230" y="158"/>
                  </a:lnTo>
                  <a:lnTo>
                    <a:pt x="230" y="153"/>
                  </a:lnTo>
                  <a:lnTo>
                    <a:pt x="230" y="149"/>
                  </a:lnTo>
                  <a:lnTo>
                    <a:pt x="230" y="143"/>
                  </a:lnTo>
                  <a:lnTo>
                    <a:pt x="230" y="139"/>
                  </a:lnTo>
                  <a:lnTo>
                    <a:pt x="230" y="135"/>
                  </a:lnTo>
                  <a:lnTo>
                    <a:pt x="230" y="132"/>
                  </a:lnTo>
                  <a:lnTo>
                    <a:pt x="230" y="126"/>
                  </a:lnTo>
                  <a:lnTo>
                    <a:pt x="230" y="122"/>
                  </a:lnTo>
                  <a:lnTo>
                    <a:pt x="230" y="118"/>
                  </a:lnTo>
                  <a:lnTo>
                    <a:pt x="230" y="115"/>
                  </a:lnTo>
                  <a:lnTo>
                    <a:pt x="228" y="111"/>
                  </a:lnTo>
                  <a:lnTo>
                    <a:pt x="228" y="107"/>
                  </a:lnTo>
                  <a:lnTo>
                    <a:pt x="228" y="103"/>
                  </a:lnTo>
                  <a:lnTo>
                    <a:pt x="228" y="99"/>
                  </a:lnTo>
                  <a:lnTo>
                    <a:pt x="228" y="96"/>
                  </a:lnTo>
                  <a:lnTo>
                    <a:pt x="228" y="94"/>
                  </a:lnTo>
                  <a:lnTo>
                    <a:pt x="228" y="90"/>
                  </a:lnTo>
                  <a:lnTo>
                    <a:pt x="228" y="88"/>
                  </a:lnTo>
                  <a:lnTo>
                    <a:pt x="228" y="82"/>
                  </a:lnTo>
                  <a:lnTo>
                    <a:pt x="228" y="77"/>
                  </a:lnTo>
                  <a:lnTo>
                    <a:pt x="226" y="73"/>
                  </a:lnTo>
                  <a:lnTo>
                    <a:pt x="226" y="69"/>
                  </a:lnTo>
                  <a:lnTo>
                    <a:pt x="226" y="65"/>
                  </a:lnTo>
                  <a:lnTo>
                    <a:pt x="226" y="63"/>
                  </a:lnTo>
                  <a:lnTo>
                    <a:pt x="171" y="0"/>
                  </a:lnTo>
                  <a:close/>
                </a:path>
              </a:pathLst>
            </a:custGeom>
            <a:solidFill>
              <a:srgbClr val="274F29"/>
            </a:solidFill>
            <a:ln w="9525">
              <a:noFill/>
              <a:round/>
              <a:headEnd/>
              <a:tailEnd/>
            </a:ln>
          </p:spPr>
          <p:txBody>
            <a:bodyPr/>
            <a:lstStyle/>
            <a:p>
              <a:pPr>
                <a:defRPr/>
              </a:pPr>
              <a:endParaRPr lang="en-US" sz="2400">
                <a:solidFill>
                  <a:srgbClr val="000000"/>
                </a:solidFill>
                <a:latin typeface="Arial"/>
              </a:endParaRPr>
            </a:p>
          </p:txBody>
        </p:sp>
      </p:grpSp>
      <p:sp>
        <p:nvSpPr>
          <p:cNvPr id="540" name="Text Box 160"/>
          <p:cNvSpPr txBox="1">
            <a:spLocks noChangeArrowheads="1"/>
          </p:cNvSpPr>
          <p:nvPr/>
        </p:nvSpPr>
        <p:spPr bwMode="auto">
          <a:xfrm>
            <a:off x="2387600" y="4415398"/>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&lt;0.51</a:t>
            </a:r>
          </a:p>
        </p:txBody>
      </p:sp>
      <p:sp>
        <p:nvSpPr>
          <p:cNvPr id="541" name="Text Box 162"/>
          <p:cNvSpPr txBox="1">
            <a:spLocks noChangeArrowheads="1"/>
          </p:cNvSpPr>
          <p:nvPr/>
        </p:nvSpPr>
        <p:spPr bwMode="auto">
          <a:xfrm>
            <a:off x="2995613" y="413599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FFCC00"/>
                </a:solidFill>
                <a:latin typeface="Arial Narrow" panose="020B0606020202030204" pitchFamily="34" charset="0"/>
              </a:rPr>
              <a:t>x</a:t>
            </a:r>
            <a:r>
              <a:rPr lang="en-US" altLang="en-US" sz="1800" b="1" baseline="-25000">
                <a:solidFill>
                  <a:srgbClr val="FFCC00"/>
                </a:solidFill>
                <a:latin typeface="Arial Narrow" panose="020B0606020202030204" pitchFamily="34" charset="0"/>
              </a:rPr>
              <a:t>1</a:t>
            </a:r>
            <a:endParaRPr lang="en-US" altLang="en-US" sz="1800" b="1">
              <a:solidFill>
                <a:srgbClr val="FFCC00"/>
              </a:solidFill>
              <a:latin typeface="Arial Narrow" panose="020B0606020202030204" pitchFamily="34" charset="0"/>
            </a:endParaRPr>
          </a:p>
        </p:txBody>
      </p:sp>
      <p:sp>
        <p:nvSpPr>
          <p:cNvPr id="542" name="Text Box 163"/>
          <p:cNvSpPr txBox="1">
            <a:spLocks noChangeArrowheads="1"/>
          </p:cNvSpPr>
          <p:nvPr/>
        </p:nvSpPr>
        <p:spPr bwMode="auto">
          <a:xfrm>
            <a:off x="2144713" y="290409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FFCC00"/>
                </a:solidFill>
                <a:latin typeface="Arial Narrow" panose="020B0606020202030204" pitchFamily="34" charset="0"/>
              </a:rPr>
              <a:t>x</a:t>
            </a:r>
            <a:r>
              <a:rPr lang="en-US" altLang="en-US" sz="1800" b="1" baseline="-25000">
                <a:solidFill>
                  <a:srgbClr val="FFCC00"/>
                </a:solidFill>
                <a:latin typeface="Arial Narrow" panose="020B0606020202030204" pitchFamily="34" charset="0"/>
              </a:rPr>
              <a:t>2</a:t>
            </a:r>
            <a:endParaRPr lang="en-US" altLang="en-US" sz="1800" b="1">
              <a:solidFill>
                <a:srgbClr val="FFCC00"/>
              </a:solidFill>
              <a:latin typeface="Arial Narrow" panose="020B0606020202030204" pitchFamily="34" charset="0"/>
            </a:endParaRPr>
          </a:p>
        </p:txBody>
      </p:sp>
      <p:sp>
        <p:nvSpPr>
          <p:cNvPr id="543" name="Text Box 165"/>
          <p:cNvSpPr txBox="1">
            <a:spLocks noChangeArrowheads="1"/>
          </p:cNvSpPr>
          <p:nvPr/>
        </p:nvSpPr>
        <p:spPr bwMode="auto">
          <a:xfrm>
            <a:off x="2524125" y="3210485"/>
            <a:ext cx="6762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≥0.63</a:t>
            </a:r>
          </a:p>
        </p:txBody>
      </p:sp>
      <p:sp>
        <p:nvSpPr>
          <p:cNvPr id="187" name="Line 160"/>
          <p:cNvSpPr>
            <a:spLocks noChangeShapeType="1"/>
          </p:cNvSpPr>
          <p:nvPr/>
        </p:nvSpPr>
        <p:spPr bwMode="auto">
          <a:xfrm>
            <a:off x="2854005" y="2143125"/>
            <a:ext cx="2962595" cy="857249"/>
          </a:xfrm>
          <a:prstGeom prst="line">
            <a:avLst/>
          </a:prstGeom>
          <a:noFill/>
          <a:ln w="57150">
            <a:solidFill>
              <a:srgbClr val="FF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22145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3400" y="2438400"/>
            <a:ext cx="8077200" cy="1189038"/>
          </a:xfrm>
        </p:spPr>
        <p:txBody>
          <a:bodyPr/>
          <a:lstStyle/>
          <a:p>
            <a:pPr algn="ctr" eaLnBrk="1" hangingPunct="1"/>
            <a:r>
              <a:rPr lang="en-US" altLang="en-US" dirty="0"/>
              <a:t>Recursive Partitioning</a:t>
            </a:r>
            <a:br>
              <a:rPr lang="en-US" altLang="en-US" dirty="0"/>
            </a:br>
            <a:r>
              <a:rPr lang="en-US" altLang="en-US" dirty="0"/>
              <a:t>(Growing the Tree)</a:t>
            </a:r>
          </a:p>
        </p:txBody>
      </p:sp>
      <p:sp>
        <p:nvSpPr>
          <p:cNvPr id="3"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8</a:t>
            </a:fld>
            <a:endParaRPr lang="en-US" altLang="en-US" sz="1400" dirty="0"/>
          </a:p>
        </p:txBody>
      </p:sp>
    </p:spTree>
    <p:extLst>
      <p:ext uri="{BB962C8B-B14F-4D97-AF65-F5344CB8AC3E}">
        <p14:creationId xmlns:p14="http://schemas.microsoft.com/office/powerpoint/2010/main" val="2381502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a:t>Splitting on Categorical Variables</a:t>
            </a:r>
          </a:p>
        </p:txBody>
      </p:sp>
      <p:sp>
        <p:nvSpPr>
          <p:cNvPr id="21507" name="Content Placeholder 2"/>
          <p:cNvSpPr>
            <a:spLocks noGrp="1"/>
          </p:cNvSpPr>
          <p:nvPr>
            <p:ph sz="quarter" idx="1"/>
          </p:nvPr>
        </p:nvSpPr>
        <p:spPr>
          <a:xfrm>
            <a:off x="914400" y="1676400"/>
            <a:ext cx="7772400" cy="4572000"/>
          </a:xfrm>
        </p:spPr>
        <p:txBody>
          <a:bodyPr/>
          <a:lstStyle/>
          <a:p>
            <a:pPr eaLnBrk="1" hangingPunct="1">
              <a:spcBef>
                <a:spcPts val="600"/>
              </a:spcBef>
              <a:spcAft>
                <a:spcPts val="600"/>
              </a:spcAft>
            </a:pPr>
            <a:r>
              <a:rPr lang="en-US" altLang="en-US"/>
              <a:t>Examine all possible ways in which the categories can be split.</a:t>
            </a:r>
          </a:p>
          <a:p>
            <a:pPr eaLnBrk="1" hangingPunct="1">
              <a:spcBef>
                <a:spcPts val="600"/>
              </a:spcBef>
              <a:spcAft>
                <a:spcPts val="600"/>
              </a:spcAft>
            </a:pPr>
            <a:r>
              <a:rPr lang="en-US" altLang="en-US"/>
              <a:t>E.g., categories A, B, C can be split 3 ways</a:t>
            </a:r>
          </a:p>
          <a:p>
            <a:pPr lvl="1" eaLnBrk="1" hangingPunct="1">
              <a:spcBef>
                <a:spcPts val="600"/>
              </a:spcBef>
              <a:spcAft>
                <a:spcPts val="600"/>
              </a:spcAft>
              <a:buFont typeface="Wingdings 2" panose="05020102010507070707" pitchFamily="18" charset="2"/>
              <a:buNone/>
            </a:pPr>
            <a:r>
              <a:rPr lang="en-US" altLang="en-US"/>
              <a:t>{A} and {B, C}</a:t>
            </a:r>
          </a:p>
          <a:p>
            <a:pPr lvl="1" eaLnBrk="1" hangingPunct="1">
              <a:spcBef>
                <a:spcPts val="600"/>
              </a:spcBef>
              <a:spcAft>
                <a:spcPts val="600"/>
              </a:spcAft>
              <a:buFont typeface="Wingdings 2" panose="05020102010507070707" pitchFamily="18" charset="2"/>
              <a:buNone/>
            </a:pPr>
            <a:r>
              <a:rPr lang="en-US" altLang="en-US"/>
              <a:t>{B} and {A, C}</a:t>
            </a:r>
          </a:p>
          <a:p>
            <a:pPr lvl="1" eaLnBrk="1" hangingPunct="1">
              <a:spcBef>
                <a:spcPts val="600"/>
              </a:spcBef>
              <a:spcAft>
                <a:spcPts val="600"/>
              </a:spcAft>
              <a:buFont typeface="Wingdings 2" panose="05020102010507070707" pitchFamily="18" charset="2"/>
              <a:buNone/>
            </a:pPr>
            <a:r>
              <a:rPr lang="en-US" altLang="en-US"/>
              <a:t>{C} and {A, B}</a:t>
            </a:r>
          </a:p>
          <a:p>
            <a:pPr eaLnBrk="1" hangingPunct="1">
              <a:spcBef>
                <a:spcPts val="600"/>
              </a:spcBef>
              <a:spcAft>
                <a:spcPts val="600"/>
              </a:spcAft>
            </a:pPr>
            <a:r>
              <a:rPr lang="en-US" altLang="en-US"/>
              <a:t>With many categories, # of potential splits becomes huge</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9</a:t>
            </a:fld>
            <a:endParaRPr lang="en-US" altLang="en-US" sz="1400" dirty="0"/>
          </a:p>
        </p:txBody>
      </p:sp>
    </p:spTree>
    <p:extLst>
      <p:ext uri="{BB962C8B-B14F-4D97-AF65-F5344CB8AC3E}">
        <p14:creationId xmlns:p14="http://schemas.microsoft.com/office/powerpoint/2010/main" val="3191294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a:t>Splitting on Categorical Variables</a:t>
            </a:r>
          </a:p>
        </p:txBody>
      </p:sp>
      <p:sp>
        <p:nvSpPr>
          <p:cNvPr id="23555" name="Content Placeholder 2"/>
          <p:cNvSpPr>
            <a:spLocks noGrp="1"/>
          </p:cNvSpPr>
          <p:nvPr>
            <p:ph sz="quarter" idx="1"/>
          </p:nvPr>
        </p:nvSpPr>
        <p:spPr>
          <a:xfrm>
            <a:off x="914400" y="1676400"/>
            <a:ext cx="7772400" cy="4343400"/>
          </a:xfrm>
        </p:spPr>
        <p:txBody>
          <a:bodyPr/>
          <a:lstStyle/>
          <a:p>
            <a:pPr eaLnBrk="1" hangingPunct="1">
              <a:spcBef>
                <a:spcPts val="600"/>
              </a:spcBef>
              <a:spcAft>
                <a:spcPts val="600"/>
              </a:spcAft>
            </a:pPr>
            <a:r>
              <a:rPr lang="en-US" altLang="en-US"/>
              <a:t>For ordinal data (ordered categories) there is an option for the splits to respect ordering </a:t>
            </a:r>
          </a:p>
          <a:p>
            <a:pPr eaLnBrk="1" hangingPunct="1">
              <a:spcBef>
                <a:spcPts val="600"/>
              </a:spcBef>
              <a:spcAft>
                <a:spcPts val="600"/>
              </a:spcAft>
            </a:pPr>
            <a:r>
              <a:rPr lang="en-US" altLang="en-US"/>
              <a:t>Example:  An ordinal predictor takes on the values 1, 2, 3, or 4 </a:t>
            </a:r>
          </a:p>
          <a:p>
            <a:pPr eaLnBrk="1" hangingPunct="1">
              <a:spcBef>
                <a:spcPts val="600"/>
              </a:spcBef>
              <a:spcAft>
                <a:spcPts val="600"/>
              </a:spcAft>
            </a:pPr>
            <a:r>
              <a:rPr lang="en-US" altLang="en-US"/>
              <a:t>The data can be split 3 ways:</a:t>
            </a:r>
          </a:p>
          <a:p>
            <a:pPr marL="274638" lvl="1" indent="0" eaLnBrk="1" hangingPunct="1">
              <a:spcBef>
                <a:spcPts val="600"/>
              </a:spcBef>
              <a:spcAft>
                <a:spcPts val="600"/>
              </a:spcAft>
              <a:buFont typeface="Wingdings 2" panose="05020102010507070707" pitchFamily="18" charset="2"/>
              <a:buNone/>
            </a:pPr>
            <a:r>
              <a:rPr lang="en-US" altLang="en-US"/>
              <a:t>{1} and {2, 3, 4}</a:t>
            </a:r>
          </a:p>
          <a:p>
            <a:pPr marL="274638" lvl="1" indent="0" eaLnBrk="1" hangingPunct="1">
              <a:spcBef>
                <a:spcPts val="600"/>
              </a:spcBef>
              <a:spcAft>
                <a:spcPts val="600"/>
              </a:spcAft>
              <a:buFont typeface="Wingdings 2" panose="05020102010507070707" pitchFamily="18" charset="2"/>
              <a:buNone/>
            </a:pPr>
            <a:r>
              <a:rPr lang="en-US" altLang="en-US"/>
              <a:t>{1, 2} and {3, 4}</a:t>
            </a:r>
          </a:p>
          <a:p>
            <a:pPr marL="274638" lvl="1" indent="0" eaLnBrk="1" hangingPunct="1">
              <a:spcBef>
                <a:spcPts val="600"/>
              </a:spcBef>
              <a:spcAft>
                <a:spcPts val="600"/>
              </a:spcAft>
              <a:buFont typeface="Wingdings 2" panose="05020102010507070707" pitchFamily="18" charset="2"/>
              <a:buNone/>
            </a:pPr>
            <a:r>
              <a:rPr lang="en-US" altLang="en-US"/>
              <a:t>{1, 2, 3} and {4}</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10</a:t>
            </a:fld>
            <a:endParaRPr lang="en-US" altLang="en-US" sz="1400" dirty="0"/>
          </a:p>
        </p:txBody>
      </p:sp>
    </p:spTree>
    <p:extLst>
      <p:ext uri="{BB962C8B-B14F-4D97-AF65-F5344CB8AC3E}">
        <p14:creationId xmlns:p14="http://schemas.microsoft.com/office/powerpoint/2010/main" val="3386127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a:t>Splitting on Continuous Variables</a:t>
            </a:r>
          </a:p>
        </p:txBody>
      </p:sp>
      <p:sp>
        <p:nvSpPr>
          <p:cNvPr id="25603" name="Content Placeholder 2"/>
          <p:cNvSpPr>
            <a:spLocks noGrp="1"/>
          </p:cNvSpPr>
          <p:nvPr>
            <p:ph sz="quarter" idx="1"/>
          </p:nvPr>
        </p:nvSpPr>
        <p:spPr>
          <a:xfrm>
            <a:off x="914400" y="1676400"/>
            <a:ext cx="7772400" cy="4572000"/>
          </a:xfrm>
        </p:spPr>
        <p:txBody>
          <a:bodyPr/>
          <a:lstStyle/>
          <a:p>
            <a:pPr eaLnBrk="1" hangingPunct="1">
              <a:spcBef>
                <a:spcPts val="600"/>
              </a:spcBef>
              <a:spcAft>
                <a:spcPts val="1200"/>
              </a:spcAft>
            </a:pPr>
            <a:r>
              <a:rPr lang="en-US" altLang="en-US" dirty="0"/>
              <a:t>Order records according to one variable</a:t>
            </a:r>
          </a:p>
          <a:p>
            <a:pPr eaLnBrk="1" hangingPunct="1">
              <a:spcBef>
                <a:spcPts val="600"/>
              </a:spcBef>
              <a:spcAft>
                <a:spcPts val="1200"/>
              </a:spcAft>
            </a:pPr>
            <a:r>
              <a:rPr lang="en-US" altLang="en-US" dirty="0"/>
              <a:t>Split at the first value</a:t>
            </a:r>
          </a:p>
          <a:p>
            <a:pPr eaLnBrk="1" hangingPunct="1">
              <a:spcBef>
                <a:spcPts val="600"/>
              </a:spcBef>
              <a:spcAft>
                <a:spcPts val="1200"/>
              </a:spcAft>
            </a:pPr>
            <a:r>
              <a:rPr lang="en-US" altLang="en-US" dirty="0"/>
              <a:t>Measure the impurity in the two subsets</a:t>
            </a:r>
          </a:p>
          <a:p>
            <a:pPr eaLnBrk="1" hangingPunct="1">
              <a:spcBef>
                <a:spcPts val="600"/>
              </a:spcBef>
              <a:spcAft>
                <a:spcPts val="1200"/>
              </a:spcAft>
            </a:pPr>
            <a:r>
              <a:rPr lang="en-US" altLang="en-US" dirty="0"/>
              <a:t>Split at the next value, and continue</a:t>
            </a:r>
          </a:p>
          <a:p>
            <a:pPr eaLnBrk="1" hangingPunct="1">
              <a:spcBef>
                <a:spcPts val="600"/>
              </a:spcBef>
              <a:spcAft>
                <a:spcPts val="1200"/>
              </a:spcAft>
            </a:pPr>
            <a:r>
              <a:rPr lang="en-US" altLang="en-US" dirty="0"/>
              <a:t>Repeat for the other variable(s)</a:t>
            </a:r>
          </a:p>
          <a:p>
            <a:pPr eaLnBrk="1" hangingPunct="1">
              <a:spcBef>
                <a:spcPts val="600"/>
              </a:spcBef>
              <a:spcAft>
                <a:spcPts val="1200"/>
              </a:spcAft>
            </a:pPr>
            <a:r>
              <a:rPr lang="en-US" altLang="en-US" dirty="0"/>
              <a:t>For all variables, the split value that drives the lowest impurity is selected as the split point</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11</a:t>
            </a:fld>
            <a:endParaRPr lang="en-US" altLang="en-US" sz="1400" dirty="0"/>
          </a:p>
        </p:txBody>
      </p:sp>
    </p:spTree>
    <p:extLst>
      <p:ext uri="{BB962C8B-B14F-4D97-AF65-F5344CB8AC3E}">
        <p14:creationId xmlns:p14="http://schemas.microsoft.com/office/powerpoint/2010/main" val="2058430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Desirable Splits</a:t>
            </a:r>
          </a:p>
        </p:txBody>
      </p:sp>
      <p:sp>
        <p:nvSpPr>
          <p:cNvPr id="25603" name="Content Placeholder 2"/>
          <p:cNvSpPr>
            <a:spLocks noGrp="1"/>
          </p:cNvSpPr>
          <p:nvPr>
            <p:ph sz="quarter" idx="1"/>
          </p:nvPr>
        </p:nvSpPr>
        <p:spPr>
          <a:xfrm>
            <a:off x="914400" y="1676400"/>
            <a:ext cx="7772400" cy="4572000"/>
          </a:xfrm>
        </p:spPr>
        <p:txBody>
          <a:bodyPr/>
          <a:lstStyle/>
          <a:p>
            <a:pPr eaLnBrk="1" hangingPunct="1">
              <a:spcBef>
                <a:spcPts val="600"/>
              </a:spcBef>
              <a:spcAft>
                <a:spcPts val="1200"/>
              </a:spcAft>
            </a:pPr>
            <a:r>
              <a:rPr lang="en-US" altLang="en-US" dirty="0"/>
              <a:t>What is the probability of choosing a yellow ball blindfolded?</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12</a:t>
            </a:fld>
            <a:endParaRPr lang="en-US" altLang="en-US" sz="1400" dirty="0"/>
          </a:p>
        </p:txBody>
      </p:sp>
      <p:grpSp>
        <p:nvGrpSpPr>
          <p:cNvPr id="7" name="Group 6" descr="A fish bowl that contains 20 balls.  6 of them are yellow and 14 of them are blue.">
            <a:extLst>
              <a:ext uri="{FF2B5EF4-FFF2-40B4-BE49-F238E27FC236}">
                <a16:creationId xmlns:a16="http://schemas.microsoft.com/office/drawing/2014/main" id="{92FA103B-9D05-C947-2EE9-6C5A8A25309B}"/>
              </a:ext>
            </a:extLst>
          </p:cNvPr>
          <p:cNvGrpSpPr/>
          <p:nvPr/>
        </p:nvGrpSpPr>
        <p:grpSpPr>
          <a:xfrm>
            <a:off x="3330071" y="2313290"/>
            <a:ext cx="5051929" cy="4361499"/>
            <a:chOff x="3330071" y="2313290"/>
            <a:chExt cx="5051929" cy="4361499"/>
          </a:xfrm>
        </p:grpSpPr>
        <p:pic>
          <p:nvPicPr>
            <p:cNvPr id="5124" name="Picture 4" descr="Fish bowl | Pets preschool, Pets preschool theme, Pre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071" y="2313290"/>
              <a:ext cx="5051929" cy="4361499"/>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3579526" y="418874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695191" y="4899391"/>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274453" y="4311630"/>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609891" y="5020233"/>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249786" y="5498734"/>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923791" y="5477433"/>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625472" y="573408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009210" y="4394426"/>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275136" y="5494813"/>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756811" y="363067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6609863" y="4493321"/>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739172" y="3699857"/>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222918" y="4161605"/>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7549901" y="3640026"/>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6029082" y="3456014"/>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952316" y="5165850"/>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3783751" y="3478105"/>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755151" y="4056923"/>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549901" y="4780470"/>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814073" y="4899391"/>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28" name="Picture 8">
            <a:extLs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871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Desirable Splits</a:t>
            </a:r>
          </a:p>
        </p:txBody>
      </p:sp>
      <p:sp>
        <p:nvSpPr>
          <p:cNvPr id="25603" name="Content Placeholder 2"/>
          <p:cNvSpPr>
            <a:spLocks noGrp="1"/>
          </p:cNvSpPr>
          <p:nvPr>
            <p:ph sz="quarter" idx="1"/>
          </p:nvPr>
        </p:nvSpPr>
        <p:spPr>
          <a:xfrm>
            <a:off x="914400" y="1676400"/>
            <a:ext cx="7772400" cy="4572000"/>
          </a:xfrm>
        </p:spPr>
        <p:txBody>
          <a:bodyPr/>
          <a:lstStyle/>
          <a:p>
            <a:pPr eaLnBrk="1" hangingPunct="1">
              <a:spcBef>
                <a:spcPts val="600"/>
              </a:spcBef>
              <a:spcAft>
                <a:spcPts val="1200"/>
              </a:spcAft>
            </a:pPr>
            <a:r>
              <a:rPr lang="en-US" altLang="en-US" dirty="0"/>
              <a:t>Let’s split the 20 balls into two different bowls.</a:t>
            </a:r>
          </a:p>
          <a:p>
            <a:pPr eaLnBrk="1" hangingPunct="1">
              <a:spcBef>
                <a:spcPts val="600"/>
              </a:spcBef>
              <a:spcAft>
                <a:spcPts val="1200"/>
              </a:spcAft>
            </a:pPr>
            <a:r>
              <a:rPr lang="en-US" altLang="en-US" dirty="0"/>
              <a:t>Do either of these smaller bowls improve your chances of choosing a yellow ball?</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13</a:t>
            </a:fld>
            <a:endParaRPr lang="en-US" altLang="en-US" sz="1400" dirty="0"/>
          </a:p>
        </p:txBody>
      </p:sp>
      <p:grpSp>
        <p:nvGrpSpPr>
          <p:cNvPr id="2" name="Group 1" descr="Two fishbowls.  Bowl A has 9 blue balls and 1 yellow ball.  Bowl B has 5 blue balls and 5 yellow balls.  " title="Fish bowls"/>
          <p:cNvGrpSpPr/>
          <p:nvPr/>
        </p:nvGrpSpPr>
        <p:grpSpPr>
          <a:xfrm>
            <a:off x="762000" y="3657600"/>
            <a:ext cx="7620000" cy="3026156"/>
            <a:chOff x="762000" y="3657600"/>
            <a:chExt cx="7620000" cy="3026156"/>
          </a:xfrm>
        </p:grpSpPr>
        <p:pic>
          <p:nvPicPr>
            <p:cNvPr id="5124" name="Picture 4" descr="Fish bowl | Pets preschool, Pets preschool theme, Pre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657600"/>
              <a:ext cx="3505200" cy="302615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1391783" y="4267200"/>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127119" y="490835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233237" y="4373709"/>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111317" y="5058382"/>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926788" y="5587209"/>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355719" y="5486400"/>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057400" y="5743055"/>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926788" y="4861552"/>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596707" y="494207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2926788" y="4105787"/>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383988" y="3791636"/>
              <a:ext cx="579120" cy="923330"/>
            </a:xfrm>
            <a:prstGeom prst="rect">
              <a:avLst/>
            </a:prstGeom>
            <a:noFill/>
          </p:spPr>
          <p:txBody>
            <a:bodyPr wrap="square" rtlCol="0">
              <a:spAutoFit/>
            </a:bodyPr>
            <a:lstStyle/>
            <a:p>
              <a:r>
                <a:rPr lang="en-US" sz="5400" b="1" dirty="0">
                  <a:latin typeface="+mj-lt"/>
                </a:rPr>
                <a:t>A</a:t>
              </a:r>
            </a:p>
          </p:txBody>
        </p:sp>
        <p:pic>
          <p:nvPicPr>
            <p:cNvPr id="30" name="Picture 4" descr="Fish bowl | Pets preschool, Pets preschool theme, Pre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657600"/>
              <a:ext cx="3505200" cy="302615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0"/>
            <p:cNvSpPr/>
            <p:nvPr/>
          </p:nvSpPr>
          <p:spPr>
            <a:xfrm>
              <a:off x="5506583" y="4267200"/>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241919" y="490835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6348037" y="4373709"/>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6226117" y="5058382"/>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7041588" y="5587209"/>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5470519" y="5486400"/>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172200" y="5743055"/>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041588" y="4861552"/>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7711507" y="4942078"/>
              <a:ext cx="457200" cy="457200"/>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7041588" y="4105787"/>
              <a:ext cx="457200" cy="457200"/>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7498788" y="3791636"/>
              <a:ext cx="579120" cy="923330"/>
            </a:xfrm>
            <a:prstGeom prst="rect">
              <a:avLst/>
            </a:prstGeom>
            <a:noFill/>
          </p:spPr>
          <p:txBody>
            <a:bodyPr wrap="square" rtlCol="0">
              <a:spAutoFit/>
            </a:bodyPr>
            <a:lstStyle/>
            <a:p>
              <a:r>
                <a:rPr lang="en-US" sz="5400" b="1" dirty="0">
                  <a:latin typeface="+mj-lt"/>
                </a:rPr>
                <a:t>B</a:t>
              </a:r>
            </a:p>
          </p:txBody>
        </p:sp>
      </p:grpSp>
      <p:pic>
        <p:nvPicPr>
          <p:cNvPr id="5128" name="Picture 8">
            <a:extLs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36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Measuring Desirable Splits</a:t>
            </a:r>
          </a:p>
        </p:txBody>
      </p:sp>
      <p:sp>
        <p:nvSpPr>
          <p:cNvPr id="25603" name="Content Placeholder 2"/>
          <p:cNvSpPr>
            <a:spLocks noGrp="1"/>
          </p:cNvSpPr>
          <p:nvPr>
            <p:ph sz="quarter" idx="1"/>
          </p:nvPr>
        </p:nvSpPr>
        <p:spPr>
          <a:xfrm>
            <a:off x="914400" y="1676400"/>
            <a:ext cx="7848600" cy="4572000"/>
          </a:xfrm>
        </p:spPr>
        <p:txBody>
          <a:bodyPr/>
          <a:lstStyle/>
          <a:p>
            <a:pPr eaLnBrk="1" hangingPunct="1">
              <a:spcBef>
                <a:spcPts val="600"/>
              </a:spcBef>
              <a:spcAft>
                <a:spcPts val="1200"/>
              </a:spcAft>
            </a:pPr>
            <a:r>
              <a:rPr lang="en-US" altLang="en-US" dirty="0"/>
              <a:t>We are seeking a yellow ball</a:t>
            </a:r>
          </a:p>
          <a:p>
            <a:pPr eaLnBrk="1" hangingPunct="1">
              <a:spcBef>
                <a:spcPts val="600"/>
              </a:spcBef>
              <a:spcAft>
                <a:spcPts val="1200"/>
              </a:spcAft>
            </a:pPr>
            <a:r>
              <a:rPr lang="en-US" altLang="en-US" dirty="0"/>
              <a:t>Intuitively, what’s the better split? </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14</a:t>
            </a:fld>
            <a:endParaRPr lang="en-US" altLang="en-US" sz="1400" dirty="0"/>
          </a:p>
        </p:txBody>
      </p:sp>
      <p:grpSp>
        <p:nvGrpSpPr>
          <p:cNvPr id="5" name="Group 4" descr="Two fishbowls labeled B.  The bowl on the left has 9 blue balls and 1 yellow ball.  The bowl on the right has 5 blue balls and 5 yellow balls.  ">
            <a:extLst>
              <a:ext uri="{FF2B5EF4-FFF2-40B4-BE49-F238E27FC236}">
                <a16:creationId xmlns:a16="http://schemas.microsoft.com/office/drawing/2014/main" id="{F63DC205-0A9C-EF9F-6708-44F1C3775532}"/>
              </a:ext>
            </a:extLst>
          </p:cNvPr>
          <p:cNvGrpSpPr/>
          <p:nvPr/>
        </p:nvGrpSpPr>
        <p:grpSpPr>
          <a:xfrm>
            <a:off x="5791200" y="4114800"/>
            <a:ext cx="2743200" cy="1089416"/>
            <a:chOff x="5791200" y="5594340"/>
            <a:chExt cx="2743200" cy="1089416"/>
          </a:xfrm>
        </p:grpSpPr>
        <p:pic>
          <p:nvPicPr>
            <p:cNvPr id="5124" name="Picture 4" descr="Fish bowl | Pets preschool, Pets preschool theme, Pre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6017922"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922643"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320845"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276954"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6570524"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004939"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257544"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570524"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811695"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6693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4" descr="Fish bowl | Pets preschool, Pets preschool theme, Pre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2528"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0"/>
            <p:cNvSpPr/>
            <p:nvPr/>
          </p:nvSpPr>
          <p:spPr>
            <a:xfrm>
              <a:off x="749925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7403971"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802173"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7758282"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8051852"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7486267"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7738872"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8051852"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293023"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81412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7010400" y="5642593"/>
              <a:ext cx="208483" cy="369332"/>
            </a:xfrm>
            <a:prstGeom prst="rect">
              <a:avLst/>
            </a:prstGeom>
            <a:noFill/>
          </p:spPr>
          <p:txBody>
            <a:bodyPr wrap="square" rtlCol="0">
              <a:spAutoFit/>
            </a:bodyPr>
            <a:lstStyle/>
            <a:p>
              <a:r>
                <a:rPr lang="en-US" b="1" dirty="0">
                  <a:latin typeface="+mj-lt"/>
                </a:rPr>
                <a:t>B</a:t>
              </a:r>
            </a:p>
          </p:txBody>
        </p:sp>
      </p:grpSp>
      <p:pic>
        <p:nvPicPr>
          <p:cNvPr id="5128" name="Picture 8">
            <a:extLs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descr="Two fishbowls labeled A.  The bowl on the left has 7 blue balls and 3 yellow balls.  The bowl on the right has 7 blue balls and 3 yellow balls.  ">
            <a:extLst>
              <a:ext uri="{FF2B5EF4-FFF2-40B4-BE49-F238E27FC236}">
                <a16:creationId xmlns:a16="http://schemas.microsoft.com/office/drawing/2014/main" id="{2B6D0E9E-FDA7-9971-75DD-9DB9940C1899}"/>
              </a:ext>
            </a:extLst>
          </p:cNvPr>
          <p:cNvGrpSpPr/>
          <p:nvPr/>
        </p:nvGrpSpPr>
        <p:grpSpPr>
          <a:xfrm>
            <a:off x="852929" y="4114800"/>
            <a:ext cx="2743200" cy="1111260"/>
            <a:chOff x="852929" y="5594340"/>
            <a:chExt cx="2743200" cy="1111260"/>
          </a:xfrm>
        </p:grpSpPr>
        <p:pic>
          <p:nvPicPr>
            <p:cNvPr id="7" name="Picture 4" descr="Fish bowl | Pets preschool, Pets preschool theme, Preschool">
              <a:extLst>
                <a:ext uri="{FF2B5EF4-FFF2-40B4-BE49-F238E27FC236}">
                  <a16:creationId xmlns:a16="http://schemas.microsoft.com/office/drawing/2014/main" id="{2190ABD2-D910-8E44-E7FA-13FDA72ED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929"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18" name="Oval 17">
              <a:extLst>
                <a:ext uri="{FF2B5EF4-FFF2-40B4-BE49-F238E27FC236}">
                  <a16:creationId xmlns:a16="http://schemas.microsoft.com/office/drawing/2014/main" id="{CF5D9652-920B-DB59-AF9A-65BDD12A1E54}"/>
                </a:ext>
              </a:extLst>
            </p:cNvPr>
            <p:cNvSpPr/>
            <p:nvPr/>
          </p:nvSpPr>
          <p:spPr>
            <a:xfrm>
              <a:off x="984372"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F5591D0-EFE1-DE29-D621-1307C633266B}"/>
                </a:ext>
              </a:extLst>
            </p:cNvPr>
            <p:cNvSpPr/>
            <p:nvPr/>
          </p:nvSpPr>
          <p:spPr>
            <a:xfrm>
              <a:off x="1382574"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FA86195-8F22-8485-BA90-0AD6816FF8CF}"/>
                </a:ext>
              </a:extLst>
            </p:cNvPr>
            <p:cNvSpPr/>
            <p:nvPr/>
          </p:nvSpPr>
          <p:spPr>
            <a:xfrm>
              <a:off x="1338683"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36BF2EF-C6D4-C448-569D-8F66DEA0736D}"/>
                </a:ext>
              </a:extLst>
            </p:cNvPr>
            <p:cNvSpPr/>
            <p:nvPr/>
          </p:nvSpPr>
          <p:spPr>
            <a:xfrm>
              <a:off x="1632253"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D3CB596-03D6-E5AA-157F-30DC190298D9}"/>
                </a:ext>
              </a:extLst>
            </p:cNvPr>
            <p:cNvSpPr/>
            <p:nvPr/>
          </p:nvSpPr>
          <p:spPr>
            <a:xfrm>
              <a:off x="1066668"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88BA2A0-4E78-E829-7AAE-DCF37FADE2C8}"/>
                </a:ext>
              </a:extLst>
            </p:cNvPr>
            <p:cNvSpPr/>
            <p:nvPr/>
          </p:nvSpPr>
          <p:spPr>
            <a:xfrm>
              <a:off x="1319273"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023CD38-CA25-98FE-5144-922A9641F616}"/>
                </a:ext>
              </a:extLst>
            </p:cNvPr>
            <p:cNvSpPr/>
            <p:nvPr/>
          </p:nvSpPr>
          <p:spPr>
            <a:xfrm>
              <a:off x="1632253"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4408773-8629-A8DB-EA18-FA5FFE1D9398}"/>
                </a:ext>
              </a:extLst>
            </p:cNvPr>
            <p:cNvSpPr/>
            <p:nvPr/>
          </p:nvSpPr>
          <p:spPr>
            <a:xfrm>
              <a:off x="1873424"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223DCED-D414-4151-CE6C-77D4E67A3721}"/>
                </a:ext>
              </a:extLst>
            </p:cNvPr>
            <p:cNvSpPr txBox="1"/>
            <p:nvPr/>
          </p:nvSpPr>
          <p:spPr>
            <a:xfrm>
              <a:off x="2077517" y="5642593"/>
              <a:ext cx="208483" cy="369332"/>
            </a:xfrm>
            <a:prstGeom prst="rect">
              <a:avLst/>
            </a:prstGeom>
            <a:noFill/>
          </p:spPr>
          <p:txBody>
            <a:bodyPr wrap="square" rtlCol="0">
              <a:spAutoFit/>
            </a:bodyPr>
            <a:lstStyle/>
            <a:p>
              <a:r>
                <a:rPr lang="en-US" b="1" dirty="0">
                  <a:latin typeface="+mj-lt"/>
                </a:rPr>
                <a:t>A</a:t>
              </a:r>
            </a:p>
          </p:txBody>
        </p:sp>
        <p:pic>
          <p:nvPicPr>
            <p:cNvPr id="28" name="Picture 4" descr="Fish bowl | Pets preschool, Pets preschool theme, Preschool">
              <a:extLst>
                <a:ext uri="{FF2B5EF4-FFF2-40B4-BE49-F238E27FC236}">
                  <a16:creationId xmlns:a16="http://schemas.microsoft.com/office/drawing/2014/main" id="{33DCCB40-A6A2-30AD-7026-FF6B8B640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257" y="5616184"/>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29" name="Oval 28">
              <a:extLst>
                <a:ext uri="{FF2B5EF4-FFF2-40B4-BE49-F238E27FC236}">
                  <a16:creationId xmlns:a16="http://schemas.microsoft.com/office/drawing/2014/main" id="{C0121CD8-E4B2-9545-1C6B-33A6A12483AF}"/>
                </a:ext>
              </a:extLst>
            </p:cNvPr>
            <p:cNvSpPr/>
            <p:nvPr/>
          </p:nvSpPr>
          <p:spPr>
            <a:xfrm>
              <a:off x="106680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16D18C10-21E4-5F48-0524-8AA995C99B20}"/>
                </a:ext>
              </a:extLst>
            </p:cNvPr>
            <p:cNvSpPr/>
            <p:nvPr/>
          </p:nvSpPr>
          <p:spPr>
            <a:xfrm>
              <a:off x="2465700"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80CAC246-00E6-09EC-7C93-4B857AB01514}"/>
                </a:ext>
              </a:extLst>
            </p:cNvPr>
            <p:cNvSpPr/>
            <p:nvPr/>
          </p:nvSpPr>
          <p:spPr>
            <a:xfrm>
              <a:off x="2863902"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30EE2AF-86EF-A9E8-625C-F92F361688E6}"/>
                </a:ext>
              </a:extLst>
            </p:cNvPr>
            <p:cNvSpPr/>
            <p:nvPr/>
          </p:nvSpPr>
          <p:spPr>
            <a:xfrm>
              <a:off x="2820011"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82264937-3D94-B80D-40D1-4619796FDCC1}"/>
                </a:ext>
              </a:extLst>
            </p:cNvPr>
            <p:cNvSpPr/>
            <p:nvPr/>
          </p:nvSpPr>
          <p:spPr>
            <a:xfrm>
              <a:off x="3113581"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C3343258-0B9B-D954-290F-EDBD020A1FBE}"/>
                </a:ext>
              </a:extLst>
            </p:cNvPr>
            <p:cNvSpPr/>
            <p:nvPr/>
          </p:nvSpPr>
          <p:spPr>
            <a:xfrm>
              <a:off x="2547996"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2B9B15B-39C7-53C4-FFDD-ADDBFBF80437}"/>
                </a:ext>
              </a:extLst>
            </p:cNvPr>
            <p:cNvSpPr/>
            <p:nvPr/>
          </p:nvSpPr>
          <p:spPr>
            <a:xfrm>
              <a:off x="2800601"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0E61298F-64DD-47BD-F949-CC0556F582F8}"/>
                </a:ext>
              </a:extLst>
            </p:cNvPr>
            <p:cNvSpPr/>
            <p:nvPr/>
          </p:nvSpPr>
          <p:spPr>
            <a:xfrm>
              <a:off x="3113581"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AEEEAA4-F218-B481-5100-158C3368D653}"/>
                </a:ext>
              </a:extLst>
            </p:cNvPr>
            <p:cNvSpPr/>
            <p:nvPr/>
          </p:nvSpPr>
          <p:spPr>
            <a:xfrm>
              <a:off x="3354752"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5DA0195-1A4E-08DC-47EF-8981D13B4076}"/>
                </a:ext>
              </a:extLst>
            </p:cNvPr>
            <p:cNvSpPr/>
            <p:nvPr/>
          </p:nvSpPr>
          <p:spPr>
            <a:xfrm>
              <a:off x="17404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299D70C-302F-76A3-BA21-A65EC78BD77F}"/>
                </a:ext>
              </a:extLst>
            </p:cNvPr>
            <p:cNvSpPr/>
            <p:nvPr/>
          </p:nvSpPr>
          <p:spPr>
            <a:xfrm>
              <a:off x="3264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BCB95C8-5715-4B1B-4479-2CB7FF2D7FC2}"/>
                </a:ext>
              </a:extLst>
            </p:cNvPr>
            <p:cNvSpPr/>
            <p:nvPr/>
          </p:nvSpPr>
          <p:spPr>
            <a:xfrm>
              <a:off x="2578608"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49318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C6326-060B-3E55-255F-FDB16A3E1089}"/>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24FA6F2E-15A3-3484-106C-CFA025BA41EC}"/>
              </a:ext>
            </a:extLst>
          </p:cNvPr>
          <p:cNvSpPr>
            <a:spLocks noGrp="1"/>
          </p:cNvSpPr>
          <p:nvPr>
            <p:ph type="title"/>
          </p:nvPr>
        </p:nvSpPr>
        <p:spPr/>
        <p:txBody>
          <a:bodyPr/>
          <a:lstStyle/>
          <a:p>
            <a:pPr eaLnBrk="1" hangingPunct="1"/>
            <a:r>
              <a:rPr lang="en-US" altLang="en-US" dirty="0"/>
              <a:t>Measuring Desirable Splits</a:t>
            </a:r>
          </a:p>
        </p:txBody>
      </p:sp>
      <p:sp>
        <p:nvSpPr>
          <p:cNvPr id="25603" name="Content Placeholder 2">
            <a:extLst>
              <a:ext uri="{FF2B5EF4-FFF2-40B4-BE49-F238E27FC236}">
                <a16:creationId xmlns:a16="http://schemas.microsoft.com/office/drawing/2014/main" id="{C891A4AA-1394-D67E-B74D-08E7BF8A2D5D}"/>
              </a:ext>
            </a:extLst>
          </p:cNvPr>
          <p:cNvSpPr>
            <a:spLocks noGrp="1"/>
          </p:cNvSpPr>
          <p:nvPr>
            <p:ph sz="quarter" idx="1"/>
          </p:nvPr>
        </p:nvSpPr>
        <p:spPr>
          <a:xfrm>
            <a:off x="914400" y="1676400"/>
            <a:ext cx="7848600" cy="4572000"/>
          </a:xfrm>
        </p:spPr>
        <p:txBody>
          <a:bodyPr/>
          <a:lstStyle/>
          <a:p>
            <a:pPr eaLnBrk="1" hangingPunct="1">
              <a:spcBef>
                <a:spcPts val="600"/>
              </a:spcBef>
              <a:spcAft>
                <a:spcPts val="1200"/>
              </a:spcAft>
            </a:pPr>
            <a:r>
              <a:rPr lang="en-US" altLang="en-US" b="1" dirty="0"/>
              <a:t>Gini Impurity </a:t>
            </a:r>
            <a:r>
              <a:rPr lang="en-US" altLang="en-US" dirty="0"/>
              <a:t>– measure of how impure the leaves are on each side of a split</a:t>
            </a:r>
          </a:p>
          <a:p>
            <a:pPr eaLnBrk="1" hangingPunct="1">
              <a:spcBef>
                <a:spcPts val="600"/>
              </a:spcBef>
              <a:spcAft>
                <a:spcPts val="1200"/>
              </a:spcAft>
            </a:pPr>
            <a:r>
              <a:rPr lang="en-US" altLang="en-US" dirty="0"/>
              <a:t>Gini Impurity of a Leaf = 1 - (Count Yes/Count Leaf)^2 - (Count No/Count Leaf)^2</a:t>
            </a:r>
          </a:p>
          <a:p>
            <a:pPr eaLnBrk="1" hangingPunct="1">
              <a:spcBef>
                <a:spcPts val="600"/>
              </a:spcBef>
              <a:spcAft>
                <a:spcPts val="1200"/>
              </a:spcAft>
            </a:pPr>
            <a:r>
              <a:rPr lang="en-US" altLang="en-US" dirty="0"/>
              <a:t>Then take weighted average of both leaves</a:t>
            </a:r>
          </a:p>
          <a:p>
            <a:pPr eaLnBrk="1" hangingPunct="1">
              <a:spcBef>
                <a:spcPts val="600"/>
              </a:spcBef>
              <a:spcAft>
                <a:spcPts val="1200"/>
              </a:spcAft>
            </a:pPr>
            <a:r>
              <a:rPr lang="en-US" altLang="en-US" b="1" dirty="0"/>
              <a:t>Weighted Avg Gini Impurity </a:t>
            </a:r>
            <a:r>
              <a:rPr lang="en-US" altLang="en-US" dirty="0"/>
              <a:t>= (Left Count/ Total Count) x Gini Left + (Right Count/Total Count) x Gini Right</a:t>
            </a:r>
          </a:p>
          <a:p>
            <a:pPr eaLnBrk="1" hangingPunct="1">
              <a:spcBef>
                <a:spcPts val="600"/>
              </a:spcBef>
              <a:spcAft>
                <a:spcPts val="1200"/>
              </a:spcAft>
            </a:pPr>
            <a:endParaRPr lang="en-US" altLang="en-US" dirty="0"/>
          </a:p>
        </p:txBody>
      </p:sp>
      <p:sp>
        <p:nvSpPr>
          <p:cNvPr id="4" name="Slide Number Placeholder 5">
            <a:extLst>
              <a:ext uri="{FF2B5EF4-FFF2-40B4-BE49-F238E27FC236}">
                <a16:creationId xmlns:a16="http://schemas.microsoft.com/office/drawing/2014/main" id="{26C47A61-5DF0-3314-ACB6-0478CB09B438}"/>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15</a:t>
            </a:fld>
            <a:endParaRPr lang="en-US" altLang="en-US" sz="1400" dirty="0"/>
          </a:p>
        </p:txBody>
      </p:sp>
      <p:pic>
        <p:nvPicPr>
          <p:cNvPr id="5128" name="Picture 8">
            <a:extLst>
              <a:ext uri="{FF2B5EF4-FFF2-40B4-BE49-F238E27FC236}">
                <a16:creationId xmlns:a16="http://schemas.microsoft.com/office/drawing/2014/main" id="{D4BED860-FC4A-6AAE-E038-348F640C5508}"/>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descr="Two fishbowls labeled B.  The bowl on the left has 9 blue balls and 1 yellow ball.  The bowl on the right has 5 blue balls and 5 yellow balls.  ">
            <a:extLst>
              <a:ext uri="{FF2B5EF4-FFF2-40B4-BE49-F238E27FC236}">
                <a16:creationId xmlns:a16="http://schemas.microsoft.com/office/drawing/2014/main" id="{DF572BD7-276D-B482-99DD-53A8ABD69F9E}"/>
              </a:ext>
            </a:extLst>
          </p:cNvPr>
          <p:cNvGrpSpPr/>
          <p:nvPr/>
        </p:nvGrpSpPr>
        <p:grpSpPr>
          <a:xfrm>
            <a:off x="5791200" y="5594340"/>
            <a:ext cx="2743200" cy="1089416"/>
            <a:chOff x="5791200" y="5594340"/>
            <a:chExt cx="2743200" cy="1089416"/>
          </a:xfrm>
        </p:grpSpPr>
        <p:pic>
          <p:nvPicPr>
            <p:cNvPr id="51" name="Picture 4" descr="Fish bowl | Pets preschool, Pets preschool theme, Preschool">
              <a:extLst>
                <a:ext uri="{FF2B5EF4-FFF2-40B4-BE49-F238E27FC236}">
                  <a16:creationId xmlns:a16="http://schemas.microsoft.com/office/drawing/2014/main" id="{38AEC85B-B171-5510-2055-4434E4623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52" name="Oval 51">
              <a:extLst>
                <a:ext uri="{FF2B5EF4-FFF2-40B4-BE49-F238E27FC236}">
                  <a16:creationId xmlns:a16="http://schemas.microsoft.com/office/drawing/2014/main" id="{13978BD8-9EF5-DBD0-363E-A65CA33FA317}"/>
                </a:ext>
              </a:extLst>
            </p:cNvPr>
            <p:cNvSpPr/>
            <p:nvPr/>
          </p:nvSpPr>
          <p:spPr>
            <a:xfrm>
              <a:off x="6017922"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C0177FA-4EB5-53A9-CE2A-E5C1F91234EF}"/>
                </a:ext>
              </a:extLst>
            </p:cNvPr>
            <p:cNvSpPr/>
            <p:nvPr/>
          </p:nvSpPr>
          <p:spPr>
            <a:xfrm>
              <a:off x="5922643"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9BE8583-C90B-0371-80C7-88BB4D7B688F}"/>
                </a:ext>
              </a:extLst>
            </p:cNvPr>
            <p:cNvSpPr/>
            <p:nvPr/>
          </p:nvSpPr>
          <p:spPr>
            <a:xfrm>
              <a:off x="6320845"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8312283-D9CF-F8F1-3BE4-2061B00B8D77}"/>
                </a:ext>
              </a:extLst>
            </p:cNvPr>
            <p:cNvSpPr/>
            <p:nvPr/>
          </p:nvSpPr>
          <p:spPr>
            <a:xfrm>
              <a:off x="6276954"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6E2634B-5656-6F7F-551C-45A4B46F47E7}"/>
                </a:ext>
              </a:extLst>
            </p:cNvPr>
            <p:cNvSpPr/>
            <p:nvPr/>
          </p:nvSpPr>
          <p:spPr>
            <a:xfrm>
              <a:off x="6570524"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B1BFF42-62F7-EAB9-5D45-42AADB798987}"/>
                </a:ext>
              </a:extLst>
            </p:cNvPr>
            <p:cNvSpPr/>
            <p:nvPr/>
          </p:nvSpPr>
          <p:spPr>
            <a:xfrm>
              <a:off x="6004939"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9C7402E-AB61-F69A-6337-E8F10F6B2F73}"/>
                </a:ext>
              </a:extLst>
            </p:cNvPr>
            <p:cNvSpPr/>
            <p:nvPr/>
          </p:nvSpPr>
          <p:spPr>
            <a:xfrm>
              <a:off x="6257544"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5DB1CEC-0985-DD76-E510-596B6D763848}"/>
                </a:ext>
              </a:extLst>
            </p:cNvPr>
            <p:cNvSpPr/>
            <p:nvPr/>
          </p:nvSpPr>
          <p:spPr>
            <a:xfrm>
              <a:off x="6570524"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C91B6F71-F0BB-6793-B849-29E94B280858}"/>
                </a:ext>
              </a:extLst>
            </p:cNvPr>
            <p:cNvSpPr/>
            <p:nvPr/>
          </p:nvSpPr>
          <p:spPr>
            <a:xfrm>
              <a:off x="6811695"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D860A9AE-64AD-E751-9D9B-F866A914F042}"/>
                </a:ext>
              </a:extLst>
            </p:cNvPr>
            <p:cNvSpPr/>
            <p:nvPr/>
          </p:nvSpPr>
          <p:spPr>
            <a:xfrm>
              <a:off x="6693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4" descr="Fish bowl | Pets preschool, Pets preschool theme, Preschool">
              <a:extLst>
                <a:ext uri="{FF2B5EF4-FFF2-40B4-BE49-F238E27FC236}">
                  <a16:creationId xmlns:a16="http://schemas.microsoft.com/office/drawing/2014/main" id="{B35677BF-D0F9-0664-095F-2B6B38DCA6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2528"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63" name="Oval 62">
              <a:extLst>
                <a:ext uri="{FF2B5EF4-FFF2-40B4-BE49-F238E27FC236}">
                  <a16:creationId xmlns:a16="http://schemas.microsoft.com/office/drawing/2014/main" id="{2F925DEC-8548-C26A-A15E-316B82F35A8B}"/>
                </a:ext>
              </a:extLst>
            </p:cNvPr>
            <p:cNvSpPr/>
            <p:nvPr/>
          </p:nvSpPr>
          <p:spPr>
            <a:xfrm>
              <a:off x="749925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0" name="Oval 25599">
              <a:extLst>
                <a:ext uri="{FF2B5EF4-FFF2-40B4-BE49-F238E27FC236}">
                  <a16:creationId xmlns:a16="http://schemas.microsoft.com/office/drawing/2014/main" id="{73A5102D-C70C-126B-896C-BCD647FBA8BC}"/>
                </a:ext>
              </a:extLst>
            </p:cNvPr>
            <p:cNvSpPr/>
            <p:nvPr/>
          </p:nvSpPr>
          <p:spPr>
            <a:xfrm>
              <a:off x="7403971"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Oval 25600">
              <a:extLst>
                <a:ext uri="{FF2B5EF4-FFF2-40B4-BE49-F238E27FC236}">
                  <a16:creationId xmlns:a16="http://schemas.microsoft.com/office/drawing/2014/main" id="{5512BCAB-B5FB-BA0C-80B8-ACE3230336A9}"/>
                </a:ext>
              </a:extLst>
            </p:cNvPr>
            <p:cNvSpPr/>
            <p:nvPr/>
          </p:nvSpPr>
          <p:spPr>
            <a:xfrm>
              <a:off x="7802173"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4" name="Oval 25603">
              <a:extLst>
                <a:ext uri="{FF2B5EF4-FFF2-40B4-BE49-F238E27FC236}">
                  <a16:creationId xmlns:a16="http://schemas.microsoft.com/office/drawing/2014/main" id="{59812872-BEFD-71E1-B50E-E01C35D9DED3}"/>
                </a:ext>
              </a:extLst>
            </p:cNvPr>
            <p:cNvSpPr/>
            <p:nvPr/>
          </p:nvSpPr>
          <p:spPr>
            <a:xfrm>
              <a:off x="7758282"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5" name="Oval 25604">
              <a:extLst>
                <a:ext uri="{FF2B5EF4-FFF2-40B4-BE49-F238E27FC236}">
                  <a16:creationId xmlns:a16="http://schemas.microsoft.com/office/drawing/2014/main" id="{27798279-E815-EB46-11BD-56277C6C7DA8}"/>
                </a:ext>
              </a:extLst>
            </p:cNvPr>
            <p:cNvSpPr/>
            <p:nvPr/>
          </p:nvSpPr>
          <p:spPr>
            <a:xfrm>
              <a:off x="8051852"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6" name="Oval 25605">
              <a:extLst>
                <a:ext uri="{FF2B5EF4-FFF2-40B4-BE49-F238E27FC236}">
                  <a16:creationId xmlns:a16="http://schemas.microsoft.com/office/drawing/2014/main" id="{714D87C3-7D9B-EA94-FF31-7AA36CDFE80C}"/>
                </a:ext>
              </a:extLst>
            </p:cNvPr>
            <p:cNvSpPr/>
            <p:nvPr/>
          </p:nvSpPr>
          <p:spPr>
            <a:xfrm>
              <a:off x="7486267"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7" name="Oval 25606">
              <a:extLst>
                <a:ext uri="{FF2B5EF4-FFF2-40B4-BE49-F238E27FC236}">
                  <a16:creationId xmlns:a16="http://schemas.microsoft.com/office/drawing/2014/main" id="{8DE69DE8-5958-5448-E2F1-7CD77F5BDA4B}"/>
                </a:ext>
              </a:extLst>
            </p:cNvPr>
            <p:cNvSpPr/>
            <p:nvPr/>
          </p:nvSpPr>
          <p:spPr>
            <a:xfrm>
              <a:off x="7738872"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8" name="Oval 25607">
              <a:extLst>
                <a:ext uri="{FF2B5EF4-FFF2-40B4-BE49-F238E27FC236}">
                  <a16:creationId xmlns:a16="http://schemas.microsoft.com/office/drawing/2014/main" id="{37219A3E-8826-B3F1-1B68-86470C3926F9}"/>
                </a:ext>
              </a:extLst>
            </p:cNvPr>
            <p:cNvSpPr/>
            <p:nvPr/>
          </p:nvSpPr>
          <p:spPr>
            <a:xfrm>
              <a:off x="8051852"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9" name="Oval 25608">
              <a:extLst>
                <a:ext uri="{FF2B5EF4-FFF2-40B4-BE49-F238E27FC236}">
                  <a16:creationId xmlns:a16="http://schemas.microsoft.com/office/drawing/2014/main" id="{77E98025-DBF3-33DA-B12B-3C08C5D462B2}"/>
                </a:ext>
              </a:extLst>
            </p:cNvPr>
            <p:cNvSpPr/>
            <p:nvPr/>
          </p:nvSpPr>
          <p:spPr>
            <a:xfrm>
              <a:off x="8293023"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0" name="Oval 25609">
              <a:extLst>
                <a:ext uri="{FF2B5EF4-FFF2-40B4-BE49-F238E27FC236}">
                  <a16:creationId xmlns:a16="http://schemas.microsoft.com/office/drawing/2014/main" id="{EE41EA45-12B1-A995-FBC8-0A1C93C9B1B7}"/>
                </a:ext>
              </a:extLst>
            </p:cNvPr>
            <p:cNvSpPr/>
            <p:nvPr/>
          </p:nvSpPr>
          <p:spPr>
            <a:xfrm>
              <a:off x="81412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1" name="TextBox 25610">
              <a:extLst>
                <a:ext uri="{FF2B5EF4-FFF2-40B4-BE49-F238E27FC236}">
                  <a16:creationId xmlns:a16="http://schemas.microsoft.com/office/drawing/2014/main" id="{BF3FAE81-A37A-9779-9E6E-5FC964007EE9}"/>
                </a:ext>
              </a:extLst>
            </p:cNvPr>
            <p:cNvSpPr txBox="1"/>
            <p:nvPr/>
          </p:nvSpPr>
          <p:spPr>
            <a:xfrm>
              <a:off x="7010400" y="5642593"/>
              <a:ext cx="208483" cy="369332"/>
            </a:xfrm>
            <a:prstGeom prst="rect">
              <a:avLst/>
            </a:prstGeom>
            <a:noFill/>
          </p:spPr>
          <p:txBody>
            <a:bodyPr wrap="square" rtlCol="0">
              <a:spAutoFit/>
            </a:bodyPr>
            <a:lstStyle/>
            <a:p>
              <a:r>
                <a:rPr lang="en-US" b="1" dirty="0">
                  <a:latin typeface="+mj-lt"/>
                </a:rPr>
                <a:t>B</a:t>
              </a:r>
            </a:p>
          </p:txBody>
        </p:sp>
      </p:grpSp>
      <p:grpSp>
        <p:nvGrpSpPr>
          <p:cNvPr id="25612" name="Group 25611" descr="Two fishbowls labeled A.  The bowl on the left has 7 blue balls and 3 yellow balls.  The bowl on the right has 7 blue balls and 3 yellow balls.  ">
            <a:extLst>
              <a:ext uri="{FF2B5EF4-FFF2-40B4-BE49-F238E27FC236}">
                <a16:creationId xmlns:a16="http://schemas.microsoft.com/office/drawing/2014/main" id="{309FDD53-F126-5DDC-3561-C8560B568860}"/>
              </a:ext>
            </a:extLst>
          </p:cNvPr>
          <p:cNvGrpSpPr/>
          <p:nvPr/>
        </p:nvGrpSpPr>
        <p:grpSpPr>
          <a:xfrm>
            <a:off x="852929" y="5594340"/>
            <a:ext cx="2743200" cy="1089416"/>
            <a:chOff x="852929" y="5594340"/>
            <a:chExt cx="2743200" cy="1089416"/>
          </a:xfrm>
        </p:grpSpPr>
        <p:pic>
          <p:nvPicPr>
            <p:cNvPr id="25613" name="Picture 4" descr="Fish bowl | Pets preschool, Pets preschool theme, Preschool">
              <a:extLst>
                <a:ext uri="{FF2B5EF4-FFF2-40B4-BE49-F238E27FC236}">
                  <a16:creationId xmlns:a16="http://schemas.microsoft.com/office/drawing/2014/main" id="{819B293C-93EB-09FF-E1DB-B92413DC64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929"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25614" name="Oval 25613">
              <a:extLst>
                <a:ext uri="{FF2B5EF4-FFF2-40B4-BE49-F238E27FC236}">
                  <a16:creationId xmlns:a16="http://schemas.microsoft.com/office/drawing/2014/main" id="{1F96A893-68E0-966B-AEC0-ACA2A03109C9}"/>
                </a:ext>
              </a:extLst>
            </p:cNvPr>
            <p:cNvSpPr/>
            <p:nvPr/>
          </p:nvSpPr>
          <p:spPr>
            <a:xfrm>
              <a:off x="984372"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5" name="Oval 25614">
              <a:extLst>
                <a:ext uri="{FF2B5EF4-FFF2-40B4-BE49-F238E27FC236}">
                  <a16:creationId xmlns:a16="http://schemas.microsoft.com/office/drawing/2014/main" id="{1820BD0B-4C07-8918-8B5C-0475E91B8F5E}"/>
                </a:ext>
              </a:extLst>
            </p:cNvPr>
            <p:cNvSpPr/>
            <p:nvPr/>
          </p:nvSpPr>
          <p:spPr>
            <a:xfrm>
              <a:off x="1382574"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6" name="Oval 25615">
              <a:extLst>
                <a:ext uri="{FF2B5EF4-FFF2-40B4-BE49-F238E27FC236}">
                  <a16:creationId xmlns:a16="http://schemas.microsoft.com/office/drawing/2014/main" id="{EE9D0B53-1513-4F12-8463-7A8B83328FDD}"/>
                </a:ext>
              </a:extLst>
            </p:cNvPr>
            <p:cNvSpPr/>
            <p:nvPr/>
          </p:nvSpPr>
          <p:spPr>
            <a:xfrm>
              <a:off x="1338683"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7" name="Oval 25616">
              <a:extLst>
                <a:ext uri="{FF2B5EF4-FFF2-40B4-BE49-F238E27FC236}">
                  <a16:creationId xmlns:a16="http://schemas.microsoft.com/office/drawing/2014/main" id="{EDCB8393-3D9E-D318-6A29-DA20155F5F28}"/>
                </a:ext>
              </a:extLst>
            </p:cNvPr>
            <p:cNvSpPr/>
            <p:nvPr/>
          </p:nvSpPr>
          <p:spPr>
            <a:xfrm>
              <a:off x="1632253"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8" name="Oval 25617">
              <a:extLst>
                <a:ext uri="{FF2B5EF4-FFF2-40B4-BE49-F238E27FC236}">
                  <a16:creationId xmlns:a16="http://schemas.microsoft.com/office/drawing/2014/main" id="{4448B07B-EECA-8D23-56B9-4004027F00B4}"/>
                </a:ext>
              </a:extLst>
            </p:cNvPr>
            <p:cNvSpPr/>
            <p:nvPr/>
          </p:nvSpPr>
          <p:spPr>
            <a:xfrm>
              <a:off x="1066668"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9" name="Oval 25618">
              <a:extLst>
                <a:ext uri="{FF2B5EF4-FFF2-40B4-BE49-F238E27FC236}">
                  <a16:creationId xmlns:a16="http://schemas.microsoft.com/office/drawing/2014/main" id="{2D5AF4CF-7790-49DC-80AD-46BC5C3AFC2D}"/>
                </a:ext>
              </a:extLst>
            </p:cNvPr>
            <p:cNvSpPr/>
            <p:nvPr/>
          </p:nvSpPr>
          <p:spPr>
            <a:xfrm>
              <a:off x="1319273"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0" name="Oval 25619">
              <a:extLst>
                <a:ext uri="{FF2B5EF4-FFF2-40B4-BE49-F238E27FC236}">
                  <a16:creationId xmlns:a16="http://schemas.microsoft.com/office/drawing/2014/main" id="{14C04683-5A86-A98D-1C27-99DEB3CAA9D5}"/>
                </a:ext>
              </a:extLst>
            </p:cNvPr>
            <p:cNvSpPr/>
            <p:nvPr/>
          </p:nvSpPr>
          <p:spPr>
            <a:xfrm>
              <a:off x="1632253"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1" name="Oval 25620">
              <a:extLst>
                <a:ext uri="{FF2B5EF4-FFF2-40B4-BE49-F238E27FC236}">
                  <a16:creationId xmlns:a16="http://schemas.microsoft.com/office/drawing/2014/main" id="{15BE87CB-28F2-E9C3-D212-B67A043B868E}"/>
                </a:ext>
              </a:extLst>
            </p:cNvPr>
            <p:cNvSpPr/>
            <p:nvPr/>
          </p:nvSpPr>
          <p:spPr>
            <a:xfrm>
              <a:off x="1873424"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2" name="TextBox 25621">
              <a:extLst>
                <a:ext uri="{FF2B5EF4-FFF2-40B4-BE49-F238E27FC236}">
                  <a16:creationId xmlns:a16="http://schemas.microsoft.com/office/drawing/2014/main" id="{78AF21DE-B036-0387-5B8E-732E58469730}"/>
                </a:ext>
              </a:extLst>
            </p:cNvPr>
            <p:cNvSpPr txBox="1"/>
            <p:nvPr/>
          </p:nvSpPr>
          <p:spPr>
            <a:xfrm>
              <a:off x="2077517" y="5642593"/>
              <a:ext cx="208483" cy="369332"/>
            </a:xfrm>
            <a:prstGeom prst="rect">
              <a:avLst/>
            </a:prstGeom>
            <a:noFill/>
          </p:spPr>
          <p:txBody>
            <a:bodyPr wrap="square" rtlCol="0">
              <a:spAutoFit/>
            </a:bodyPr>
            <a:lstStyle/>
            <a:p>
              <a:r>
                <a:rPr lang="en-US" b="1" dirty="0">
                  <a:latin typeface="+mj-lt"/>
                </a:rPr>
                <a:t>A</a:t>
              </a:r>
            </a:p>
          </p:txBody>
        </p:sp>
        <p:pic>
          <p:nvPicPr>
            <p:cNvPr id="25623" name="Picture 4" descr="Fish bowl | Pets preschool, Pets preschool theme, Preschool">
              <a:extLst>
                <a:ext uri="{FF2B5EF4-FFF2-40B4-BE49-F238E27FC236}">
                  <a16:creationId xmlns:a16="http://schemas.microsoft.com/office/drawing/2014/main" id="{5F19269C-6586-2618-27D0-4A63442F6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4257"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25624" name="Oval 25623">
              <a:extLst>
                <a:ext uri="{FF2B5EF4-FFF2-40B4-BE49-F238E27FC236}">
                  <a16:creationId xmlns:a16="http://schemas.microsoft.com/office/drawing/2014/main" id="{AEC7E20A-CE63-77F8-8E88-74C021A55523}"/>
                </a:ext>
              </a:extLst>
            </p:cNvPr>
            <p:cNvSpPr/>
            <p:nvPr/>
          </p:nvSpPr>
          <p:spPr>
            <a:xfrm>
              <a:off x="106680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5" name="Oval 25624">
              <a:extLst>
                <a:ext uri="{FF2B5EF4-FFF2-40B4-BE49-F238E27FC236}">
                  <a16:creationId xmlns:a16="http://schemas.microsoft.com/office/drawing/2014/main" id="{3998DB3F-F544-A8E4-2EB1-521684720EF3}"/>
                </a:ext>
              </a:extLst>
            </p:cNvPr>
            <p:cNvSpPr/>
            <p:nvPr/>
          </p:nvSpPr>
          <p:spPr>
            <a:xfrm>
              <a:off x="2465700"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6" name="Oval 25625">
              <a:extLst>
                <a:ext uri="{FF2B5EF4-FFF2-40B4-BE49-F238E27FC236}">
                  <a16:creationId xmlns:a16="http://schemas.microsoft.com/office/drawing/2014/main" id="{6892323A-6BD0-9E65-CC07-826EA1B6A0EA}"/>
                </a:ext>
              </a:extLst>
            </p:cNvPr>
            <p:cNvSpPr/>
            <p:nvPr/>
          </p:nvSpPr>
          <p:spPr>
            <a:xfrm>
              <a:off x="2863902"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7" name="Oval 25626">
              <a:extLst>
                <a:ext uri="{FF2B5EF4-FFF2-40B4-BE49-F238E27FC236}">
                  <a16:creationId xmlns:a16="http://schemas.microsoft.com/office/drawing/2014/main" id="{552DF182-BF1E-C655-ABD2-E5FB6B348ECD}"/>
                </a:ext>
              </a:extLst>
            </p:cNvPr>
            <p:cNvSpPr/>
            <p:nvPr/>
          </p:nvSpPr>
          <p:spPr>
            <a:xfrm>
              <a:off x="2820011"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8" name="Oval 25627">
              <a:extLst>
                <a:ext uri="{FF2B5EF4-FFF2-40B4-BE49-F238E27FC236}">
                  <a16:creationId xmlns:a16="http://schemas.microsoft.com/office/drawing/2014/main" id="{E2C033D1-6EEE-146C-4ABB-DA90EAF8FDBE}"/>
                </a:ext>
              </a:extLst>
            </p:cNvPr>
            <p:cNvSpPr/>
            <p:nvPr/>
          </p:nvSpPr>
          <p:spPr>
            <a:xfrm>
              <a:off x="3113581"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9" name="Oval 25628">
              <a:extLst>
                <a:ext uri="{FF2B5EF4-FFF2-40B4-BE49-F238E27FC236}">
                  <a16:creationId xmlns:a16="http://schemas.microsoft.com/office/drawing/2014/main" id="{DB2B3E12-AF50-452B-8D07-9E333D8012B4}"/>
                </a:ext>
              </a:extLst>
            </p:cNvPr>
            <p:cNvSpPr/>
            <p:nvPr/>
          </p:nvSpPr>
          <p:spPr>
            <a:xfrm>
              <a:off x="2547996"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0" name="Oval 25629">
              <a:extLst>
                <a:ext uri="{FF2B5EF4-FFF2-40B4-BE49-F238E27FC236}">
                  <a16:creationId xmlns:a16="http://schemas.microsoft.com/office/drawing/2014/main" id="{E0790490-1FB2-A076-5D65-27381E461631}"/>
                </a:ext>
              </a:extLst>
            </p:cNvPr>
            <p:cNvSpPr/>
            <p:nvPr/>
          </p:nvSpPr>
          <p:spPr>
            <a:xfrm>
              <a:off x="2800601"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1" name="Oval 25630">
              <a:extLst>
                <a:ext uri="{FF2B5EF4-FFF2-40B4-BE49-F238E27FC236}">
                  <a16:creationId xmlns:a16="http://schemas.microsoft.com/office/drawing/2014/main" id="{5B729357-4A41-9FE8-40A1-1A76897FCA6B}"/>
                </a:ext>
              </a:extLst>
            </p:cNvPr>
            <p:cNvSpPr/>
            <p:nvPr/>
          </p:nvSpPr>
          <p:spPr>
            <a:xfrm>
              <a:off x="3113581"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2" name="Oval 25631">
              <a:extLst>
                <a:ext uri="{FF2B5EF4-FFF2-40B4-BE49-F238E27FC236}">
                  <a16:creationId xmlns:a16="http://schemas.microsoft.com/office/drawing/2014/main" id="{354E0608-FE82-4BEA-233B-F74B716B0953}"/>
                </a:ext>
              </a:extLst>
            </p:cNvPr>
            <p:cNvSpPr/>
            <p:nvPr/>
          </p:nvSpPr>
          <p:spPr>
            <a:xfrm>
              <a:off x="3354752"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3" name="Oval 25632">
              <a:extLst>
                <a:ext uri="{FF2B5EF4-FFF2-40B4-BE49-F238E27FC236}">
                  <a16:creationId xmlns:a16="http://schemas.microsoft.com/office/drawing/2014/main" id="{37BE6D94-3727-4131-3D73-6BF5DA3CA0BF}"/>
                </a:ext>
              </a:extLst>
            </p:cNvPr>
            <p:cNvSpPr/>
            <p:nvPr/>
          </p:nvSpPr>
          <p:spPr>
            <a:xfrm>
              <a:off x="17404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4" name="Oval 25633">
              <a:extLst>
                <a:ext uri="{FF2B5EF4-FFF2-40B4-BE49-F238E27FC236}">
                  <a16:creationId xmlns:a16="http://schemas.microsoft.com/office/drawing/2014/main" id="{C218A111-7409-2AAD-9F20-EA41AF8FEB47}"/>
                </a:ext>
              </a:extLst>
            </p:cNvPr>
            <p:cNvSpPr/>
            <p:nvPr/>
          </p:nvSpPr>
          <p:spPr>
            <a:xfrm>
              <a:off x="3264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5" name="Oval 25634">
              <a:extLst>
                <a:ext uri="{FF2B5EF4-FFF2-40B4-BE49-F238E27FC236}">
                  <a16:creationId xmlns:a16="http://schemas.microsoft.com/office/drawing/2014/main" id="{2CC4BD4B-9F50-D4A0-3359-64CF5C5F3AF0}"/>
                </a:ext>
              </a:extLst>
            </p:cNvPr>
            <p:cNvSpPr/>
            <p:nvPr/>
          </p:nvSpPr>
          <p:spPr>
            <a:xfrm>
              <a:off x="2578608"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64314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E2ED9-5EDA-709D-21CC-791B94F8518A}"/>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1EA517E1-3B8C-BD27-E667-59BAB107B40F}"/>
              </a:ext>
            </a:extLst>
          </p:cNvPr>
          <p:cNvSpPr>
            <a:spLocks noGrp="1"/>
          </p:cNvSpPr>
          <p:nvPr>
            <p:ph type="title"/>
          </p:nvPr>
        </p:nvSpPr>
        <p:spPr/>
        <p:txBody>
          <a:bodyPr/>
          <a:lstStyle/>
          <a:p>
            <a:pPr eaLnBrk="1" hangingPunct="1"/>
            <a:r>
              <a:rPr lang="en-US" altLang="en-US" dirty="0"/>
              <a:t>Measuring Desirable Splits</a:t>
            </a:r>
          </a:p>
        </p:txBody>
      </p:sp>
      <p:sp>
        <p:nvSpPr>
          <p:cNvPr id="25603" name="Content Placeholder 2">
            <a:extLst>
              <a:ext uri="{FF2B5EF4-FFF2-40B4-BE49-F238E27FC236}">
                <a16:creationId xmlns:a16="http://schemas.microsoft.com/office/drawing/2014/main" id="{DDE6E5BA-6D45-F182-A120-11DBB724CE90}"/>
              </a:ext>
            </a:extLst>
          </p:cNvPr>
          <p:cNvSpPr>
            <a:spLocks noGrp="1"/>
          </p:cNvSpPr>
          <p:nvPr>
            <p:ph sz="quarter" idx="1"/>
          </p:nvPr>
        </p:nvSpPr>
        <p:spPr>
          <a:xfrm>
            <a:off x="914400" y="1676400"/>
            <a:ext cx="8083550" cy="4572000"/>
          </a:xfrm>
        </p:spPr>
        <p:txBody>
          <a:bodyPr/>
          <a:lstStyle/>
          <a:p>
            <a:pPr marL="0" indent="0" eaLnBrk="1" hangingPunct="1">
              <a:spcBef>
                <a:spcPts val="600"/>
              </a:spcBef>
              <a:spcAft>
                <a:spcPts val="1200"/>
              </a:spcAft>
              <a:buNone/>
            </a:pPr>
            <a:r>
              <a:rPr lang="en-US" altLang="en-US" dirty="0"/>
              <a:t>Split A Left Gini = 1 – (3/10)^2 – (7/10)^2 = 0.42</a:t>
            </a:r>
          </a:p>
          <a:p>
            <a:pPr marL="0" indent="0" eaLnBrk="1" hangingPunct="1">
              <a:spcBef>
                <a:spcPts val="600"/>
              </a:spcBef>
              <a:spcAft>
                <a:spcPts val="1200"/>
              </a:spcAft>
              <a:buNone/>
            </a:pPr>
            <a:r>
              <a:rPr lang="en-US" altLang="en-US" dirty="0"/>
              <a:t>Split A Right Gini = 1 – (3/10)^2 – (7/10)^ 2 = 0.42</a:t>
            </a:r>
          </a:p>
          <a:p>
            <a:pPr marL="0" indent="0" eaLnBrk="1" hangingPunct="1">
              <a:spcBef>
                <a:spcPts val="600"/>
              </a:spcBef>
              <a:spcAft>
                <a:spcPts val="1200"/>
              </a:spcAft>
              <a:buNone/>
            </a:pPr>
            <a:r>
              <a:rPr lang="en-US" altLang="en-US" dirty="0"/>
              <a:t>Split A Avg Gini = (10/20)x0.42 + (10/20)x0.42 = 0.42</a:t>
            </a:r>
          </a:p>
          <a:p>
            <a:pPr marL="0" indent="0" eaLnBrk="1" hangingPunct="1">
              <a:spcBef>
                <a:spcPts val="600"/>
              </a:spcBef>
              <a:spcAft>
                <a:spcPts val="1200"/>
              </a:spcAft>
              <a:buNone/>
            </a:pPr>
            <a:endParaRPr lang="en-US" altLang="en-US" sz="300" dirty="0"/>
          </a:p>
          <a:p>
            <a:pPr marL="0" indent="0" eaLnBrk="1" hangingPunct="1">
              <a:spcBef>
                <a:spcPts val="600"/>
              </a:spcBef>
              <a:spcAft>
                <a:spcPts val="1200"/>
              </a:spcAft>
              <a:buNone/>
            </a:pPr>
            <a:r>
              <a:rPr lang="en-US" altLang="en-US" dirty="0"/>
              <a:t>Split B Left Gini = 1 – (1/10)^2 – (9/10)^2 = 0.18</a:t>
            </a:r>
          </a:p>
          <a:p>
            <a:pPr marL="0" indent="0" eaLnBrk="1" hangingPunct="1">
              <a:spcBef>
                <a:spcPts val="600"/>
              </a:spcBef>
              <a:spcAft>
                <a:spcPts val="1200"/>
              </a:spcAft>
              <a:buNone/>
            </a:pPr>
            <a:r>
              <a:rPr lang="en-US" altLang="en-US" dirty="0"/>
              <a:t>Split B Right Gini = 1 – (5/10)^2 – (5/10)^ 2 = 0.5</a:t>
            </a:r>
          </a:p>
          <a:p>
            <a:pPr marL="0" indent="0" eaLnBrk="1" hangingPunct="1">
              <a:spcBef>
                <a:spcPts val="600"/>
              </a:spcBef>
              <a:spcAft>
                <a:spcPts val="1200"/>
              </a:spcAft>
              <a:buNone/>
            </a:pPr>
            <a:r>
              <a:rPr lang="en-US" altLang="en-US" dirty="0"/>
              <a:t>Split B Avg Gini = (10/20)x0.18 + (10/20)x0.5 = 0.34</a:t>
            </a:r>
          </a:p>
          <a:p>
            <a:pPr eaLnBrk="1" hangingPunct="1">
              <a:spcBef>
                <a:spcPts val="600"/>
              </a:spcBef>
              <a:spcAft>
                <a:spcPts val="1200"/>
              </a:spcAft>
            </a:pPr>
            <a:endParaRPr lang="en-US" altLang="en-US" dirty="0"/>
          </a:p>
        </p:txBody>
      </p:sp>
      <p:sp>
        <p:nvSpPr>
          <p:cNvPr id="4" name="Slide Number Placeholder 5">
            <a:extLst>
              <a:ext uri="{FF2B5EF4-FFF2-40B4-BE49-F238E27FC236}">
                <a16:creationId xmlns:a16="http://schemas.microsoft.com/office/drawing/2014/main" id="{4DEF6E79-3BCC-8834-B5E0-7992897EEF51}"/>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16</a:t>
            </a:fld>
            <a:endParaRPr lang="en-US" altLang="en-US" sz="1400" dirty="0"/>
          </a:p>
        </p:txBody>
      </p:sp>
      <p:grpSp>
        <p:nvGrpSpPr>
          <p:cNvPr id="5" name="Group 4" descr="Two fishbowls labeled B.  The bowl on the left has 9 blue balls and 1 yellow ball.  The bowl on the right has 5 blue balls and 5 yellow balls.  ">
            <a:extLst>
              <a:ext uri="{FF2B5EF4-FFF2-40B4-BE49-F238E27FC236}">
                <a16:creationId xmlns:a16="http://schemas.microsoft.com/office/drawing/2014/main" id="{E602873B-0BF0-F0A3-FEFD-B3C0CF526253}"/>
              </a:ext>
            </a:extLst>
          </p:cNvPr>
          <p:cNvGrpSpPr/>
          <p:nvPr/>
        </p:nvGrpSpPr>
        <p:grpSpPr>
          <a:xfrm>
            <a:off x="5791200" y="5594340"/>
            <a:ext cx="2743200" cy="1089416"/>
            <a:chOff x="5791200" y="5594340"/>
            <a:chExt cx="2743200" cy="1089416"/>
          </a:xfrm>
        </p:grpSpPr>
        <p:pic>
          <p:nvPicPr>
            <p:cNvPr id="5124" name="Picture 4" descr="Fish bowl | Pets preschool, Pets preschool theme, Preschool">
              <a:extLst>
                <a:ext uri="{FF2B5EF4-FFF2-40B4-BE49-F238E27FC236}">
                  <a16:creationId xmlns:a16="http://schemas.microsoft.com/office/drawing/2014/main" id="{148CDBBA-067A-E6AF-CF39-0AE555F816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C736AE27-9988-D878-9638-622E3A8DB2E9}"/>
                </a:ext>
              </a:extLst>
            </p:cNvPr>
            <p:cNvSpPr/>
            <p:nvPr/>
          </p:nvSpPr>
          <p:spPr>
            <a:xfrm>
              <a:off x="6017922"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27DC398-19ED-7553-D393-335F959E39DE}"/>
                </a:ext>
              </a:extLst>
            </p:cNvPr>
            <p:cNvSpPr/>
            <p:nvPr/>
          </p:nvSpPr>
          <p:spPr>
            <a:xfrm>
              <a:off x="5922643"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40A69E3-0666-57B6-3C88-A8C7A2DC9096}"/>
                </a:ext>
              </a:extLst>
            </p:cNvPr>
            <p:cNvSpPr/>
            <p:nvPr/>
          </p:nvSpPr>
          <p:spPr>
            <a:xfrm>
              <a:off x="6320845"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C7F5110-E4E7-41B5-674E-B16263B21F41}"/>
                </a:ext>
              </a:extLst>
            </p:cNvPr>
            <p:cNvSpPr/>
            <p:nvPr/>
          </p:nvSpPr>
          <p:spPr>
            <a:xfrm>
              <a:off x="6276954"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6667CEF-B068-AF11-71F2-26A86FB143AE}"/>
                </a:ext>
              </a:extLst>
            </p:cNvPr>
            <p:cNvSpPr/>
            <p:nvPr/>
          </p:nvSpPr>
          <p:spPr>
            <a:xfrm>
              <a:off x="6570524"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28AABF0-7242-DD2F-FB63-E242E72442F2}"/>
                </a:ext>
              </a:extLst>
            </p:cNvPr>
            <p:cNvSpPr/>
            <p:nvPr/>
          </p:nvSpPr>
          <p:spPr>
            <a:xfrm>
              <a:off x="6004939"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372D24D-A1D3-49CC-8B50-03CA78FDCAF0}"/>
                </a:ext>
              </a:extLst>
            </p:cNvPr>
            <p:cNvSpPr/>
            <p:nvPr/>
          </p:nvSpPr>
          <p:spPr>
            <a:xfrm>
              <a:off x="6257544"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C0524EB-09EF-5339-136C-B0B6424CDB0A}"/>
                </a:ext>
              </a:extLst>
            </p:cNvPr>
            <p:cNvSpPr/>
            <p:nvPr/>
          </p:nvSpPr>
          <p:spPr>
            <a:xfrm>
              <a:off x="6570524"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A43E144-FA43-ADFB-896E-611D1BA92F58}"/>
                </a:ext>
              </a:extLst>
            </p:cNvPr>
            <p:cNvSpPr/>
            <p:nvPr/>
          </p:nvSpPr>
          <p:spPr>
            <a:xfrm>
              <a:off x="6811695"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E5A96B2-5CA0-6067-4936-EE5DC6BD71CC}"/>
                </a:ext>
              </a:extLst>
            </p:cNvPr>
            <p:cNvSpPr/>
            <p:nvPr/>
          </p:nvSpPr>
          <p:spPr>
            <a:xfrm>
              <a:off x="6693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4" descr="Fish bowl | Pets preschool, Pets preschool theme, Preschool">
              <a:extLst>
                <a:ext uri="{FF2B5EF4-FFF2-40B4-BE49-F238E27FC236}">
                  <a16:creationId xmlns:a16="http://schemas.microsoft.com/office/drawing/2014/main" id="{A45BA950-7DBA-FB77-7EE4-EC0D99608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2528"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31" name="Oval 30">
              <a:extLst>
                <a:ext uri="{FF2B5EF4-FFF2-40B4-BE49-F238E27FC236}">
                  <a16:creationId xmlns:a16="http://schemas.microsoft.com/office/drawing/2014/main" id="{116B1A6A-5FFE-5D86-BBD7-58196CB95DDE}"/>
                </a:ext>
              </a:extLst>
            </p:cNvPr>
            <p:cNvSpPr/>
            <p:nvPr/>
          </p:nvSpPr>
          <p:spPr>
            <a:xfrm>
              <a:off x="749925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0AF451-1031-7905-1932-7DF9DE4E36EC}"/>
                </a:ext>
              </a:extLst>
            </p:cNvPr>
            <p:cNvSpPr/>
            <p:nvPr/>
          </p:nvSpPr>
          <p:spPr>
            <a:xfrm>
              <a:off x="7403971"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D441C48-023B-D321-6471-C138A665EE49}"/>
                </a:ext>
              </a:extLst>
            </p:cNvPr>
            <p:cNvSpPr/>
            <p:nvPr/>
          </p:nvSpPr>
          <p:spPr>
            <a:xfrm>
              <a:off x="7802173"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DB78417-12FA-3390-FB98-B4AD736C7A6F}"/>
                </a:ext>
              </a:extLst>
            </p:cNvPr>
            <p:cNvSpPr/>
            <p:nvPr/>
          </p:nvSpPr>
          <p:spPr>
            <a:xfrm>
              <a:off x="7758282"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4B6878C-C9BB-924D-A979-6BED0B95D858}"/>
                </a:ext>
              </a:extLst>
            </p:cNvPr>
            <p:cNvSpPr/>
            <p:nvPr/>
          </p:nvSpPr>
          <p:spPr>
            <a:xfrm>
              <a:off x="8051852"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737000D-8613-25CF-26FD-E5A5FF952982}"/>
                </a:ext>
              </a:extLst>
            </p:cNvPr>
            <p:cNvSpPr/>
            <p:nvPr/>
          </p:nvSpPr>
          <p:spPr>
            <a:xfrm>
              <a:off x="7486267"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26CB65E-5805-2504-5D27-5408369DAEE8}"/>
                </a:ext>
              </a:extLst>
            </p:cNvPr>
            <p:cNvSpPr/>
            <p:nvPr/>
          </p:nvSpPr>
          <p:spPr>
            <a:xfrm>
              <a:off x="7738872"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43F058B-7478-1FD0-0033-31621DCB421E}"/>
                </a:ext>
              </a:extLst>
            </p:cNvPr>
            <p:cNvSpPr/>
            <p:nvPr/>
          </p:nvSpPr>
          <p:spPr>
            <a:xfrm>
              <a:off x="8051852"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1A20A4C-3933-EE0E-D167-78AC246B8CC1}"/>
                </a:ext>
              </a:extLst>
            </p:cNvPr>
            <p:cNvSpPr/>
            <p:nvPr/>
          </p:nvSpPr>
          <p:spPr>
            <a:xfrm>
              <a:off x="8293023"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9E35670-7AC7-0307-8D3F-7F9766FDA974}"/>
                </a:ext>
              </a:extLst>
            </p:cNvPr>
            <p:cNvSpPr/>
            <p:nvPr/>
          </p:nvSpPr>
          <p:spPr>
            <a:xfrm>
              <a:off x="81412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991DC84-87DD-937B-3F18-715221FD825E}"/>
                </a:ext>
              </a:extLst>
            </p:cNvPr>
            <p:cNvSpPr txBox="1"/>
            <p:nvPr/>
          </p:nvSpPr>
          <p:spPr>
            <a:xfrm>
              <a:off x="7010400" y="5642593"/>
              <a:ext cx="208483" cy="369332"/>
            </a:xfrm>
            <a:prstGeom prst="rect">
              <a:avLst/>
            </a:prstGeom>
            <a:noFill/>
          </p:spPr>
          <p:txBody>
            <a:bodyPr wrap="square" rtlCol="0">
              <a:spAutoFit/>
            </a:bodyPr>
            <a:lstStyle/>
            <a:p>
              <a:r>
                <a:rPr lang="en-US" b="1" dirty="0">
                  <a:latin typeface="+mj-lt"/>
                </a:rPr>
                <a:t>B</a:t>
              </a:r>
            </a:p>
          </p:txBody>
        </p:sp>
      </p:grpSp>
      <p:grpSp>
        <p:nvGrpSpPr>
          <p:cNvPr id="2" name="Group 1" descr="Two fishbowls labeled A.  The bowl on the left has 7 blue balls and 3 yellow balls.  The bowl on the right has 7 blue balls and 3 yellow balls.  ">
            <a:extLst>
              <a:ext uri="{FF2B5EF4-FFF2-40B4-BE49-F238E27FC236}">
                <a16:creationId xmlns:a16="http://schemas.microsoft.com/office/drawing/2014/main" id="{5CDBC3D1-4CB4-C668-374A-40DEF87D0710}"/>
              </a:ext>
            </a:extLst>
          </p:cNvPr>
          <p:cNvGrpSpPr/>
          <p:nvPr/>
        </p:nvGrpSpPr>
        <p:grpSpPr>
          <a:xfrm>
            <a:off x="852929" y="5594340"/>
            <a:ext cx="2743200" cy="1089416"/>
            <a:chOff x="852929" y="5594340"/>
            <a:chExt cx="2743200" cy="1089416"/>
          </a:xfrm>
        </p:grpSpPr>
        <p:pic>
          <p:nvPicPr>
            <p:cNvPr id="7" name="Picture 4" descr="Fish bowl | Pets preschool, Pets preschool theme, Preschool">
              <a:extLst>
                <a:ext uri="{FF2B5EF4-FFF2-40B4-BE49-F238E27FC236}">
                  <a16:creationId xmlns:a16="http://schemas.microsoft.com/office/drawing/2014/main" id="{36737AAE-2023-958B-7687-969FE945A3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929"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18" name="Oval 17">
              <a:extLst>
                <a:ext uri="{FF2B5EF4-FFF2-40B4-BE49-F238E27FC236}">
                  <a16:creationId xmlns:a16="http://schemas.microsoft.com/office/drawing/2014/main" id="{B71EF6CE-E6EC-3843-518D-316D992A2BDA}"/>
                </a:ext>
              </a:extLst>
            </p:cNvPr>
            <p:cNvSpPr/>
            <p:nvPr/>
          </p:nvSpPr>
          <p:spPr>
            <a:xfrm>
              <a:off x="984372"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B848464-2304-171F-3389-D5F8DA95AF7D}"/>
                </a:ext>
              </a:extLst>
            </p:cNvPr>
            <p:cNvSpPr/>
            <p:nvPr/>
          </p:nvSpPr>
          <p:spPr>
            <a:xfrm>
              <a:off x="1382574"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19ECCA6-CE4B-6071-167A-854B75E1BDB8}"/>
                </a:ext>
              </a:extLst>
            </p:cNvPr>
            <p:cNvSpPr/>
            <p:nvPr/>
          </p:nvSpPr>
          <p:spPr>
            <a:xfrm>
              <a:off x="1338683"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9BF1CDC-43B3-44CE-C045-F5DC99798386}"/>
                </a:ext>
              </a:extLst>
            </p:cNvPr>
            <p:cNvSpPr/>
            <p:nvPr/>
          </p:nvSpPr>
          <p:spPr>
            <a:xfrm>
              <a:off x="1632253" y="628899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0F851C7-A561-F2B8-5195-E01851C2841A}"/>
                </a:ext>
              </a:extLst>
            </p:cNvPr>
            <p:cNvSpPr/>
            <p:nvPr/>
          </p:nvSpPr>
          <p:spPr>
            <a:xfrm>
              <a:off x="1066668" y="6252708"/>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2D1C20B-B5E6-60B1-A1EA-C58E85CBF5AF}"/>
                </a:ext>
              </a:extLst>
            </p:cNvPr>
            <p:cNvSpPr/>
            <p:nvPr/>
          </p:nvSpPr>
          <p:spPr>
            <a:xfrm>
              <a:off x="1319273"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B8A7222-B33E-26EC-C1E8-FA9166CD76DE}"/>
                </a:ext>
              </a:extLst>
            </p:cNvPr>
            <p:cNvSpPr/>
            <p:nvPr/>
          </p:nvSpPr>
          <p:spPr>
            <a:xfrm>
              <a:off x="1632253"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957A610-EB50-0ABB-C296-ECE504BE4EB6}"/>
                </a:ext>
              </a:extLst>
            </p:cNvPr>
            <p:cNvSpPr/>
            <p:nvPr/>
          </p:nvSpPr>
          <p:spPr>
            <a:xfrm>
              <a:off x="1873424"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B43CD1D-AF4C-53CA-96ED-728BBE55F176}"/>
                </a:ext>
              </a:extLst>
            </p:cNvPr>
            <p:cNvSpPr txBox="1"/>
            <p:nvPr/>
          </p:nvSpPr>
          <p:spPr>
            <a:xfrm>
              <a:off x="2077517" y="5642593"/>
              <a:ext cx="208483" cy="369332"/>
            </a:xfrm>
            <a:prstGeom prst="rect">
              <a:avLst/>
            </a:prstGeom>
            <a:noFill/>
          </p:spPr>
          <p:txBody>
            <a:bodyPr wrap="square" rtlCol="0">
              <a:spAutoFit/>
            </a:bodyPr>
            <a:lstStyle/>
            <a:p>
              <a:r>
                <a:rPr lang="en-US" b="1" dirty="0">
                  <a:latin typeface="+mj-lt"/>
                </a:rPr>
                <a:t>A</a:t>
              </a:r>
            </a:p>
          </p:txBody>
        </p:sp>
        <p:pic>
          <p:nvPicPr>
            <p:cNvPr id="28" name="Picture 4" descr="Fish bowl | Pets preschool, Pets preschool theme, Preschool">
              <a:extLst>
                <a:ext uri="{FF2B5EF4-FFF2-40B4-BE49-F238E27FC236}">
                  <a16:creationId xmlns:a16="http://schemas.microsoft.com/office/drawing/2014/main" id="{6742F312-8AAC-C9FB-EC6F-C6DA505B2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257" y="5594340"/>
              <a:ext cx="1261872" cy="1089416"/>
            </a:xfrm>
            <a:prstGeom prst="rect">
              <a:avLst/>
            </a:prstGeom>
            <a:noFill/>
            <a:extLst>
              <a:ext uri="{909E8E84-426E-40DD-AFC4-6F175D3DCCD1}">
                <a14:hiddenFill xmlns:a14="http://schemas.microsoft.com/office/drawing/2010/main">
                  <a:solidFill>
                    <a:srgbClr val="FFFFFF"/>
                  </a:solidFill>
                </a14:hiddenFill>
              </a:ext>
            </a:extLst>
          </p:spPr>
        </p:pic>
        <p:sp>
          <p:nvSpPr>
            <p:cNvPr id="29" name="Oval 28">
              <a:extLst>
                <a:ext uri="{FF2B5EF4-FFF2-40B4-BE49-F238E27FC236}">
                  <a16:creationId xmlns:a16="http://schemas.microsoft.com/office/drawing/2014/main" id="{CBEC9481-E8E3-3436-F8C7-EFF2F6215E83}"/>
                </a:ext>
              </a:extLst>
            </p:cNvPr>
            <p:cNvSpPr/>
            <p:nvPr/>
          </p:nvSpPr>
          <p:spPr>
            <a:xfrm>
              <a:off x="1066800" y="5813796"/>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C06D3C8A-851D-22DA-97B5-3F6F7E90F892}"/>
                </a:ext>
              </a:extLst>
            </p:cNvPr>
            <p:cNvSpPr/>
            <p:nvPr/>
          </p:nvSpPr>
          <p:spPr>
            <a:xfrm>
              <a:off x="2465700" y="604461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211A984-9299-DE25-30B5-B994BFA14A67}"/>
                </a:ext>
              </a:extLst>
            </p:cNvPr>
            <p:cNvSpPr/>
            <p:nvPr/>
          </p:nvSpPr>
          <p:spPr>
            <a:xfrm>
              <a:off x="2863902" y="5852139"/>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D40DC71-12E7-ECA0-BB08-23A8029037D9}"/>
                </a:ext>
              </a:extLst>
            </p:cNvPr>
            <p:cNvSpPr/>
            <p:nvPr/>
          </p:nvSpPr>
          <p:spPr>
            <a:xfrm>
              <a:off x="2820011" y="6098621"/>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90DFA8EE-1853-B0E7-E05B-3AD4FBE626DE}"/>
                </a:ext>
              </a:extLst>
            </p:cNvPr>
            <p:cNvSpPr/>
            <p:nvPr/>
          </p:nvSpPr>
          <p:spPr>
            <a:xfrm>
              <a:off x="3113581" y="6288999"/>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4DB81A1-AA99-530E-E0A1-D0060C36D099}"/>
                </a:ext>
              </a:extLst>
            </p:cNvPr>
            <p:cNvSpPr/>
            <p:nvPr/>
          </p:nvSpPr>
          <p:spPr>
            <a:xfrm>
              <a:off x="2547996" y="6252708"/>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1CACCBD-1649-E2CF-A85B-2055AC2C4DFA}"/>
                </a:ext>
              </a:extLst>
            </p:cNvPr>
            <p:cNvSpPr/>
            <p:nvPr/>
          </p:nvSpPr>
          <p:spPr>
            <a:xfrm>
              <a:off x="2800601" y="6345104"/>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ACF0FE7-FC15-E34B-F86E-6F6F7B33AF0D}"/>
                </a:ext>
              </a:extLst>
            </p:cNvPr>
            <p:cNvSpPr/>
            <p:nvPr/>
          </p:nvSpPr>
          <p:spPr>
            <a:xfrm>
              <a:off x="3113581" y="6027763"/>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F40356A-D773-2195-DE8E-490C07F3D272}"/>
                </a:ext>
              </a:extLst>
            </p:cNvPr>
            <p:cNvSpPr/>
            <p:nvPr/>
          </p:nvSpPr>
          <p:spPr>
            <a:xfrm>
              <a:off x="3354752" y="6056752"/>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D472507-C533-8804-054C-C90FEEBD4215}"/>
                </a:ext>
              </a:extLst>
            </p:cNvPr>
            <p:cNvSpPr/>
            <p:nvPr/>
          </p:nvSpPr>
          <p:spPr>
            <a:xfrm>
              <a:off x="1740408" y="5755687"/>
              <a:ext cx="164592" cy="164592"/>
            </a:xfrm>
            <a:prstGeom prst="ellipse">
              <a:avLst/>
            </a:prstGeom>
            <a:solidFill>
              <a:srgbClr val="FFFF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ACB48E1-1149-FFED-2124-6738BE41C523}"/>
                </a:ext>
              </a:extLst>
            </p:cNvPr>
            <p:cNvSpPr/>
            <p:nvPr/>
          </p:nvSpPr>
          <p:spPr>
            <a:xfrm>
              <a:off x="3264408" y="5755687"/>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36D135B-71FF-7EB4-DE9D-CF3CDAE61997}"/>
                </a:ext>
              </a:extLst>
            </p:cNvPr>
            <p:cNvSpPr/>
            <p:nvPr/>
          </p:nvSpPr>
          <p:spPr>
            <a:xfrm>
              <a:off x="2578608" y="5813796"/>
              <a:ext cx="164592" cy="164592"/>
            </a:xfrm>
            <a:prstGeom prst="ellipse">
              <a:avLst/>
            </a:prstGeom>
            <a:solidFill>
              <a:srgbClr val="00FFF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a:extLst>
              <a:ext uri="{FF2B5EF4-FFF2-40B4-BE49-F238E27FC236}">
                <a16:creationId xmlns:a16="http://schemas.microsoft.com/office/drawing/2014/main" id="{F02C08AE-0034-811A-4667-1F33A66440D2}"/>
              </a:ext>
            </a:extLst>
          </p:cNvPr>
          <p:cNvSpPr/>
          <p:nvPr/>
        </p:nvSpPr>
        <p:spPr>
          <a:xfrm>
            <a:off x="7682082" y="5105400"/>
            <a:ext cx="928518" cy="42502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76466087-4077-0F90-9A26-93A2E8DAB2A9}"/>
              </a:ext>
              <a:ext uri="{C183D7F6-B498-43B3-948B-1728B52AA6E4}">
                <adec:decorative xmlns:adec="http://schemas.microsoft.com/office/drawing/2017/decorative" val="1"/>
              </a:ext>
            </a:extLst>
          </p:cNvPr>
          <p:cNvGrpSpPr/>
          <p:nvPr/>
        </p:nvGrpSpPr>
        <p:grpSpPr>
          <a:xfrm>
            <a:off x="6202680" y="184882"/>
            <a:ext cx="2484120" cy="1213561"/>
            <a:chOff x="6202680" y="184882"/>
            <a:chExt cx="2484120" cy="1213561"/>
          </a:xfrm>
        </p:grpSpPr>
        <p:pic>
          <p:nvPicPr>
            <p:cNvPr id="5128" name="Picture 8" descr="Goldfish 21 Coloring page | Free Printable Coloring Pages | Fish ..." title="Fish">
              <a:extLst>
                <a:ext uri="{FF2B5EF4-FFF2-40B4-BE49-F238E27FC236}">
                  <a16:creationId xmlns:a16="http://schemas.microsoft.com/office/drawing/2014/main" id="{07402B55-637F-7908-69CD-90844A91B4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sp>
          <p:nvSpPr>
            <p:cNvPr id="51" name="Thought Bubble: Cloud 50">
              <a:extLst>
                <a:ext uri="{FF2B5EF4-FFF2-40B4-BE49-F238E27FC236}">
                  <a16:creationId xmlns:a16="http://schemas.microsoft.com/office/drawing/2014/main" id="{4D886C3F-8DBC-D571-30B4-72726C60ED6B}"/>
                </a:ext>
              </a:extLst>
            </p:cNvPr>
            <p:cNvSpPr/>
            <p:nvPr/>
          </p:nvSpPr>
          <p:spPr>
            <a:xfrm flipH="1">
              <a:off x="6202680" y="184882"/>
              <a:ext cx="1612771" cy="721653"/>
            </a:xfrm>
            <a:prstGeom prst="cloudCallou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 choose B</a:t>
              </a:r>
            </a:p>
          </p:txBody>
        </p:sp>
      </p:grpSp>
    </p:spTree>
    <p:extLst>
      <p:ext uri="{BB962C8B-B14F-4D97-AF65-F5344CB8AC3E}">
        <p14:creationId xmlns:p14="http://schemas.microsoft.com/office/powerpoint/2010/main" val="4191956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2B278-03CB-CF67-D2D3-BE7DC81A49A6}"/>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5ECBF845-8F98-194C-4CFD-DBB5235F484D}"/>
              </a:ext>
            </a:extLst>
          </p:cNvPr>
          <p:cNvSpPr>
            <a:spLocks noGrp="1"/>
          </p:cNvSpPr>
          <p:nvPr>
            <p:ph type="title"/>
          </p:nvPr>
        </p:nvSpPr>
        <p:spPr/>
        <p:txBody>
          <a:bodyPr/>
          <a:lstStyle/>
          <a:p>
            <a:pPr eaLnBrk="1" hangingPunct="1"/>
            <a:r>
              <a:rPr lang="en-US" altLang="en-US" dirty="0"/>
              <a:t>Measuring Desirable Splits</a:t>
            </a:r>
          </a:p>
        </p:txBody>
      </p:sp>
      <p:sp>
        <p:nvSpPr>
          <p:cNvPr id="25603" name="Content Placeholder 2">
            <a:extLst>
              <a:ext uri="{FF2B5EF4-FFF2-40B4-BE49-F238E27FC236}">
                <a16:creationId xmlns:a16="http://schemas.microsoft.com/office/drawing/2014/main" id="{5535ADE6-35BC-D24C-1728-637723F22424}"/>
              </a:ext>
            </a:extLst>
          </p:cNvPr>
          <p:cNvSpPr>
            <a:spLocks noGrp="1"/>
          </p:cNvSpPr>
          <p:nvPr>
            <p:ph sz="quarter" idx="1"/>
          </p:nvPr>
        </p:nvSpPr>
        <p:spPr>
          <a:xfrm>
            <a:off x="914400" y="1676400"/>
            <a:ext cx="7848600" cy="4572000"/>
          </a:xfrm>
        </p:spPr>
        <p:txBody>
          <a:bodyPr/>
          <a:lstStyle/>
          <a:p>
            <a:pPr eaLnBrk="1" hangingPunct="1">
              <a:spcBef>
                <a:spcPts val="600"/>
              </a:spcBef>
              <a:spcAft>
                <a:spcPts val="1200"/>
              </a:spcAft>
            </a:pPr>
            <a:r>
              <a:rPr lang="en-US" altLang="en-US" b="1" dirty="0"/>
              <a:t>Information Gain</a:t>
            </a:r>
          </a:p>
          <a:p>
            <a:pPr lvl="1" eaLnBrk="1" hangingPunct="1">
              <a:spcBef>
                <a:spcPts val="600"/>
              </a:spcBef>
              <a:spcAft>
                <a:spcPts val="1200"/>
              </a:spcAft>
            </a:pPr>
            <a:r>
              <a:rPr lang="en-US" altLang="en-US" dirty="0"/>
              <a:t>How much did the split improve from the previous impurity before the split?</a:t>
            </a:r>
          </a:p>
          <a:p>
            <a:pPr lvl="1" eaLnBrk="1" hangingPunct="1">
              <a:spcBef>
                <a:spcPts val="600"/>
              </a:spcBef>
              <a:spcAft>
                <a:spcPts val="1200"/>
              </a:spcAft>
            </a:pPr>
            <a:r>
              <a:rPr lang="en-US" altLang="en-US" dirty="0"/>
              <a:t>Information Gain = Node Gini – Weighted Gini</a:t>
            </a:r>
          </a:p>
          <a:p>
            <a:pPr eaLnBrk="1" hangingPunct="1">
              <a:spcBef>
                <a:spcPts val="600"/>
              </a:spcBef>
              <a:spcAft>
                <a:spcPts val="1200"/>
              </a:spcAft>
            </a:pPr>
            <a:endParaRPr lang="en-US" altLang="en-US" dirty="0"/>
          </a:p>
          <a:p>
            <a:pPr eaLnBrk="1" hangingPunct="1">
              <a:spcBef>
                <a:spcPts val="600"/>
              </a:spcBef>
              <a:spcAft>
                <a:spcPts val="1200"/>
              </a:spcAft>
            </a:pPr>
            <a:r>
              <a:rPr lang="en-US" altLang="en-US" dirty="0"/>
              <a:t>Gini Impurity – lower is better</a:t>
            </a:r>
          </a:p>
          <a:p>
            <a:pPr eaLnBrk="1" hangingPunct="1">
              <a:spcBef>
                <a:spcPts val="600"/>
              </a:spcBef>
              <a:spcAft>
                <a:spcPts val="1200"/>
              </a:spcAft>
            </a:pPr>
            <a:r>
              <a:rPr lang="en-US" altLang="en-US" dirty="0"/>
              <a:t>Information Gain – higher is better</a:t>
            </a:r>
          </a:p>
          <a:p>
            <a:pPr eaLnBrk="1" hangingPunct="1">
              <a:spcBef>
                <a:spcPts val="600"/>
              </a:spcBef>
              <a:spcAft>
                <a:spcPts val="1200"/>
              </a:spcAft>
            </a:pPr>
            <a:endParaRPr lang="en-US" altLang="en-US" dirty="0"/>
          </a:p>
        </p:txBody>
      </p:sp>
      <p:sp>
        <p:nvSpPr>
          <p:cNvPr id="4" name="Slide Number Placeholder 5">
            <a:extLst>
              <a:ext uri="{FF2B5EF4-FFF2-40B4-BE49-F238E27FC236}">
                <a16:creationId xmlns:a16="http://schemas.microsoft.com/office/drawing/2014/main" id="{77DCD6D8-07AD-78FC-0957-35C212C12634}"/>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17</a:t>
            </a:fld>
            <a:endParaRPr lang="en-US" altLang="en-US" sz="1400" dirty="0"/>
          </a:p>
        </p:txBody>
      </p:sp>
      <p:pic>
        <p:nvPicPr>
          <p:cNvPr id="5128" name="Picture 8">
            <a:extLst>
              <a:ext uri="{FF2B5EF4-FFF2-40B4-BE49-F238E27FC236}">
                <a16:creationId xmlns:a16="http://schemas.microsoft.com/office/drawing/2014/main" id="{D181FACF-D92C-A290-67B1-2D3D85A2A51B}"/>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8788" y="594060"/>
            <a:ext cx="1188012" cy="80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449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Decision Tree Split Search</a:t>
            </a:r>
            <a:endParaRPr lang="en-US" dirty="0"/>
          </a:p>
        </p:txBody>
      </p:sp>
      <p:graphicFrame>
        <p:nvGraphicFramePr>
          <p:cNvPr id="157" name="Object 291"/>
          <p:cNvGraphicFramePr>
            <a:graphicFrameLocks noChangeAspect="1"/>
          </p:cNvGraphicFramePr>
          <p:nvPr/>
        </p:nvGraphicFramePr>
        <p:xfrm>
          <a:off x="4738688" y="1851025"/>
          <a:ext cx="3954462" cy="3856038"/>
        </p:xfrm>
        <a:graphic>
          <a:graphicData uri="http://schemas.openxmlformats.org/presentationml/2006/ole">
            <mc:AlternateContent xmlns:mc="http://schemas.openxmlformats.org/markup-compatibility/2006">
              <mc:Choice xmlns:v="urn:schemas-microsoft-com:vml" Requires="v">
                <p:oleObj name="Chart" r:id="rId3" imgW="4181375" imgH="4076700" progId="MSGraph.Chart.8">
                  <p:embed followColorScheme="full"/>
                </p:oleObj>
              </mc:Choice>
              <mc:Fallback>
                <p:oleObj name="Chart" r:id="rId3" imgW="4181375" imgH="4076700" progId="MSGraph.Chart.8">
                  <p:embed followColorScheme="full"/>
                  <p:pic>
                    <p:nvPicPr>
                      <p:cNvPr id="157" name="Object 29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688" y="1851025"/>
                        <a:ext cx="3954462" cy="38560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8" name="Rectangle 7">
            <a:extLst>
              <a:ext uri="{FF2B5EF4-FFF2-40B4-BE49-F238E27FC236}">
                <a16:creationId xmlns:a16="http://schemas.microsoft.com/office/drawing/2014/main" id="{58D2B3E6-C77F-4F78-9455-421411C7B59F}"/>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grpSp>
        <p:nvGrpSpPr>
          <p:cNvPr id="159" name="Group 248"/>
          <p:cNvGrpSpPr>
            <a:grpSpLocks/>
          </p:cNvGrpSpPr>
          <p:nvPr/>
        </p:nvGrpSpPr>
        <p:grpSpPr bwMode="auto">
          <a:xfrm>
            <a:off x="1098550" y="1901825"/>
            <a:ext cx="7518400" cy="3587750"/>
            <a:chOff x="692" y="1198"/>
            <a:chExt cx="4736" cy="2260"/>
          </a:xfrm>
        </p:grpSpPr>
        <p:sp>
          <p:nvSpPr>
            <p:cNvPr id="160" name="Rectangle 160"/>
            <p:cNvSpPr>
              <a:spLocks noChangeArrowheads="1"/>
            </p:cNvSpPr>
            <p:nvPr/>
          </p:nvSpPr>
          <p:spPr bwMode="auto">
            <a:xfrm>
              <a:off x="692" y="1198"/>
              <a:ext cx="2404" cy="2260"/>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161" name="Rectangle 243"/>
            <p:cNvSpPr>
              <a:spLocks noChangeArrowheads="1"/>
            </p:cNvSpPr>
            <p:nvPr/>
          </p:nvSpPr>
          <p:spPr bwMode="auto">
            <a:xfrm>
              <a:off x="3120" y="1198"/>
              <a:ext cx="2308" cy="2256"/>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grpSp>
      <p:graphicFrame>
        <p:nvGraphicFramePr>
          <p:cNvPr id="162" name="Object 293"/>
          <p:cNvGraphicFramePr>
            <a:graphicFrameLocks noChangeAspect="1"/>
          </p:cNvGraphicFramePr>
          <p:nvPr/>
        </p:nvGraphicFramePr>
        <p:xfrm>
          <a:off x="4738688" y="1749425"/>
          <a:ext cx="3954462" cy="3856038"/>
        </p:xfrm>
        <a:graphic>
          <a:graphicData uri="http://schemas.openxmlformats.org/presentationml/2006/ole">
            <mc:AlternateContent xmlns:mc="http://schemas.openxmlformats.org/markup-compatibility/2006">
              <mc:Choice xmlns:v="urn:schemas-microsoft-com:vml" Requires="v">
                <p:oleObj name="Chart" r:id="rId3" imgW="4181375" imgH="4076700" progId="MSGraph.Chart.8">
                  <p:embed followColorScheme="full"/>
                </p:oleObj>
              </mc:Choice>
              <mc:Fallback>
                <p:oleObj name="Chart" r:id="rId3" imgW="4181375" imgH="4076700" progId="MSGraph.Chart.8">
                  <p:embed followColorScheme="full"/>
                  <p:pic>
                    <p:nvPicPr>
                      <p:cNvPr id="162" name="Object 2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8688" y="1749425"/>
                        <a:ext cx="3954462" cy="38560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 name="Rectangle 251"/>
          <p:cNvSpPr>
            <a:spLocks noChangeArrowheads="1"/>
          </p:cNvSpPr>
          <p:nvPr/>
        </p:nvSpPr>
        <p:spPr bwMode="auto">
          <a:xfrm>
            <a:off x="4953000" y="1905000"/>
            <a:ext cx="3657600" cy="3581400"/>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164" name="Text Box 12"/>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65" name="Text Box 13"/>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66" name="Text Box 14"/>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67" name="Text Box 15"/>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68" name="Text Box 16"/>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69" name="Text Box 17"/>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70" name="Text Box 18"/>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71" name="Text Box 19"/>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72" name="Text Box 20"/>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73" name="Text Box 21"/>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74" name="Text Box 22"/>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75" name="Text Box 34"/>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176" name="Rectangle 242"/>
          <p:cNvSpPr>
            <a:spLocks noChangeArrowheads="1"/>
          </p:cNvSpPr>
          <p:nvPr/>
        </p:nvSpPr>
        <p:spPr bwMode="auto">
          <a:xfrm>
            <a:off x="1022350" y="1787525"/>
            <a:ext cx="3816350" cy="3740150"/>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177" name="Rectangle 246"/>
          <p:cNvSpPr>
            <a:spLocks noChangeArrowheads="1"/>
          </p:cNvSpPr>
          <p:nvPr/>
        </p:nvSpPr>
        <p:spPr bwMode="auto">
          <a:xfrm>
            <a:off x="8655050" y="1825625"/>
            <a:ext cx="488950" cy="3740150"/>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178" name="Text Box 23"/>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79" name="Text Box 24"/>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80" name="Text Box 25"/>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81" name="Text Box 26"/>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82" name="Text Box 27"/>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83" name="Text Box 28"/>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84" name="Text Box 29"/>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85" name="Text Box 30"/>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86" name="Text Box 31"/>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87" name="Text Box 32"/>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88" name="Text Box 33"/>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89" name="Text Box 35"/>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191" name="Oval 285">
            <a:extLst>
              <a:ext uri="{FF2B5EF4-FFF2-40B4-BE49-F238E27FC236}">
                <a16:creationId xmlns:a16="http://schemas.microsoft.com/office/drawing/2014/main" id="{BC81CBAF-E6F1-47D3-BC34-BF75C9011EAB}"/>
              </a:ext>
            </a:extLst>
          </p:cNvPr>
          <p:cNvSpPr>
            <a:spLocks noChangeArrowheads="1"/>
          </p:cNvSpPr>
          <p:nvPr/>
        </p:nvSpPr>
        <p:spPr bwMode="auto">
          <a:xfrm>
            <a:off x="415925" y="2106613"/>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92" name="Oval 286">
            <a:extLst>
              <a:ext uri="{FF2B5EF4-FFF2-40B4-BE49-F238E27FC236}">
                <a16:creationId xmlns:a16="http://schemas.microsoft.com/office/drawing/2014/main" id="{463C0ACA-93A1-44CD-A960-E7D5B922F695}"/>
              </a:ext>
            </a:extLst>
          </p:cNvPr>
          <p:cNvSpPr>
            <a:spLocks noChangeArrowheads="1"/>
          </p:cNvSpPr>
          <p:nvPr/>
        </p:nvSpPr>
        <p:spPr bwMode="auto">
          <a:xfrm>
            <a:off x="415925" y="2852738"/>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93" name="Text Box 287"/>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left</a:t>
            </a:r>
          </a:p>
        </p:txBody>
      </p:sp>
      <p:sp>
        <p:nvSpPr>
          <p:cNvPr id="194" name="Text Box 288"/>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right</a:t>
            </a:r>
          </a:p>
        </p:txBody>
      </p:sp>
      <p:pic>
        <p:nvPicPr>
          <p:cNvPr id="195" name="Picture 295" descr="dot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6" name="Object 294"/>
          <p:cNvGraphicFramePr>
            <a:graphicFrameLocks noChangeAspect="1"/>
          </p:cNvGraphicFramePr>
          <p:nvPr/>
        </p:nvGraphicFramePr>
        <p:xfrm>
          <a:off x="4738688" y="1747838"/>
          <a:ext cx="3954462" cy="3856037"/>
        </p:xfrm>
        <a:graphic>
          <a:graphicData uri="http://schemas.openxmlformats.org/presentationml/2006/ole">
            <mc:AlternateContent xmlns:mc="http://schemas.openxmlformats.org/markup-compatibility/2006">
              <mc:Choice xmlns:v="urn:schemas-microsoft-com:vml" Requires="v">
                <p:oleObj name="Chart" r:id="rId7" imgW="4181375" imgH="4076700" progId="MSGraph.Chart.8">
                  <p:embed followColorScheme="full"/>
                </p:oleObj>
              </mc:Choice>
              <mc:Fallback>
                <p:oleObj name="Chart" r:id="rId7" imgW="4181375" imgH="4076700" progId="MSGraph.Chart.8">
                  <p:embed followColorScheme="full"/>
                  <p:pic>
                    <p:nvPicPr>
                      <p:cNvPr id="196" name="Object 2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38688" y="1747838"/>
                        <a:ext cx="3954462" cy="38560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9" name="Group 53">
            <a:extLst>
              <a:ext uri="{FF2B5EF4-FFF2-40B4-BE49-F238E27FC236}">
                <a16:creationId xmlns:a16="http://schemas.microsoft.com/office/drawing/2014/main" id="{08A5D33E-BBF7-4FB8-BF2A-B30ED1087FC7}"/>
              </a:ext>
            </a:extLst>
          </p:cNvPr>
          <p:cNvGrpSpPr/>
          <p:nvPr/>
        </p:nvGrpSpPr>
        <p:grpSpPr>
          <a:xfrm>
            <a:off x="733262" y="1872371"/>
            <a:ext cx="927287" cy="695264"/>
            <a:chOff x="733262" y="1872371"/>
            <a:chExt cx="927287" cy="695264"/>
          </a:xfrm>
          <a:effectLst>
            <a:outerShdw blurRad="50800" dist="38100" dir="2700000" algn="tl" rotWithShape="0">
              <a:prstClr val="black">
                <a:alpha val="40000"/>
              </a:prstClr>
            </a:outerShdw>
          </a:effectLst>
        </p:grpSpPr>
        <p:sp>
          <p:nvSpPr>
            <p:cNvPr id="200" name="Rectangle 3">
              <a:extLst>
                <a:ext uri="{FF2B5EF4-FFF2-40B4-BE49-F238E27FC236}">
                  <a16:creationId xmlns:a16="http://schemas.microsoft.com/office/drawing/2014/main" id="{9D315C28-09EE-4A72-9264-37FF72C87E7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01" name="Rectangle 3">
              <a:extLst>
                <a:ext uri="{FF2B5EF4-FFF2-40B4-BE49-F238E27FC236}">
                  <a16:creationId xmlns:a16="http://schemas.microsoft.com/office/drawing/2014/main" id="{0ACE2439-70B4-48E9-BAB2-3E0E80436F2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02" name="Rectangle 3">
              <a:extLst>
                <a:ext uri="{FF2B5EF4-FFF2-40B4-BE49-F238E27FC236}">
                  <a16:creationId xmlns:a16="http://schemas.microsoft.com/office/drawing/2014/main" id="{2374F12A-312D-47FE-B45C-53A71D222F0B}"/>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203" name="Group 55">
            <a:extLst>
              <a:ext uri="{FF2B5EF4-FFF2-40B4-BE49-F238E27FC236}">
                <a16:creationId xmlns:a16="http://schemas.microsoft.com/office/drawing/2014/main" id="{CF5256F7-2D05-4F7C-A223-FB87B8C020AC}"/>
              </a:ext>
            </a:extLst>
          </p:cNvPr>
          <p:cNvGrpSpPr/>
          <p:nvPr/>
        </p:nvGrpSpPr>
        <p:grpSpPr>
          <a:xfrm>
            <a:off x="731753" y="2617773"/>
            <a:ext cx="927287" cy="695264"/>
            <a:chOff x="733262" y="1872371"/>
            <a:chExt cx="927287" cy="695264"/>
          </a:xfrm>
          <a:effectLst>
            <a:outerShdw blurRad="50800" dist="38100" dir="2700000" algn="tl" rotWithShape="0">
              <a:prstClr val="black">
                <a:alpha val="40000"/>
              </a:prstClr>
            </a:outerShdw>
          </a:effectLst>
        </p:grpSpPr>
        <p:sp>
          <p:nvSpPr>
            <p:cNvPr id="204" name="Rectangle 3">
              <a:extLst>
                <a:ext uri="{FF2B5EF4-FFF2-40B4-BE49-F238E27FC236}">
                  <a16:creationId xmlns:a16="http://schemas.microsoft.com/office/drawing/2014/main" id="{74F9FF5B-258C-483F-BC9E-9E497771CA9A}"/>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05" name="Rectangle 3">
              <a:extLst>
                <a:ext uri="{FF2B5EF4-FFF2-40B4-BE49-F238E27FC236}">
                  <a16:creationId xmlns:a16="http://schemas.microsoft.com/office/drawing/2014/main" id="{5E3072EE-E37E-446F-8EF4-B45DC6E881A8}"/>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06" name="Rectangle 3">
              <a:extLst>
                <a:ext uri="{FF2B5EF4-FFF2-40B4-BE49-F238E27FC236}">
                  <a16:creationId xmlns:a16="http://schemas.microsoft.com/office/drawing/2014/main" id="{44DEDAA1-335A-4486-A676-C30B4C67C8C7}"/>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207" name="Group 64">
            <a:extLst>
              <a:ext uri="{FF2B5EF4-FFF2-40B4-BE49-F238E27FC236}">
                <a16:creationId xmlns:a16="http://schemas.microsoft.com/office/drawing/2014/main" id="{DC678042-9BB1-415E-81C7-A54BB9890D7F}"/>
              </a:ext>
            </a:extLst>
          </p:cNvPr>
          <p:cNvGrpSpPr/>
          <p:nvPr/>
        </p:nvGrpSpPr>
        <p:grpSpPr>
          <a:xfrm>
            <a:off x="1718581" y="1870862"/>
            <a:ext cx="927287" cy="695264"/>
            <a:chOff x="733262" y="1872371"/>
            <a:chExt cx="927287" cy="695264"/>
          </a:xfrm>
          <a:effectLst>
            <a:outerShdw blurRad="50800" dist="38100" dir="2700000" algn="tl" rotWithShape="0">
              <a:prstClr val="black">
                <a:alpha val="40000"/>
              </a:prstClr>
            </a:outerShdw>
          </a:effectLst>
        </p:grpSpPr>
        <p:sp>
          <p:nvSpPr>
            <p:cNvPr id="208" name="Rectangle 3">
              <a:extLst>
                <a:ext uri="{FF2B5EF4-FFF2-40B4-BE49-F238E27FC236}">
                  <a16:creationId xmlns:a16="http://schemas.microsoft.com/office/drawing/2014/main" id="{71458714-D7C1-4863-9CA1-F021EAD761D5}"/>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09" name="Rectangle 3">
              <a:extLst>
                <a:ext uri="{FF2B5EF4-FFF2-40B4-BE49-F238E27FC236}">
                  <a16:creationId xmlns:a16="http://schemas.microsoft.com/office/drawing/2014/main" id="{E79D3A95-50A1-4CA2-B15E-B41A27690E29}"/>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10" name="Rectangle 3">
              <a:extLst>
                <a:ext uri="{FF2B5EF4-FFF2-40B4-BE49-F238E27FC236}">
                  <a16:creationId xmlns:a16="http://schemas.microsoft.com/office/drawing/2014/main" id="{FEB9F9F8-EEEA-4301-9CA6-120B545B6271}"/>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211" name="Group 68">
            <a:extLst>
              <a:ext uri="{FF2B5EF4-FFF2-40B4-BE49-F238E27FC236}">
                <a16:creationId xmlns:a16="http://schemas.microsoft.com/office/drawing/2014/main" id="{864AEDF1-B477-4202-ABF6-C556CE408DC2}"/>
              </a:ext>
            </a:extLst>
          </p:cNvPr>
          <p:cNvGrpSpPr/>
          <p:nvPr/>
        </p:nvGrpSpPr>
        <p:grpSpPr>
          <a:xfrm>
            <a:off x="1717072" y="2616264"/>
            <a:ext cx="927287" cy="695264"/>
            <a:chOff x="733262" y="1872371"/>
            <a:chExt cx="927287" cy="695264"/>
          </a:xfrm>
          <a:effectLst>
            <a:outerShdw blurRad="50800" dist="38100" dir="2700000" algn="tl" rotWithShape="0">
              <a:prstClr val="black">
                <a:alpha val="40000"/>
              </a:prstClr>
            </a:outerShdw>
          </a:effectLst>
        </p:grpSpPr>
        <p:sp>
          <p:nvSpPr>
            <p:cNvPr id="212" name="Rectangle 3">
              <a:extLst>
                <a:ext uri="{FF2B5EF4-FFF2-40B4-BE49-F238E27FC236}">
                  <a16:creationId xmlns:a16="http://schemas.microsoft.com/office/drawing/2014/main" id="{143D2B73-E4AF-4556-A38F-45A3EF15B2FC}"/>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13" name="Rectangle 3">
              <a:extLst>
                <a:ext uri="{FF2B5EF4-FFF2-40B4-BE49-F238E27FC236}">
                  <a16:creationId xmlns:a16="http://schemas.microsoft.com/office/drawing/2014/main" id="{52BBD804-68BD-4C39-AEB3-992BB78456E3}"/>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214" name="Rectangle 3">
              <a:extLst>
                <a:ext uri="{FF2B5EF4-FFF2-40B4-BE49-F238E27FC236}">
                  <a16:creationId xmlns:a16="http://schemas.microsoft.com/office/drawing/2014/main" id="{60559785-B44B-42AE-8994-8D7172F5A3BC}"/>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sp>
        <p:nvSpPr>
          <p:cNvPr id="21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18</a:t>
            </a:fld>
            <a:endParaRPr lang="en-US" altLang="en-US" sz="1400" dirty="0"/>
          </a:p>
        </p:txBody>
      </p:sp>
      <p:cxnSp>
        <p:nvCxnSpPr>
          <p:cNvPr id="216" name="Straight Connector 215"/>
          <p:cNvCxnSpPr/>
          <p:nvPr/>
        </p:nvCxnSpPr>
        <p:spPr>
          <a:xfrm>
            <a:off x="9076240" y="1787525"/>
            <a:ext cx="0" cy="3816350"/>
          </a:xfrm>
          <a:prstGeom prst="line">
            <a:avLst/>
          </a:prstGeom>
          <a:ln w="6350"/>
        </p:spPr>
        <p:style>
          <a:lnRef idx="1">
            <a:schemeClr val="dk1"/>
          </a:lnRef>
          <a:fillRef idx="0">
            <a:schemeClr val="dk1"/>
          </a:fillRef>
          <a:effectRef idx="0">
            <a:schemeClr val="dk1"/>
          </a:effectRef>
          <a:fontRef idx="minor">
            <a:schemeClr val="tx1"/>
          </a:fontRef>
        </p:style>
      </p:cxnSp>
      <p:sp>
        <p:nvSpPr>
          <p:cNvPr id="217" name="Text Box 272"/>
          <p:cNvSpPr txBox="1">
            <a:spLocks noChangeArrowheads="1"/>
          </p:cNvSpPr>
          <p:nvPr/>
        </p:nvSpPr>
        <p:spPr bwMode="auto">
          <a:xfrm>
            <a:off x="638174" y="3429000"/>
            <a:ext cx="7640637"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squar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None/>
            </a:pPr>
            <a:r>
              <a:rPr lang="en-US" altLang="en-US" sz="2600" dirty="0">
                <a:latin typeface="+mj-lt"/>
              </a:rPr>
              <a:t>Calculate the Gini </a:t>
            </a:r>
            <a:br>
              <a:rPr lang="en-US" altLang="en-US" sz="2600" dirty="0">
                <a:latin typeface="+mj-lt"/>
              </a:rPr>
            </a:br>
            <a:r>
              <a:rPr lang="en-US" altLang="en-US" sz="2600" dirty="0">
                <a:latin typeface="+mj-lt"/>
              </a:rPr>
              <a:t>Impurity of every possible </a:t>
            </a:r>
            <a:br>
              <a:rPr lang="en-US" altLang="en-US" sz="2600" dirty="0">
                <a:latin typeface="+mj-lt"/>
              </a:rPr>
            </a:br>
            <a:r>
              <a:rPr lang="en-US" altLang="en-US" sz="2600" dirty="0">
                <a:latin typeface="+mj-lt"/>
              </a:rPr>
              <a:t>partition of input </a:t>
            </a:r>
            <a:r>
              <a:rPr lang="en-US" altLang="en-US" sz="2600" i="1" dirty="0">
                <a:latin typeface="+mj-lt"/>
              </a:rPr>
              <a:t>x</a:t>
            </a:r>
            <a:r>
              <a:rPr lang="en-US" altLang="en-US" sz="2600" baseline="-25000" dirty="0">
                <a:latin typeface="+mj-lt"/>
              </a:rPr>
              <a:t>1</a:t>
            </a:r>
            <a:r>
              <a:rPr lang="en-US" altLang="en-US" sz="2600" dirty="0">
                <a:latin typeface="+mj-lt"/>
              </a:rPr>
              <a:t>.</a:t>
            </a:r>
          </a:p>
          <a:p>
            <a:pPr>
              <a:spcBef>
                <a:spcPct val="0"/>
              </a:spcBef>
              <a:buClrTx/>
              <a:buNone/>
            </a:pPr>
            <a:endParaRPr lang="en-US" altLang="en-US" sz="2600" dirty="0">
              <a:latin typeface="+mj-lt"/>
            </a:endParaRPr>
          </a:p>
          <a:p>
            <a:pPr>
              <a:spcBef>
                <a:spcPct val="0"/>
              </a:spcBef>
              <a:buClrTx/>
              <a:buFontTx/>
              <a:buNone/>
            </a:pPr>
            <a:r>
              <a:rPr lang="en-US" altLang="en-US" sz="2600" dirty="0">
                <a:latin typeface="+mj-lt"/>
              </a:rPr>
              <a:t>The lower the Gini the </a:t>
            </a:r>
            <a:br>
              <a:rPr lang="en-US" altLang="en-US" sz="2600" dirty="0">
                <a:latin typeface="+mj-lt"/>
              </a:rPr>
            </a:br>
            <a:r>
              <a:rPr lang="en-US" altLang="en-US" sz="2600" dirty="0">
                <a:latin typeface="+mj-lt"/>
              </a:rPr>
              <a:t>better the split.</a:t>
            </a:r>
          </a:p>
          <a:p>
            <a:pPr>
              <a:spcBef>
                <a:spcPct val="0"/>
              </a:spcBef>
              <a:buClrTx/>
              <a:buFontTx/>
              <a:buNone/>
            </a:pPr>
            <a:endParaRPr lang="en-US" altLang="en-US" sz="2600" dirty="0">
              <a:latin typeface="+mj-lt"/>
            </a:endParaRPr>
          </a:p>
          <a:p>
            <a:pPr>
              <a:spcBef>
                <a:spcPct val="0"/>
              </a:spcBef>
              <a:buClrTx/>
              <a:buFontTx/>
              <a:buNone/>
            </a:pPr>
            <a:r>
              <a:rPr lang="en-US" altLang="en-US" sz="2600" dirty="0">
                <a:latin typeface="+mj-lt"/>
              </a:rPr>
              <a:t>The higher the Information Gain the better the split.</a:t>
            </a:r>
          </a:p>
        </p:txBody>
      </p:sp>
    </p:spTree>
    <p:extLst>
      <p:ext uri="{BB962C8B-B14F-4D97-AF65-F5344CB8AC3E}">
        <p14:creationId xmlns:p14="http://schemas.microsoft.com/office/powerpoint/2010/main" val="204832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fill="hold" nodeType="clickEffect">
                                  <p:stCondLst>
                                    <p:cond delay="0"/>
                                  </p:stCondLst>
                                  <p:childTnLst>
                                    <p:animMotion origin="layout" path="M 0.0 1.11111E-6 L 0.40694 1.11111E-6 " pathEditMode="relative" rAng="0" ptsTypes="AA">
                                      <p:cBhvr>
                                        <p:cTn id="6" dur="5000" fill="hold"/>
                                        <p:tgtEl>
                                          <p:spTgt spid="159"/>
                                        </p:tgtEl>
                                        <p:attrNameLst>
                                          <p:attrName>ppt_x</p:attrName>
                                          <p:attrName>ppt_y</p:attrName>
                                        </p:attrNameLst>
                                      </p:cBhvr>
                                      <p:rCtr x="20347" y="0"/>
                                    </p:animMotion>
                                  </p:childTnLst>
                                </p:cTn>
                              </p:par>
                              <p:par>
                                <p:cTn id="7" presetID="63" presetClass="path" presetSubtype="0" fill="hold" grpId="0" nodeType="withEffect">
                                  <p:stCondLst>
                                    <p:cond delay="0"/>
                                  </p:stCondLst>
                                  <p:childTnLst>
                                    <p:animMotion origin="layout" path="M 3.33333E-6 1.11111E-6 L 0.41354 1.11111E-6 " pathEditMode="relative" rAng="0" ptsTypes="AA">
                                      <p:cBhvr>
                                        <p:cTn id="8" dur="5000" fill="hold"/>
                                        <p:tgtEl>
                                          <p:spTgt spid="163"/>
                                        </p:tgtEl>
                                        <p:attrNameLst>
                                          <p:attrName>ppt_x</p:attrName>
                                          <p:attrName>ppt_y</p:attrName>
                                        </p:attrNameLst>
                                      </p:cBhvr>
                                      <p:rCtr x="20677" y="0"/>
                                    </p:animMotion>
                                  </p:childTnLst>
                                </p:cTn>
                              </p:par>
                              <p:par>
                                <p:cTn id="9" presetID="22" presetClass="entr" presetSubtype="8" fill="hold" grpId="0" nodeType="withEffect">
                                  <p:stCondLst>
                                    <p:cond delay="0"/>
                                  </p:stCondLst>
                                  <p:childTnLst>
                                    <p:set>
                                      <p:cBhvr>
                                        <p:cTn id="10" dur="1" fill="hold">
                                          <p:stCondLst>
                                            <p:cond delay="0"/>
                                          </p:stCondLst>
                                        </p:cTn>
                                        <p:tgtEl>
                                          <p:spTgt spid="196"/>
                                        </p:tgtEl>
                                        <p:attrNameLst>
                                          <p:attrName>style.visibility</p:attrName>
                                        </p:attrNameLst>
                                      </p:cBhvr>
                                      <p:to>
                                        <p:strVal val="visible"/>
                                      </p:to>
                                    </p:set>
                                    <p:animEffect transition="in" filter="wipe(left)">
                                      <p:cBhvr>
                                        <p:cTn id="11" dur="50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 grpId="0" animBg="1"/>
      <p:bldOleChart spid="19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19</a:t>
            </a:fld>
            <a:endParaRPr lang="en-US" altLang="en-US" sz="1400" dirty="0"/>
          </a:p>
        </p:txBody>
      </p:sp>
      <p:sp>
        <p:nvSpPr>
          <p:cNvPr id="7" name="Text Box 272"/>
          <p:cNvSpPr txBox="1">
            <a:spLocks noChangeArrowheads="1"/>
          </p:cNvSpPr>
          <p:nvPr/>
        </p:nvSpPr>
        <p:spPr bwMode="auto">
          <a:xfrm>
            <a:off x="638175" y="4154488"/>
            <a:ext cx="3581400"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Highest Information Gain is at </a:t>
            </a:r>
            <a:r>
              <a:rPr lang="en-US" altLang="en-US" sz="2600" i="1" dirty="0">
                <a:latin typeface="+mj-lt"/>
              </a:rPr>
              <a:t>x</a:t>
            </a:r>
            <a:r>
              <a:rPr lang="en-US" altLang="en-US" sz="2600" baseline="-25000" dirty="0">
                <a:latin typeface="+mj-lt"/>
              </a:rPr>
              <a:t>1</a:t>
            </a:r>
            <a:r>
              <a:rPr lang="en-US" altLang="en-US" sz="2600" dirty="0">
                <a:latin typeface="+mj-lt"/>
              </a:rPr>
              <a:t> = 0.52.</a:t>
            </a:r>
          </a:p>
          <a:p>
            <a:pPr>
              <a:spcBef>
                <a:spcPct val="0"/>
              </a:spcBef>
              <a:buClrTx/>
              <a:buFontTx/>
              <a:buNone/>
            </a:pPr>
            <a:r>
              <a:rPr lang="en-US" altLang="en-US" sz="2600" dirty="0">
                <a:latin typeface="+mj-lt"/>
              </a:rPr>
              <a:t>This is the split where the sides are the least impure.</a:t>
            </a:r>
          </a:p>
        </p:txBody>
      </p:sp>
      <p:sp>
        <p:nvSpPr>
          <p:cNvPr id="39" name="Text Box 31"/>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grpSp>
        <p:nvGrpSpPr>
          <p:cNvPr id="3" name="Group 2" descr="Scatterplot of X1 and X2 with the optimal split show at X1 = 0.52 based on highest logworth." title="Scatterplot"/>
          <p:cNvGrpSpPr/>
          <p:nvPr/>
        </p:nvGrpSpPr>
        <p:grpSpPr>
          <a:xfrm>
            <a:off x="4419600" y="1543050"/>
            <a:ext cx="4724400" cy="4629150"/>
            <a:chOff x="4419600" y="1543050"/>
            <a:chExt cx="4724400" cy="4629150"/>
          </a:xfrm>
        </p:grpSpPr>
        <p:sp>
          <p:nvSpPr>
            <p:cNvPr id="6" name="Rectangle 246"/>
            <p:cNvSpPr>
              <a:spLocks noChangeArrowheads="1"/>
            </p:cNvSpPr>
            <p:nvPr/>
          </p:nvSpPr>
          <p:spPr bwMode="auto">
            <a:xfrm>
              <a:off x="8655050" y="1825625"/>
              <a:ext cx="488950" cy="3740150"/>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13" name="Rectangle 2">
              <a:extLst>
                <a:ext uri="{FF2B5EF4-FFF2-40B4-BE49-F238E27FC236}">
                  <a16:creationId xmlns:a16="http://schemas.microsoft.com/office/drawing/2014/main" id="{EE16F21F-99B3-4BDF-875C-D5E185555A70}"/>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4" name="Rectangle 3">
              <a:extLst>
                <a:ext uri="{FF2B5EF4-FFF2-40B4-BE49-F238E27FC236}">
                  <a16:creationId xmlns:a16="http://schemas.microsoft.com/office/drawing/2014/main" id="{3E53A924-645F-4D2A-8F50-D14CC6C635D2}"/>
                </a:ext>
              </a:extLst>
            </p:cNvPr>
            <p:cNvSpPr>
              <a:spLocks noChangeArrowheads="1"/>
            </p:cNvSpPr>
            <p:nvPr/>
          </p:nvSpPr>
          <p:spPr bwMode="auto">
            <a:xfrm>
              <a:off x="4876800" y="1905000"/>
              <a:ext cx="1908175" cy="3581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15" name="Rectangle 4">
              <a:extLst>
                <a:ext uri="{FF2B5EF4-FFF2-40B4-BE49-F238E27FC236}">
                  <a16:creationId xmlns:a16="http://schemas.microsoft.com/office/drawing/2014/main" id="{4F8FD817-77BD-4936-9ABB-FD2188B2EB84}"/>
                </a:ext>
              </a:extLst>
            </p:cNvPr>
            <p:cNvSpPr>
              <a:spLocks noChangeArrowheads="1"/>
            </p:cNvSpPr>
            <p:nvPr/>
          </p:nvSpPr>
          <p:spPr bwMode="auto">
            <a:xfrm>
              <a:off x="6823075" y="1905000"/>
              <a:ext cx="1787525" cy="3581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16" name="Text Box 8"/>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7" name="Text Box 9"/>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8" name="Text Box 10"/>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9" name="Text Box 11"/>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0" name="Text Box 12"/>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1" name="Text Box 13"/>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2" name="Text Box 14"/>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3" name="Text Box 15"/>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4" name="Text Box 16"/>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5" name="Text Box 17"/>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6" name="Text Box 18"/>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7" name="Text Box 19"/>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28" name="Text Box 20"/>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9" name="Text Box 21"/>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30" name="Text Box 22"/>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31" name="Text Box 23"/>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32" name="Text Box 24"/>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33" name="Text Box 25"/>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34" name="Text Box 26"/>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35" name="Text Box 27"/>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36" name="Text Box 28"/>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37" name="Text Box 29"/>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38" name="Text Box 30"/>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40" name="Text Box 48"/>
            <p:cNvSpPr txBox="1">
              <a:spLocks noChangeArrowheads="1"/>
            </p:cNvSpPr>
            <p:nvPr/>
          </p:nvSpPr>
          <p:spPr bwMode="auto">
            <a:xfrm>
              <a:off x="6634163" y="1543050"/>
              <a:ext cx="5064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600" b="1">
                  <a:solidFill>
                    <a:srgbClr val="003399"/>
                  </a:solidFill>
                  <a:latin typeface="Arial Narrow" panose="020B0606020202030204" pitchFamily="34" charset="0"/>
                </a:rPr>
                <a:t>0.52</a:t>
              </a:r>
            </a:p>
          </p:txBody>
        </p:sp>
        <p:pic>
          <p:nvPicPr>
            <p:cNvPr id="41" name="Picture 69"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 name="Object 70"/>
            <p:cNvGraphicFramePr>
              <a:graphicFrameLocks noChangeAspect="1"/>
            </p:cNvGraphicFramePr>
            <p:nvPr>
              <p:extLst>
                <p:ext uri="{D42A27DB-BD31-4B8C-83A1-F6EECF244321}">
                  <p14:modId xmlns:p14="http://schemas.microsoft.com/office/powerpoint/2010/main" val="1375317954"/>
                </p:ext>
              </p:extLst>
            </p:nvPr>
          </p:nvGraphicFramePr>
          <p:xfrm>
            <a:off x="4738688" y="1747838"/>
            <a:ext cx="3954462" cy="3856037"/>
          </p:xfrm>
          <a:graphic>
            <a:graphicData uri="http://schemas.openxmlformats.org/presentationml/2006/ole">
              <mc:AlternateContent xmlns:mc="http://schemas.openxmlformats.org/markup-compatibility/2006">
                <mc:Choice xmlns:v="urn:schemas-microsoft-com:vml" Requires="v">
                  <p:oleObj name="Chart" r:id="rId4" imgW="4181375" imgH="4076700" progId="MSGraph.Chart.8">
                    <p:embed followColorScheme="full"/>
                  </p:oleObj>
                </mc:Choice>
                <mc:Fallback>
                  <p:oleObj name="Chart" r:id="rId4" imgW="4181375" imgH="4076700" progId="MSGraph.Chart.8">
                    <p:embed followColorScheme="full"/>
                    <p:pic>
                      <p:nvPicPr>
                        <p:cNvPr id="42" name="Object 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8688" y="1747838"/>
                          <a:ext cx="3954462" cy="385603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59" name="Straight Connector 58"/>
            <p:cNvCxnSpPr/>
            <p:nvPr/>
          </p:nvCxnSpPr>
          <p:spPr>
            <a:xfrm>
              <a:off x="9076240" y="1787525"/>
              <a:ext cx="0" cy="3816350"/>
            </a:xfrm>
            <a:prstGeom prst="line">
              <a:avLst/>
            </a:prstGeom>
            <a:ln w="6350"/>
          </p:spPr>
          <p:style>
            <a:lnRef idx="1">
              <a:schemeClr val="dk1"/>
            </a:lnRef>
            <a:fillRef idx="0">
              <a:schemeClr val="dk1"/>
            </a:fillRef>
            <a:effectRef idx="0">
              <a:schemeClr val="dk1"/>
            </a:effectRef>
            <a:fontRef idx="minor">
              <a:schemeClr val="tx1"/>
            </a:fontRef>
          </p:style>
        </p:cxnSp>
      </p:grpSp>
      <p:sp>
        <p:nvSpPr>
          <p:cNvPr id="60" name="Text Box 47"/>
          <p:cNvSpPr txBox="1">
            <a:spLocks noChangeArrowheads="1"/>
          </p:cNvSpPr>
          <p:nvPr/>
        </p:nvSpPr>
        <p:spPr bwMode="auto">
          <a:xfrm>
            <a:off x="2660650" y="1905000"/>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 Information Gain</a:t>
            </a:r>
          </a:p>
          <a:p>
            <a:pPr algn="ctr">
              <a:spcBef>
                <a:spcPct val="0"/>
              </a:spcBef>
              <a:buClrTx/>
              <a:buFontTx/>
              <a:buNone/>
            </a:pPr>
            <a:r>
              <a:rPr lang="en-US" altLang="en-US" sz="2000" b="1" dirty="0">
                <a:solidFill>
                  <a:srgbClr val="C00000"/>
                </a:solidFill>
                <a:latin typeface="Arial Narrow" panose="020B0606020202030204" pitchFamily="34" charset="0"/>
              </a:rPr>
              <a:t>0.0095</a:t>
            </a:r>
          </a:p>
        </p:txBody>
      </p:sp>
      <p:grpSp>
        <p:nvGrpSpPr>
          <p:cNvPr id="2" name="Group 1" descr="Blue and yellow proportions on each side of the split." title="Proportions"/>
          <p:cNvGrpSpPr/>
          <p:nvPr/>
        </p:nvGrpSpPr>
        <p:grpSpPr>
          <a:xfrm>
            <a:off x="415925" y="1498600"/>
            <a:ext cx="2229943" cy="1814437"/>
            <a:chOff x="415925" y="1498600"/>
            <a:chExt cx="2229943" cy="1814437"/>
          </a:xfrm>
        </p:grpSpPr>
        <p:sp>
          <p:nvSpPr>
            <p:cNvPr id="61" name="Oval 285">
              <a:extLst>
                <a:ext uri="{FF2B5EF4-FFF2-40B4-BE49-F238E27FC236}">
                  <a16:creationId xmlns:a16="http://schemas.microsoft.com/office/drawing/2014/main" id="{25991CF5-7B22-4723-B958-8B062AAC3269}"/>
                </a:ext>
              </a:extLst>
            </p:cNvPr>
            <p:cNvSpPr>
              <a:spLocks noChangeArrowheads="1"/>
            </p:cNvSpPr>
            <p:nvPr/>
          </p:nvSpPr>
          <p:spPr bwMode="auto">
            <a:xfrm>
              <a:off x="415925" y="2106613"/>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2" name="Oval 286">
              <a:extLst>
                <a:ext uri="{FF2B5EF4-FFF2-40B4-BE49-F238E27FC236}">
                  <a16:creationId xmlns:a16="http://schemas.microsoft.com/office/drawing/2014/main" id="{18621524-72EB-401C-B058-8817F861B27C}"/>
                </a:ext>
              </a:extLst>
            </p:cNvPr>
            <p:cNvSpPr>
              <a:spLocks noChangeArrowheads="1"/>
            </p:cNvSpPr>
            <p:nvPr/>
          </p:nvSpPr>
          <p:spPr bwMode="auto">
            <a:xfrm>
              <a:off x="415925" y="2852738"/>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3" name="Text Box 287"/>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left</a:t>
              </a:r>
            </a:p>
          </p:txBody>
        </p:sp>
        <p:sp>
          <p:nvSpPr>
            <p:cNvPr id="64" name="Text Box 288"/>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right</a:t>
              </a:r>
            </a:p>
          </p:txBody>
        </p:sp>
        <p:grpSp>
          <p:nvGrpSpPr>
            <p:cNvPr id="65" name="Group 43">
              <a:extLst>
                <a:ext uri="{FF2B5EF4-FFF2-40B4-BE49-F238E27FC236}">
                  <a16:creationId xmlns:a16="http://schemas.microsoft.com/office/drawing/2014/main" id="{0AA538C6-A2FC-467A-831B-10907FB4C38F}"/>
                </a:ext>
              </a:extLst>
            </p:cNvPr>
            <p:cNvGrpSpPr/>
            <p:nvPr/>
          </p:nvGrpSpPr>
          <p:grpSpPr>
            <a:xfrm>
              <a:off x="733262" y="1872371"/>
              <a:ext cx="927287" cy="695264"/>
              <a:chOff x="733262" y="1872371"/>
              <a:chExt cx="927287" cy="695264"/>
            </a:xfrm>
            <a:effectLst>
              <a:outerShdw blurRad="50800" dist="38100" dir="2700000" algn="tl" rotWithShape="0">
                <a:prstClr val="black">
                  <a:alpha val="40000"/>
                </a:prstClr>
              </a:outerShdw>
            </a:effectLst>
          </p:grpSpPr>
          <p:sp>
            <p:nvSpPr>
              <p:cNvPr id="66" name="Rectangle 3">
                <a:extLst>
                  <a:ext uri="{FF2B5EF4-FFF2-40B4-BE49-F238E27FC236}">
                    <a16:creationId xmlns:a16="http://schemas.microsoft.com/office/drawing/2014/main" id="{9A5609AF-7CD8-47E3-9FCE-082B294C11AC}"/>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7" name="Rectangle 3">
                <a:extLst>
                  <a:ext uri="{FF2B5EF4-FFF2-40B4-BE49-F238E27FC236}">
                    <a16:creationId xmlns:a16="http://schemas.microsoft.com/office/drawing/2014/main" id="{DBBE22A9-0A0F-4694-960F-8B3B8A6484D1}"/>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8" name="Rectangle 3">
                <a:extLst>
                  <a:ext uri="{FF2B5EF4-FFF2-40B4-BE49-F238E27FC236}">
                    <a16:creationId xmlns:a16="http://schemas.microsoft.com/office/drawing/2014/main" id="{14EAD206-FDD1-4612-BACD-A5FCBEBB099A}"/>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53%</a:t>
                </a:r>
                <a:endParaRPr lang="en-US" b="1" dirty="0">
                  <a:solidFill>
                    <a:srgbClr val="003399"/>
                  </a:solidFill>
                  <a:latin typeface="Arial Narrow"/>
                </a:endParaRPr>
              </a:p>
            </p:txBody>
          </p:sp>
        </p:grpSp>
        <p:grpSp>
          <p:nvGrpSpPr>
            <p:cNvPr id="69" name="Group 47">
              <a:extLst>
                <a:ext uri="{FF2B5EF4-FFF2-40B4-BE49-F238E27FC236}">
                  <a16:creationId xmlns:a16="http://schemas.microsoft.com/office/drawing/2014/main" id="{DA2345CE-51B0-4BA3-903A-36973CFE2830}"/>
                </a:ext>
              </a:extLst>
            </p:cNvPr>
            <p:cNvGrpSpPr/>
            <p:nvPr/>
          </p:nvGrpSpPr>
          <p:grpSpPr>
            <a:xfrm>
              <a:off x="731753" y="2617773"/>
              <a:ext cx="927287" cy="695264"/>
              <a:chOff x="733262" y="1872371"/>
              <a:chExt cx="927287" cy="695264"/>
            </a:xfrm>
            <a:effectLst>
              <a:outerShdw blurRad="50800" dist="38100" dir="2700000" algn="tl" rotWithShape="0">
                <a:prstClr val="black">
                  <a:alpha val="40000"/>
                </a:prstClr>
              </a:outerShdw>
            </a:effectLst>
          </p:grpSpPr>
          <p:sp>
            <p:nvSpPr>
              <p:cNvPr id="70" name="Rectangle 3">
                <a:extLst>
                  <a:ext uri="{FF2B5EF4-FFF2-40B4-BE49-F238E27FC236}">
                    <a16:creationId xmlns:a16="http://schemas.microsoft.com/office/drawing/2014/main" id="{5BC7E07A-5BE2-4229-A599-17CFD2F1ABA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1" name="Rectangle 3">
                <a:extLst>
                  <a:ext uri="{FF2B5EF4-FFF2-40B4-BE49-F238E27FC236}">
                    <a16:creationId xmlns:a16="http://schemas.microsoft.com/office/drawing/2014/main" id="{A694CDF1-C5D8-42C0-84F6-E0EFE687021F}"/>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2" name="Rectangle 3">
                <a:extLst>
                  <a:ext uri="{FF2B5EF4-FFF2-40B4-BE49-F238E27FC236}">
                    <a16:creationId xmlns:a16="http://schemas.microsoft.com/office/drawing/2014/main" id="{A9AF0679-F07A-4471-B977-5C6D10DF4F78}"/>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47%</a:t>
                </a:r>
                <a:endParaRPr lang="en-US" sz="2000" b="1" dirty="0">
                  <a:solidFill>
                    <a:srgbClr val="003399"/>
                  </a:solidFill>
                  <a:latin typeface="Arial Narrow"/>
                </a:endParaRPr>
              </a:p>
            </p:txBody>
          </p:sp>
        </p:grpSp>
        <p:grpSp>
          <p:nvGrpSpPr>
            <p:cNvPr id="73" name="Group 59">
              <a:extLst>
                <a:ext uri="{FF2B5EF4-FFF2-40B4-BE49-F238E27FC236}">
                  <a16:creationId xmlns:a16="http://schemas.microsoft.com/office/drawing/2014/main" id="{175C947F-B414-4038-B36F-362FEF862F62}"/>
                </a:ext>
              </a:extLst>
            </p:cNvPr>
            <p:cNvGrpSpPr/>
            <p:nvPr/>
          </p:nvGrpSpPr>
          <p:grpSpPr>
            <a:xfrm>
              <a:off x="1718581" y="1870862"/>
              <a:ext cx="927287" cy="695264"/>
              <a:chOff x="733262" y="1872371"/>
              <a:chExt cx="927287" cy="695264"/>
            </a:xfrm>
            <a:effectLst>
              <a:outerShdw blurRad="50800" dist="38100" dir="2700000" algn="tl" rotWithShape="0">
                <a:prstClr val="black">
                  <a:alpha val="40000"/>
                </a:prstClr>
              </a:outerShdw>
            </a:effectLst>
          </p:grpSpPr>
          <p:sp>
            <p:nvSpPr>
              <p:cNvPr id="74" name="Rectangle 3">
                <a:extLst>
                  <a:ext uri="{FF2B5EF4-FFF2-40B4-BE49-F238E27FC236}">
                    <a16:creationId xmlns:a16="http://schemas.microsoft.com/office/drawing/2014/main" id="{72688DF2-5E31-4B2F-A41C-32B7BBE81EA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5" name="Rectangle 3">
                <a:extLst>
                  <a:ext uri="{FF2B5EF4-FFF2-40B4-BE49-F238E27FC236}">
                    <a16:creationId xmlns:a16="http://schemas.microsoft.com/office/drawing/2014/main" id="{0ADDEF43-B84E-4A70-BB90-5EBE52FBB0B6}"/>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6" name="Rectangle 3">
                <a:extLst>
                  <a:ext uri="{FF2B5EF4-FFF2-40B4-BE49-F238E27FC236}">
                    <a16:creationId xmlns:a16="http://schemas.microsoft.com/office/drawing/2014/main" id="{9B8D0FF8-0E08-4384-9BDF-218447DC441E}"/>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42%</a:t>
                </a:r>
                <a:endParaRPr lang="en-US" sz="2000" b="1" dirty="0">
                  <a:solidFill>
                    <a:srgbClr val="003399"/>
                  </a:solidFill>
                  <a:latin typeface="Arial Narrow"/>
                </a:endParaRPr>
              </a:p>
            </p:txBody>
          </p:sp>
        </p:grpSp>
        <p:grpSp>
          <p:nvGrpSpPr>
            <p:cNvPr id="77" name="Group 63">
              <a:extLst>
                <a:ext uri="{FF2B5EF4-FFF2-40B4-BE49-F238E27FC236}">
                  <a16:creationId xmlns:a16="http://schemas.microsoft.com/office/drawing/2014/main" id="{D3A47FD8-EB93-47E2-A4E1-CA90C48097AB}"/>
                </a:ext>
              </a:extLst>
            </p:cNvPr>
            <p:cNvGrpSpPr/>
            <p:nvPr/>
          </p:nvGrpSpPr>
          <p:grpSpPr>
            <a:xfrm>
              <a:off x="1717072" y="2616264"/>
              <a:ext cx="927287" cy="695264"/>
              <a:chOff x="733262" y="1872371"/>
              <a:chExt cx="927287" cy="695264"/>
            </a:xfrm>
            <a:effectLst>
              <a:outerShdw blurRad="50800" dist="38100" dir="2700000" algn="tl" rotWithShape="0">
                <a:prstClr val="black">
                  <a:alpha val="40000"/>
                </a:prstClr>
              </a:outerShdw>
            </a:effectLst>
          </p:grpSpPr>
          <p:sp>
            <p:nvSpPr>
              <p:cNvPr id="78" name="Rectangle 3">
                <a:extLst>
                  <a:ext uri="{FF2B5EF4-FFF2-40B4-BE49-F238E27FC236}">
                    <a16:creationId xmlns:a16="http://schemas.microsoft.com/office/drawing/2014/main" id="{728A7F6C-6563-4A37-A292-A7E7A51CA85C}"/>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9" name="Rectangle 3">
                <a:extLst>
                  <a:ext uri="{FF2B5EF4-FFF2-40B4-BE49-F238E27FC236}">
                    <a16:creationId xmlns:a16="http://schemas.microsoft.com/office/drawing/2014/main" id="{E7461178-89C3-47D0-8BB5-7404427D7765}"/>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80" name="Rectangle 3">
                <a:extLst>
                  <a:ext uri="{FF2B5EF4-FFF2-40B4-BE49-F238E27FC236}">
                    <a16:creationId xmlns:a16="http://schemas.microsoft.com/office/drawing/2014/main" id="{C507F8C2-78D6-4E7A-910B-730B1DBA9E9F}"/>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58%</a:t>
                </a:r>
                <a:endParaRPr lang="en-US" sz="2000" b="1" dirty="0">
                  <a:solidFill>
                    <a:srgbClr val="003399"/>
                  </a:solidFill>
                  <a:latin typeface="Arial Narrow"/>
                </a:endParaRPr>
              </a:p>
            </p:txBody>
          </p:sp>
        </p:grpSp>
      </p:grpSp>
    </p:spTree>
    <p:extLst>
      <p:ext uri="{BB962C8B-B14F-4D97-AF65-F5344CB8AC3E}">
        <p14:creationId xmlns:p14="http://schemas.microsoft.com/office/powerpoint/2010/main" val="20378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Decision Tree Split Search</a:t>
            </a:r>
            <a:endParaRPr lang="en-US" dirty="0"/>
          </a:p>
        </p:txBody>
      </p:sp>
      <p:sp>
        <p:nvSpPr>
          <p:cNvPr id="69" name="Rectangle 2">
            <a:extLst>
              <a:ext uri="{FF2B5EF4-FFF2-40B4-BE49-F238E27FC236}">
                <a16:creationId xmlns:a16="http://schemas.microsoft.com/office/drawing/2014/main" id="{ED025F76-6F99-47AA-87C0-C8A5482336E0}"/>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70" name="Rectangle 4"/>
          <p:cNvSpPr>
            <a:spLocks noChangeArrowheads="1"/>
          </p:cNvSpPr>
          <p:nvPr/>
        </p:nvSpPr>
        <p:spPr bwMode="auto">
          <a:xfrm>
            <a:off x="4876800" y="1901825"/>
            <a:ext cx="3733800" cy="3584575"/>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sp>
        <p:nvSpPr>
          <p:cNvPr id="71" name="Text Box 8"/>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72" name="Text Box 9"/>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73" name="Text Box 10"/>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74" name="Text Box 11"/>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75" name="Text Box 12"/>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76" name="Text Box 13"/>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77" name="Text Box 14"/>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78" name="Text Box 15"/>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79" name="Text Box 16"/>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80" name="Text Box 17"/>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81" name="Text Box 18"/>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82" name="Text Box 19"/>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83" name="Text Box 20"/>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84" name="Text Box 21"/>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85" name="Text Box 22"/>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86" name="Text Box 23"/>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87" name="Text Box 24"/>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88" name="Text Box 25"/>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89" name="Text Box 26"/>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90" name="Text Box 27"/>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91" name="Text Box 28"/>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92" name="Text Box 29"/>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93" name="Text Box 30"/>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94" name="Text Box 31"/>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pic>
        <p:nvPicPr>
          <p:cNvPr id="95" name="Picture 65"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6" name="Object 63"/>
          <p:cNvGraphicFramePr>
            <a:graphicFrameLocks noChangeAspect="1"/>
          </p:cNvGraphicFramePr>
          <p:nvPr/>
        </p:nvGraphicFramePr>
        <p:xfrm>
          <a:off x="4838700" y="1736725"/>
          <a:ext cx="3810000" cy="3867150"/>
        </p:xfrm>
        <a:graphic>
          <a:graphicData uri="http://schemas.openxmlformats.org/presentationml/2006/ole">
            <mc:AlternateContent xmlns:mc="http://schemas.openxmlformats.org/markup-compatibility/2006">
              <mc:Choice xmlns:v="urn:schemas-microsoft-com:vml" Requires="v">
                <p:oleObj name="Chart" r:id="rId4" imgW="4181375" imgH="4076700" progId="MSGraph.Chart.8">
                  <p:embed followColorScheme="full"/>
                </p:oleObj>
              </mc:Choice>
              <mc:Fallback>
                <p:oleObj name="Chart" r:id="rId4" imgW="4181375" imgH="4076700" progId="MSGraph.Chart.8">
                  <p:embed followColorScheme="full"/>
                  <p:pic>
                    <p:nvPicPr>
                      <p:cNvPr id="96"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8700" y="1736725"/>
                        <a:ext cx="3810000" cy="38671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Text Box 47"/>
          <p:cNvSpPr txBox="1">
            <a:spLocks noChangeArrowheads="1"/>
          </p:cNvSpPr>
          <p:nvPr/>
        </p:nvSpPr>
        <p:spPr bwMode="auto">
          <a:xfrm>
            <a:off x="2660650" y="1905000"/>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E6E6E6"/>
                </a:solidFill>
                <a:latin typeface="Arial Narrow" panose="020B0606020202030204" pitchFamily="34" charset="0"/>
              </a:rPr>
              <a:t>max Information Gain(</a:t>
            </a:r>
            <a:r>
              <a:rPr lang="en-US" altLang="en-US" sz="2000" b="1" i="1" dirty="0">
                <a:solidFill>
                  <a:srgbClr val="E6E6E6"/>
                </a:solidFill>
                <a:latin typeface="Arial Narrow" panose="020B0606020202030204" pitchFamily="34" charset="0"/>
              </a:rPr>
              <a:t>x</a:t>
            </a:r>
            <a:r>
              <a:rPr lang="en-US" altLang="en-US" sz="2000" b="1" i="1" baseline="-25000" dirty="0">
                <a:solidFill>
                  <a:srgbClr val="E6E6E6"/>
                </a:solidFill>
                <a:latin typeface="Arial Narrow" panose="020B0606020202030204" pitchFamily="34" charset="0"/>
              </a:rPr>
              <a:t>1</a:t>
            </a:r>
            <a:r>
              <a:rPr lang="en-US" altLang="en-US" sz="2000" b="1" dirty="0">
                <a:solidFill>
                  <a:srgbClr val="E6E6E6"/>
                </a:solidFill>
                <a:latin typeface="Arial Narrow" panose="020B0606020202030204" pitchFamily="34" charset="0"/>
              </a:rPr>
              <a:t>)</a:t>
            </a:r>
          </a:p>
          <a:p>
            <a:pPr algn="ctr">
              <a:spcBef>
                <a:spcPct val="0"/>
              </a:spcBef>
              <a:buClrTx/>
              <a:buFontTx/>
              <a:buNone/>
            </a:pPr>
            <a:r>
              <a:rPr lang="en-US" altLang="en-US" sz="2000" b="1" dirty="0">
                <a:solidFill>
                  <a:srgbClr val="E6E6E6"/>
                </a:solidFill>
                <a:latin typeface="Arial Narrow" panose="020B0606020202030204" pitchFamily="34" charset="0"/>
              </a:rPr>
              <a:t>0.0095</a:t>
            </a:r>
          </a:p>
        </p:txBody>
      </p:sp>
      <p:sp>
        <p:nvSpPr>
          <p:cNvPr id="98" name="Oval 285">
            <a:extLst>
              <a:ext uri="{FF2B5EF4-FFF2-40B4-BE49-F238E27FC236}">
                <a16:creationId xmlns:a16="http://schemas.microsoft.com/office/drawing/2014/main" id="{287BFA49-9A46-41FD-9CD8-B7F97B09553D}"/>
              </a:ext>
            </a:extLst>
          </p:cNvPr>
          <p:cNvSpPr>
            <a:spLocks noChangeArrowheads="1"/>
          </p:cNvSpPr>
          <p:nvPr/>
        </p:nvSpPr>
        <p:spPr bwMode="auto">
          <a:xfrm>
            <a:off x="415925" y="2106613"/>
            <a:ext cx="228600" cy="228600"/>
          </a:xfrm>
          <a:prstGeom prst="ellipse">
            <a:avLst/>
          </a:prstGeom>
          <a:solidFill>
            <a:schemeClr val="tx2">
              <a:lumMod val="20000"/>
              <a:lumOff val="80000"/>
            </a:schemeClr>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99" name="Oval 286">
            <a:extLst>
              <a:ext uri="{FF2B5EF4-FFF2-40B4-BE49-F238E27FC236}">
                <a16:creationId xmlns:a16="http://schemas.microsoft.com/office/drawing/2014/main" id="{20EF574D-EE4B-4E44-B78B-1A9CCF9EC311}"/>
              </a:ext>
            </a:extLst>
          </p:cNvPr>
          <p:cNvSpPr>
            <a:spLocks noChangeArrowheads="1"/>
          </p:cNvSpPr>
          <p:nvPr/>
        </p:nvSpPr>
        <p:spPr bwMode="auto">
          <a:xfrm>
            <a:off x="415925" y="2852738"/>
            <a:ext cx="228600" cy="228600"/>
          </a:xfrm>
          <a:prstGeom prst="ellipse">
            <a:avLst/>
          </a:prstGeom>
          <a:solidFill>
            <a:schemeClr val="tx2">
              <a:lumMod val="20000"/>
              <a:lumOff val="80000"/>
            </a:schemeClr>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00" name="Text Box 287"/>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E6E6E6"/>
                </a:solidFill>
              </a:rPr>
              <a:t>left</a:t>
            </a:r>
          </a:p>
        </p:txBody>
      </p:sp>
      <p:sp>
        <p:nvSpPr>
          <p:cNvPr id="101" name="Text Box 288"/>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E6E6E6"/>
                </a:solidFill>
              </a:rPr>
              <a:t>right</a:t>
            </a:r>
          </a:p>
        </p:txBody>
      </p:sp>
      <p:sp>
        <p:nvSpPr>
          <p:cNvPr id="102" name="Rectangle 101">
            <a:extLst>
              <a:ext uri="{FF2B5EF4-FFF2-40B4-BE49-F238E27FC236}">
                <a16:creationId xmlns:a16="http://schemas.microsoft.com/office/drawing/2014/main" id="{51C40783-BD7F-43E4-8BA0-C0A089A77A72}"/>
              </a:ext>
            </a:extLst>
          </p:cNvPr>
          <p:cNvSpPr/>
          <p:nvPr/>
        </p:nvSpPr>
        <p:spPr bwMode="auto">
          <a:xfrm>
            <a:off x="735013" y="1870075"/>
            <a:ext cx="927100"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a:rPr>
              <a:t>53%</a:t>
            </a:r>
            <a:endParaRPr lang="en-US" b="1" dirty="0">
              <a:solidFill>
                <a:srgbClr val="FFFFFF"/>
              </a:solidFill>
              <a:latin typeface="Arial Narrow"/>
            </a:endParaRPr>
          </a:p>
        </p:txBody>
      </p:sp>
      <p:sp>
        <p:nvSpPr>
          <p:cNvPr id="103" name="Rectangle 102">
            <a:extLst>
              <a:ext uri="{FF2B5EF4-FFF2-40B4-BE49-F238E27FC236}">
                <a16:creationId xmlns:a16="http://schemas.microsoft.com/office/drawing/2014/main" id="{162F973D-ABA1-4D13-B2DF-CB7EDC23C1BD}"/>
              </a:ext>
            </a:extLst>
          </p:cNvPr>
          <p:cNvSpPr/>
          <p:nvPr/>
        </p:nvSpPr>
        <p:spPr bwMode="auto">
          <a:xfrm>
            <a:off x="1719263" y="1870075"/>
            <a:ext cx="925512"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pitchFamily="34" charset="0"/>
              </a:rPr>
              <a:t>42%</a:t>
            </a:r>
            <a:endParaRPr lang="en-US" sz="2000" b="1" dirty="0">
              <a:solidFill>
                <a:srgbClr val="FFFFFF"/>
              </a:solidFill>
              <a:latin typeface="Arial Narrow" pitchFamily="34" charset="0"/>
            </a:endParaRPr>
          </a:p>
        </p:txBody>
      </p:sp>
      <p:sp>
        <p:nvSpPr>
          <p:cNvPr id="104" name="Rectangle 103">
            <a:extLst>
              <a:ext uri="{FF2B5EF4-FFF2-40B4-BE49-F238E27FC236}">
                <a16:creationId xmlns:a16="http://schemas.microsoft.com/office/drawing/2014/main" id="{E380A416-FBAD-4084-9929-9EF024679025}"/>
              </a:ext>
            </a:extLst>
          </p:cNvPr>
          <p:cNvSpPr/>
          <p:nvPr/>
        </p:nvSpPr>
        <p:spPr bwMode="auto">
          <a:xfrm>
            <a:off x="733425" y="2616200"/>
            <a:ext cx="925513"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1800" b="1">
                <a:solidFill>
                  <a:srgbClr val="FFFFFF"/>
                </a:solidFill>
                <a:latin typeface="Arial"/>
              </a:rPr>
              <a:t>47%</a:t>
            </a:r>
            <a:endParaRPr lang="en-US" sz="1800" b="1" dirty="0">
              <a:solidFill>
                <a:srgbClr val="FFFFFF"/>
              </a:solidFill>
              <a:latin typeface="Arial"/>
            </a:endParaRPr>
          </a:p>
        </p:txBody>
      </p:sp>
      <p:sp>
        <p:nvSpPr>
          <p:cNvPr id="105" name="Rectangle 104">
            <a:extLst>
              <a:ext uri="{FF2B5EF4-FFF2-40B4-BE49-F238E27FC236}">
                <a16:creationId xmlns:a16="http://schemas.microsoft.com/office/drawing/2014/main" id="{C6E4198B-9D6E-486C-9D6C-29D7CC3508BF}"/>
              </a:ext>
            </a:extLst>
          </p:cNvPr>
          <p:cNvSpPr/>
          <p:nvPr/>
        </p:nvSpPr>
        <p:spPr bwMode="auto">
          <a:xfrm>
            <a:off x="1717675" y="2616200"/>
            <a:ext cx="925513"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a:rPr>
              <a:t>58%</a:t>
            </a:r>
            <a:endParaRPr lang="en-US" sz="2000" b="1" dirty="0">
              <a:solidFill>
                <a:srgbClr val="FFFFFF"/>
              </a:solidFill>
              <a:latin typeface="Arial Narrow"/>
            </a:endParaRPr>
          </a:p>
        </p:txBody>
      </p:sp>
      <p:sp>
        <p:nvSpPr>
          <p:cNvPr id="106" name="Oval 285">
            <a:extLst>
              <a:ext uri="{FF2B5EF4-FFF2-40B4-BE49-F238E27FC236}">
                <a16:creationId xmlns:a16="http://schemas.microsoft.com/office/drawing/2014/main" id="{0275E068-5F96-4DFF-B3E5-B79DB0B2A624}"/>
              </a:ext>
            </a:extLst>
          </p:cNvPr>
          <p:cNvSpPr>
            <a:spLocks noChangeArrowheads="1"/>
          </p:cNvSpPr>
          <p:nvPr/>
        </p:nvSpPr>
        <p:spPr bwMode="auto">
          <a:xfrm>
            <a:off x="417513" y="4264025"/>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07" name="Oval 286">
            <a:extLst>
              <a:ext uri="{FF2B5EF4-FFF2-40B4-BE49-F238E27FC236}">
                <a16:creationId xmlns:a16="http://schemas.microsoft.com/office/drawing/2014/main" id="{0ADCBE9A-0FF7-4DEF-8E4E-808B8B8DBC1E}"/>
              </a:ext>
            </a:extLst>
          </p:cNvPr>
          <p:cNvSpPr>
            <a:spLocks noChangeArrowheads="1"/>
          </p:cNvSpPr>
          <p:nvPr/>
        </p:nvSpPr>
        <p:spPr bwMode="auto">
          <a:xfrm>
            <a:off x="417513" y="5010150"/>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08" name="Text Box 287"/>
          <p:cNvSpPr txBox="1">
            <a:spLocks noChangeArrowheads="1"/>
          </p:cNvSpPr>
          <p:nvPr/>
        </p:nvSpPr>
        <p:spPr bwMode="auto">
          <a:xfrm>
            <a:off x="741363" y="3671888"/>
            <a:ext cx="968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bottom</a:t>
            </a:r>
          </a:p>
        </p:txBody>
      </p:sp>
      <p:sp>
        <p:nvSpPr>
          <p:cNvPr id="109" name="Text Box 288"/>
          <p:cNvSpPr txBox="1">
            <a:spLocks noChangeArrowheads="1"/>
          </p:cNvSpPr>
          <p:nvPr/>
        </p:nvSpPr>
        <p:spPr bwMode="auto">
          <a:xfrm>
            <a:off x="1925638" y="3657600"/>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top</a:t>
            </a:r>
          </a:p>
        </p:txBody>
      </p:sp>
      <p:grpSp>
        <p:nvGrpSpPr>
          <p:cNvPr id="110" name="Group 56">
            <a:extLst>
              <a:ext uri="{FF2B5EF4-FFF2-40B4-BE49-F238E27FC236}">
                <a16:creationId xmlns:a16="http://schemas.microsoft.com/office/drawing/2014/main" id="{01362AED-4F87-4497-A866-623D8B18BA0E}"/>
              </a:ext>
            </a:extLst>
          </p:cNvPr>
          <p:cNvGrpSpPr/>
          <p:nvPr/>
        </p:nvGrpSpPr>
        <p:grpSpPr>
          <a:xfrm>
            <a:off x="719614" y="4028718"/>
            <a:ext cx="927287" cy="695264"/>
            <a:chOff x="733262" y="1872371"/>
            <a:chExt cx="927287" cy="695264"/>
          </a:xfrm>
          <a:effectLst>
            <a:outerShdw blurRad="50800" dist="38100" dir="2700000" algn="tl" rotWithShape="0">
              <a:prstClr val="black">
                <a:alpha val="40000"/>
              </a:prstClr>
            </a:outerShdw>
          </a:effectLst>
        </p:grpSpPr>
        <p:sp>
          <p:nvSpPr>
            <p:cNvPr id="111" name="Rectangle 3">
              <a:extLst>
                <a:ext uri="{FF2B5EF4-FFF2-40B4-BE49-F238E27FC236}">
                  <a16:creationId xmlns:a16="http://schemas.microsoft.com/office/drawing/2014/main" id="{65FB39AF-8C06-40C4-ABE4-23313AEF094C}"/>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12" name="Rectangle 3">
              <a:extLst>
                <a:ext uri="{FF2B5EF4-FFF2-40B4-BE49-F238E27FC236}">
                  <a16:creationId xmlns:a16="http://schemas.microsoft.com/office/drawing/2014/main" id="{992D5958-6ADB-47B3-B553-EEA8C073EE43}"/>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13" name="Rectangle 3">
              <a:extLst>
                <a:ext uri="{FF2B5EF4-FFF2-40B4-BE49-F238E27FC236}">
                  <a16:creationId xmlns:a16="http://schemas.microsoft.com/office/drawing/2014/main" id="{D40751A5-19CE-40C3-A32E-4143B837F1AB}"/>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114" name="Group 63">
            <a:extLst>
              <a:ext uri="{FF2B5EF4-FFF2-40B4-BE49-F238E27FC236}">
                <a16:creationId xmlns:a16="http://schemas.microsoft.com/office/drawing/2014/main" id="{8EC4745F-24D2-4EFE-B717-E6D863E132E5}"/>
              </a:ext>
            </a:extLst>
          </p:cNvPr>
          <p:cNvGrpSpPr/>
          <p:nvPr/>
        </p:nvGrpSpPr>
        <p:grpSpPr>
          <a:xfrm>
            <a:off x="718105" y="4774120"/>
            <a:ext cx="927287" cy="695264"/>
            <a:chOff x="733262" y="1872371"/>
            <a:chExt cx="927287" cy="695264"/>
          </a:xfrm>
          <a:effectLst>
            <a:outerShdw blurRad="50800" dist="38100" dir="2700000" algn="tl" rotWithShape="0">
              <a:prstClr val="black">
                <a:alpha val="40000"/>
              </a:prstClr>
            </a:outerShdw>
          </a:effectLst>
        </p:grpSpPr>
        <p:sp>
          <p:nvSpPr>
            <p:cNvPr id="115" name="Rectangle 3">
              <a:extLst>
                <a:ext uri="{FF2B5EF4-FFF2-40B4-BE49-F238E27FC236}">
                  <a16:creationId xmlns:a16="http://schemas.microsoft.com/office/drawing/2014/main" id="{F98AACD1-E226-4B53-8858-5AEF28F21F70}"/>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16" name="Rectangle 3">
              <a:extLst>
                <a:ext uri="{FF2B5EF4-FFF2-40B4-BE49-F238E27FC236}">
                  <a16:creationId xmlns:a16="http://schemas.microsoft.com/office/drawing/2014/main" id="{D4922CD1-C249-4436-9C4B-5C1524AB98D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17" name="Rectangle 3">
              <a:extLst>
                <a:ext uri="{FF2B5EF4-FFF2-40B4-BE49-F238E27FC236}">
                  <a16:creationId xmlns:a16="http://schemas.microsoft.com/office/drawing/2014/main" id="{3D0B8A56-EE74-4998-AEF5-414608E549FF}"/>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118" name="Group 67">
            <a:extLst>
              <a:ext uri="{FF2B5EF4-FFF2-40B4-BE49-F238E27FC236}">
                <a16:creationId xmlns:a16="http://schemas.microsoft.com/office/drawing/2014/main" id="{8162F877-8489-4DB8-8B9F-975B641F652A}"/>
              </a:ext>
            </a:extLst>
          </p:cNvPr>
          <p:cNvGrpSpPr/>
          <p:nvPr/>
        </p:nvGrpSpPr>
        <p:grpSpPr>
          <a:xfrm>
            <a:off x="1704933" y="4027209"/>
            <a:ext cx="927287" cy="695264"/>
            <a:chOff x="733262" y="1872371"/>
            <a:chExt cx="927287" cy="695264"/>
          </a:xfrm>
          <a:effectLst>
            <a:outerShdw blurRad="50800" dist="38100" dir="2700000" algn="tl" rotWithShape="0">
              <a:prstClr val="black">
                <a:alpha val="40000"/>
              </a:prstClr>
            </a:outerShdw>
          </a:effectLst>
        </p:grpSpPr>
        <p:sp>
          <p:nvSpPr>
            <p:cNvPr id="119" name="Rectangle 3">
              <a:extLst>
                <a:ext uri="{FF2B5EF4-FFF2-40B4-BE49-F238E27FC236}">
                  <a16:creationId xmlns:a16="http://schemas.microsoft.com/office/drawing/2014/main" id="{735074B5-96CA-4D3E-B910-F24CF860E372}"/>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20" name="Rectangle 3">
              <a:extLst>
                <a:ext uri="{FF2B5EF4-FFF2-40B4-BE49-F238E27FC236}">
                  <a16:creationId xmlns:a16="http://schemas.microsoft.com/office/drawing/2014/main" id="{B81A74B6-18ED-4C31-ADE4-E542A4FEF8E7}"/>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21" name="Rectangle 3">
              <a:extLst>
                <a:ext uri="{FF2B5EF4-FFF2-40B4-BE49-F238E27FC236}">
                  <a16:creationId xmlns:a16="http://schemas.microsoft.com/office/drawing/2014/main" id="{979AB41E-1A5B-459F-9ABC-0A8255FD7277}"/>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grpSp>
        <p:nvGrpSpPr>
          <p:cNvPr id="122" name="Group 71">
            <a:extLst>
              <a:ext uri="{FF2B5EF4-FFF2-40B4-BE49-F238E27FC236}">
                <a16:creationId xmlns:a16="http://schemas.microsoft.com/office/drawing/2014/main" id="{476F0B5D-417D-465D-B6F6-59AE19A6E7BB}"/>
              </a:ext>
            </a:extLst>
          </p:cNvPr>
          <p:cNvGrpSpPr/>
          <p:nvPr/>
        </p:nvGrpSpPr>
        <p:grpSpPr>
          <a:xfrm>
            <a:off x="1703424" y="4772611"/>
            <a:ext cx="927287" cy="695264"/>
            <a:chOff x="733262" y="1872371"/>
            <a:chExt cx="927287" cy="695264"/>
          </a:xfrm>
          <a:effectLst>
            <a:outerShdw blurRad="50800" dist="38100" dir="2700000" algn="tl" rotWithShape="0">
              <a:prstClr val="black">
                <a:alpha val="40000"/>
              </a:prstClr>
            </a:outerShdw>
          </a:effectLst>
        </p:grpSpPr>
        <p:sp>
          <p:nvSpPr>
            <p:cNvPr id="123" name="Rectangle 3">
              <a:extLst>
                <a:ext uri="{FF2B5EF4-FFF2-40B4-BE49-F238E27FC236}">
                  <a16:creationId xmlns:a16="http://schemas.microsoft.com/office/drawing/2014/main" id="{6179FDF2-7984-4854-8E22-E7BC8B5F0BD5}"/>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24" name="Rectangle 3">
              <a:extLst>
                <a:ext uri="{FF2B5EF4-FFF2-40B4-BE49-F238E27FC236}">
                  <a16:creationId xmlns:a16="http://schemas.microsoft.com/office/drawing/2014/main" id="{EDC6596F-A484-4444-AB59-3CE7A9ADD48E}"/>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sp>
          <p:nvSpPr>
            <p:cNvPr id="125" name="Rectangle 3">
              <a:extLst>
                <a:ext uri="{FF2B5EF4-FFF2-40B4-BE49-F238E27FC236}">
                  <a16:creationId xmlns:a16="http://schemas.microsoft.com/office/drawing/2014/main" id="{9C28C027-F2CF-443F-A8C0-C57E9F05D73B}"/>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0000"/>
                </a:solidFill>
              </a:endParaRPr>
            </a:p>
          </p:txBody>
        </p:sp>
      </p:grpSp>
      <p:sp>
        <p:nvSpPr>
          <p:cNvPr id="126" name="Text Box 272"/>
          <p:cNvSpPr txBox="1">
            <a:spLocks noChangeArrowheads="1"/>
          </p:cNvSpPr>
          <p:nvPr/>
        </p:nvSpPr>
        <p:spPr bwMode="auto">
          <a:xfrm>
            <a:off x="638175" y="5755957"/>
            <a:ext cx="3581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Repeat for </a:t>
            </a:r>
            <a:r>
              <a:rPr lang="en-US" altLang="en-US" sz="2600" i="1" dirty="0"/>
              <a:t>x</a:t>
            </a:r>
            <a:r>
              <a:rPr lang="en-US" altLang="en-US" sz="2600" baseline="-25000" dirty="0"/>
              <a:t>2</a:t>
            </a:r>
            <a:endParaRPr lang="en-US" altLang="en-US" sz="2600" dirty="0">
              <a:latin typeface="+mj-lt"/>
            </a:endParaRPr>
          </a:p>
        </p:txBody>
      </p:sp>
      <p:sp>
        <p:nvSpPr>
          <p:cNvPr id="127"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20</a:t>
            </a:fld>
            <a:endParaRPr lang="en-US" altLang="en-US" sz="1400" dirty="0"/>
          </a:p>
        </p:txBody>
      </p:sp>
    </p:spTree>
    <p:extLst>
      <p:ext uri="{BB962C8B-B14F-4D97-AF65-F5344CB8AC3E}">
        <p14:creationId xmlns:p14="http://schemas.microsoft.com/office/powerpoint/2010/main" val="17265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wipe(down)">
                                      <p:cBhvr>
                                        <p:cTn id="7" dur="2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9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21</a:t>
            </a:fld>
            <a:endParaRPr lang="en-US" altLang="en-US" sz="1400" dirty="0"/>
          </a:p>
        </p:txBody>
      </p:sp>
      <p:sp>
        <p:nvSpPr>
          <p:cNvPr id="6" name="Text Box 47"/>
          <p:cNvSpPr txBox="1">
            <a:spLocks noChangeArrowheads="1"/>
          </p:cNvSpPr>
          <p:nvPr/>
        </p:nvSpPr>
        <p:spPr bwMode="auto">
          <a:xfrm>
            <a:off x="2660650" y="2098675"/>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E6E6E6"/>
                </a:solidFill>
                <a:latin typeface="Arial Narrow" panose="020B0606020202030204" pitchFamily="34" charset="0"/>
              </a:rPr>
              <a:t>max Information Gain(</a:t>
            </a:r>
            <a:r>
              <a:rPr lang="en-US" altLang="en-US" sz="2000" b="1" i="1" dirty="0">
                <a:solidFill>
                  <a:srgbClr val="E6E6E6"/>
                </a:solidFill>
                <a:latin typeface="Arial Narrow" panose="020B0606020202030204" pitchFamily="34" charset="0"/>
              </a:rPr>
              <a:t>x</a:t>
            </a:r>
            <a:r>
              <a:rPr lang="en-US" altLang="en-US" sz="2000" b="1" i="1" baseline="-25000" dirty="0">
                <a:solidFill>
                  <a:srgbClr val="E6E6E6"/>
                </a:solidFill>
                <a:latin typeface="Arial Narrow" panose="020B0606020202030204" pitchFamily="34" charset="0"/>
              </a:rPr>
              <a:t>1</a:t>
            </a:r>
            <a:r>
              <a:rPr lang="en-US" altLang="en-US" sz="2000" b="1" dirty="0">
                <a:solidFill>
                  <a:srgbClr val="E6E6E6"/>
                </a:solidFill>
                <a:latin typeface="Arial Narrow" panose="020B0606020202030204" pitchFamily="34" charset="0"/>
              </a:rPr>
              <a:t>)</a:t>
            </a:r>
          </a:p>
          <a:p>
            <a:pPr algn="ctr">
              <a:spcBef>
                <a:spcPct val="0"/>
              </a:spcBef>
              <a:buClrTx/>
              <a:buFontTx/>
              <a:buNone/>
            </a:pPr>
            <a:r>
              <a:rPr lang="en-US" altLang="en-US" sz="2000" b="1" dirty="0">
                <a:solidFill>
                  <a:srgbClr val="E6E6E6"/>
                </a:solidFill>
                <a:latin typeface="Arial Narrow" panose="020B0606020202030204" pitchFamily="34" charset="0"/>
              </a:rPr>
              <a:t>0.0095</a:t>
            </a:r>
          </a:p>
        </p:txBody>
      </p:sp>
      <p:grpSp>
        <p:nvGrpSpPr>
          <p:cNvPr id="3" name="Group 2" descr="Scatterplot of X1 and X2 with the optimal split of x2 = 0.63 show by the maximum logworth.  " title="Scatterplot"/>
          <p:cNvGrpSpPr/>
          <p:nvPr/>
        </p:nvGrpSpPr>
        <p:grpSpPr>
          <a:xfrm>
            <a:off x="4092575" y="1736725"/>
            <a:ext cx="5016500" cy="4435475"/>
            <a:chOff x="4092575" y="1736725"/>
            <a:chExt cx="5016500" cy="4435475"/>
          </a:xfrm>
        </p:grpSpPr>
        <p:sp>
          <p:nvSpPr>
            <p:cNvPr id="15" name="Rectangle 2">
              <a:extLst>
                <a:ext uri="{FF2B5EF4-FFF2-40B4-BE49-F238E27FC236}">
                  <a16:creationId xmlns:a16="http://schemas.microsoft.com/office/drawing/2014/main" id="{BC912C0C-5B18-4670-BDCD-A1BC252FEB90}"/>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16" name="Rectangle 60">
              <a:extLst>
                <a:ext uri="{FF2B5EF4-FFF2-40B4-BE49-F238E27FC236}">
                  <a16:creationId xmlns:a16="http://schemas.microsoft.com/office/drawing/2014/main" id="{5DFC71F9-CBC7-4784-AB84-541EF5342E83}"/>
                </a:ext>
              </a:extLst>
            </p:cNvPr>
            <p:cNvSpPr>
              <a:spLocks noChangeArrowheads="1"/>
            </p:cNvSpPr>
            <p:nvPr/>
          </p:nvSpPr>
          <p:spPr bwMode="auto">
            <a:xfrm>
              <a:off x="4876800" y="1905000"/>
              <a:ext cx="3733800" cy="1295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17" name="Rectangle 61">
              <a:extLst>
                <a:ext uri="{FF2B5EF4-FFF2-40B4-BE49-F238E27FC236}">
                  <a16:creationId xmlns:a16="http://schemas.microsoft.com/office/drawing/2014/main" id="{B510A38B-5E3F-46E8-A3C8-EC446BC3BF77}"/>
                </a:ext>
              </a:extLst>
            </p:cNvPr>
            <p:cNvSpPr>
              <a:spLocks noChangeArrowheads="1"/>
            </p:cNvSpPr>
            <p:nvPr/>
          </p:nvSpPr>
          <p:spPr bwMode="auto">
            <a:xfrm>
              <a:off x="4876800" y="3238500"/>
              <a:ext cx="3733800"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18" name="Text Box 6"/>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9" name="Text Box 7"/>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0" name="Text Box 8"/>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1" name="Text Box 9"/>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2" name="Text Box 10"/>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3" name="Text Box 11"/>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4" name="Text Box 12"/>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5" name="Text Box 13"/>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6" name="Text Box 14"/>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7" name="Text Box 15"/>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8" name="Text Box 16"/>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9" name="Text Box 17"/>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30" name="Text Box 18"/>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31" name="Text Box 19"/>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32" name="Text Box 20"/>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33" name="Text Box 21"/>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34" name="Text Box 22"/>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35" name="Text Box 23"/>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36" name="Text Box 24"/>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37" name="Text Box 25"/>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38" name="Text Box 26"/>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39" name="Text Box 27"/>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40" name="Text Box 28"/>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41" name="Text Box 29"/>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42" name="Text Box 141"/>
            <p:cNvSpPr txBox="1">
              <a:spLocks noChangeArrowheads="1"/>
            </p:cNvSpPr>
            <p:nvPr/>
          </p:nvSpPr>
          <p:spPr bwMode="auto">
            <a:xfrm>
              <a:off x="8602663" y="3048000"/>
              <a:ext cx="5064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003399"/>
                  </a:solidFill>
                  <a:latin typeface="Arial Narrow" panose="020B0606020202030204" pitchFamily="34" charset="0"/>
                </a:rPr>
                <a:t>0.63</a:t>
              </a:r>
            </a:p>
          </p:txBody>
        </p:sp>
        <p:pic>
          <p:nvPicPr>
            <p:cNvPr id="43" name="Picture 160"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87525"/>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4" name="Object 159"/>
            <p:cNvGraphicFramePr>
              <a:graphicFrameLocks noChangeAspect="1"/>
            </p:cNvGraphicFramePr>
            <p:nvPr>
              <p:extLst>
                <p:ext uri="{D42A27DB-BD31-4B8C-83A1-F6EECF244321}">
                  <p14:modId xmlns:p14="http://schemas.microsoft.com/office/powerpoint/2010/main" val="3435116595"/>
                </p:ext>
              </p:extLst>
            </p:nvPr>
          </p:nvGraphicFramePr>
          <p:xfrm>
            <a:off x="4838700" y="1736725"/>
            <a:ext cx="3810000" cy="3867150"/>
          </p:xfrm>
          <a:graphic>
            <a:graphicData uri="http://schemas.openxmlformats.org/presentationml/2006/ole">
              <mc:AlternateContent xmlns:mc="http://schemas.openxmlformats.org/markup-compatibility/2006">
                <mc:Choice xmlns:v="urn:schemas-microsoft-com:vml" Requires="v">
                  <p:oleObj name="Chart" r:id="rId4" imgW="4181375" imgH="4076700" progId="MSGraph.Chart.8">
                    <p:embed followColorScheme="full"/>
                  </p:oleObj>
                </mc:Choice>
                <mc:Fallback>
                  <p:oleObj name="Chart" r:id="rId4" imgW="4181375" imgH="4076700" progId="MSGraph.Chart.8">
                    <p:embed followColorScheme="full"/>
                    <p:pic>
                      <p:nvPicPr>
                        <p:cNvPr id="44" name="Object 1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8700" y="1736725"/>
                          <a:ext cx="3810000" cy="386715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5" name="Text Box 47"/>
          <p:cNvSpPr txBox="1">
            <a:spLocks noChangeArrowheads="1"/>
          </p:cNvSpPr>
          <p:nvPr/>
        </p:nvSpPr>
        <p:spPr bwMode="auto">
          <a:xfrm>
            <a:off x="2663825" y="4256088"/>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 Information Gain(</a:t>
            </a:r>
            <a:r>
              <a:rPr lang="en-US" altLang="en-US" sz="2000" b="1" i="1" dirty="0">
                <a:solidFill>
                  <a:srgbClr val="003399"/>
                </a:solidFill>
                <a:latin typeface="Arial Narrow" panose="020B0606020202030204" pitchFamily="34" charset="0"/>
              </a:rPr>
              <a:t>x</a:t>
            </a:r>
            <a:r>
              <a:rPr lang="en-US" altLang="en-US" sz="2000" b="1" i="1" baseline="-25000" dirty="0">
                <a:solidFill>
                  <a:srgbClr val="003399"/>
                </a:solidFill>
                <a:latin typeface="Arial Narrow" panose="020B0606020202030204" pitchFamily="34" charset="0"/>
              </a:rPr>
              <a:t>2</a:t>
            </a:r>
            <a:r>
              <a:rPr lang="en-US" altLang="en-US" sz="2000" b="1" dirty="0">
                <a:solidFill>
                  <a:srgbClr val="003399"/>
                </a:solidFill>
                <a:latin typeface="Arial Narrow" panose="020B0606020202030204" pitchFamily="34" charset="0"/>
              </a:rPr>
              <a:t>)</a:t>
            </a:r>
          </a:p>
          <a:p>
            <a:pPr algn="ctr">
              <a:spcBef>
                <a:spcPct val="0"/>
              </a:spcBef>
              <a:buClrTx/>
              <a:buFontTx/>
              <a:buNone/>
            </a:pPr>
            <a:r>
              <a:rPr lang="en-US" altLang="en-US" sz="2000" b="1" dirty="0">
                <a:solidFill>
                  <a:srgbClr val="C00000"/>
                </a:solidFill>
                <a:latin typeface="Arial Narrow" panose="020B0606020202030204" pitchFamily="34" charset="0"/>
              </a:rPr>
              <a:t>0.0492</a:t>
            </a:r>
          </a:p>
        </p:txBody>
      </p:sp>
      <p:grpSp>
        <p:nvGrpSpPr>
          <p:cNvPr id="2" name="Group 1" descr="Blue and yellow proportions on each side of the split." title="Proportions"/>
          <p:cNvGrpSpPr/>
          <p:nvPr/>
        </p:nvGrpSpPr>
        <p:grpSpPr>
          <a:xfrm>
            <a:off x="415925" y="1498600"/>
            <a:ext cx="2229943" cy="3970783"/>
            <a:chOff x="415925" y="1498600"/>
            <a:chExt cx="2229943" cy="3970783"/>
          </a:xfrm>
        </p:grpSpPr>
        <p:sp>
          <p:nvSpPr>
            <p:cNvPr id="7" name="Oval 285">
              <a:extLst>
                <a:ext uri="{FF2B5EF4-FFF2-40B4-BE49-F238E27FC236}">
                  <a16:creationId xmlns:a16="http://schemas.microsoft.com/office/drawing/2014/main" id="{6D19EB55-87AF-45F9-AA44-8CD3502641D8}"/>
                </a:ext>
              </a:extLst>
            </p:cNvPr>
            <p:cNvSpPr>
              <a:spLocks noChangeArrowheads="1"/>
            </p:cNvSpPr>
            <p:nvPr/>
          </p:nvSpPr>
          <p:spPr bwMode="auto">
            <a:xfrm>
              <a:off x="415925" y="2106613"/>
              <a:ext cx="228600" cy="228600"/>
            </a:xfrm>
            <a:prstGeom prst="ellipse">
              <a:avLst/>
            </a:prstGeom>
            <a:solidFill>
              <a:schemeClr val="tx2">
                <a:lumMod val="20000"/>
                <a:lumOff val="80000"/>
              </a:schemeClr>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8" name="Oval 286">
              <a:extLst>
                <a:ext uri="{FF2B5EF4-FFF2-40B4-BE49-F238E27FC236}">
                  <a16:creationId xmlns:a16="http://schemas.microsoft.com/office/drawing/2014/main" id="{1F75C2C9-4AAE-4954-AE7F-B0404931B357}"/>
                </a:ext>
              </a:extLst>
            </p:cNvPr>
            <p:cNvSpPr>
              <a:spLocks noChangeArrowheads="1"/>
            </p:cNvSpPr>
            <p:nvPr/>
          </p:nvSpPr>
          <p:spPr bwMode="auto">
            <a:xfrm>
              <a:off x="415925" y="2852738"/>
              <a:ext cx="228600" cy="228600"/>
            </a:xfrm>
            <a:prstGeom prst="ellipse">
              <a:avLst/>
            </a:prstGeom>
            <a:solidFill>
              <a:schemeClr val="tx2">
                <a:lumMod val="20000"/>
                <a:lumOff val="80000"/>
              </a:schemeClr>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9" name="Text Box 287"/>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E6E6E6"/>
                  </a:solidFill>
                </a:rPr>
                <a:t>left</a:t>
              </a:r>
            </a:p>
          </p:txBody>
        </p:sp>
        <p:sp>
          <p:nvSpPr>
            <p:cNvPr id="10" name="Text Box 288"/>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E6E6E6"/>
                  </a:solidFill>
                </a:rPr>
                <a:t>right</a:t>
              </a:r>
            </a:p>
          </p:txBody>
        </p:sp>
        <p:sp>
          <p:nvSpPr>
            <p:cNvPr id="11" name="Rectangle 10">
              <a:extLst>
                <a:ext uri="{FF2B5EF4-FFF2-40B4-BE49-F238E27FC236}">
                  <a16:creationId xmlns:a16="http://schemas.microsoft.com/office/drawing/2014/main" id="{9397939F-BC95-424F-AB19-B7F701BAD316}"/>
                </a:ext>
              </a:extLst>
            </p:cNvPr>
            <p:cNvSpPr/>
            <p:nvPr/>
          </p:nvSpPr>
          <p:spPr bwMode="auto">
            <a:xfrm>
              <a:off x="735013" y="1870075"/>
              <a:ext cx="927100"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a:rPr>
                <a:t>53%</a:t>
              </a:r>
              <a:endParaRPr lang="en-US" b="1" dirty="0">
                <a:solidFill>
                  <a:srgbClr val="FFFFFF"/>
                </a:solidFill>
                <a:latin typeface="Arial Narrow"/>
              </a:endParaRPr>
            </a:p>
          </p:txBody>
        </p:sp>
        <p:sp>
          <p:nvSpPr>
            <p:cNvPr id="12" name="Rectangle 11">
              <a:extLst>
                <a:ext uri="{FF2B5EF4-FFF2-40B4-BE49-F238E27FC236}">
                  <a16:creationId xmlns:a16="http://schemas.microsoft.com/office/drawing/2014/main" id="{1A27A7B7-6419-4BEE-874B-11D9147DFFBA}"/>
                </a:ext>
              </a:extLst>
            </p:cNvPr>
            <p:cNvSpPr/>
            <p:nvPr/>
          </p:nvSpPr>
          <p:spPr bwMode="auto">
            <a:xfrm>
              <a:off x="1719263" y="1870075"/>
              <a:ext cx="925512"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pitchFamily="34" charset="0"/>
                </a:rPr>
                <a:t>42%</a:t>
              </a:r>
              <a:endParaRPr lang="en-US" sz="2000" b="1" dirty="0">
                <a:solidFill>
                  <a:srgbClr val="FFFFFF"/>
                </a:solidFill>
                <a:latin typeface="Arial Narrow" pitchFamily="34" charset="0"/>
              </a:endParaRPr>
            </a:p>
          </p:txBody>
        </p:sp>
        <p:sp>
          <p:nvSpPr>
            <p:cNvPr id="13" name="Rectangle 12">
              <a:extLst>
                <a:ext uri="{FF2B5EF4-FFF2-40B4-BE49-F238E27FC236}">
                  <a16:creationId xmlns:a16="http://schemas.microsoft.com/office/drawing/2014/main" id="{6172E5B2-F7D7-4AB0-80AF-279CF8E74C85}"/>
                </a:ext>
              </a:extLst>
            </p:cNvPr>
            <p:cNvSpPr/>
            <p:nvPr/>
          </p:nvSpPr>
          <p:spPr bwMode="auto">
            <a:xfrm>
              <a:off x="733425" y="2616200"/>
              <a:ext cx="925513"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1800" b="1">
                  <a:solidFill>
                    <a:srgbClr val="FFFFFF"/>
                  </a:solidFill>
                  <a:latin typeface="Arial"/>
                </a:rPr>
                <a:t>47%</a:t>
              </a:r>
              <a:endParaRPr lang="en-US" sz="1800" b="1" dirty="0">
                <a:solidFill>
                  <a:srgbClr val="FFFFFF"/>
                </a:solidFill>
                <a:latin typeface="Arial"/>
              </a:endParaRPr>
            </a:p>
          </p:txBody>
        </p:sp>
        <p:sp>
          <p:nvSpPr>
            <p:cNvPr id="14" name="Rectangle 13">
              <a:extLst>
                <a:ext uri="{FF2B5EF4-FFF2-40B4-BE49-F238E27FC236}">
                  <a16:creationId xmlns:a16="http://schemas.microsoft.com/office/drawing/2014/main" id="{F6930594-4246-49D9-B43D-BEDA1CC95BE4}"/>
                </a:ext>
              </a:extLst>
            </p:cNvPr>
            <p:cNvSpPr/>
            <p:nvPr/>
          </p:nvSpPr>
          <p:spPr bwMode="auto">
            <a:xfrm>
              <a:off x="1717675" y="2616200"/>
              <a:ext cx="925513" cy="701675"/>
            </a:xfrm>
            <a:prstGeom prst="rect">
              <a:avLst/>
            </a:prstGeom>
            <a:solidFill>
              <a:schemeClr val="tx2">
                <a:lumMod val="20000"/>
                <a:lumOff val="80000"/>
              </a:schemeClr>
            </a:solidFill>
            <a:ln w="3810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88900" tIns="88900" rIns="88900" bIns="88900" anchor="ctr"/>
            <a:lstStyle/>
            <a:p>
              <a:pPr algn="ctr">
                <a:defRPr/>
              </a:pPr>
              <a:r>
                <a:rPr lang="en-US" sz="2000" b="1">
                  <a:solidFill>
                    <a:srgbClr val="FFFFFF"/>
                  </a:solidFill>
                  <a:latin typeface="Arial Narrow"/>
                </a:rPr>
                <a:t>58%</a:t>
              </a:r>
              <a:endParaRPr lang="en-US" sz="2000" b="1" dirty="0">
                <a:solidFill>
                  <a:srgbClr val="FFFFFF"/>
                </a:solidFill>
                <a:latin typeface="Arial Narrow"/>
              </a:endParaRPr>
            </a:p>
          </p:txBody>
        </p:sp>
        <p:sp>
          <p:nvSpPr>
            <p:cNvPr id="46" name="Oval 285">
              <a:extLst>
                <a:ext uri="{FF2B5EF4-FFF2-40B4-BE49-F238E27FC236}">
                  <a16:creationId xmlns:a16="http://schemas.microsoft.com/office/drawing/2014/main" id="{8387FD78-DBC8-478B-8BB1-65FE6C4D65D8}"/>
                </a:ext>
              </a:extLst>
            </p:cNvPr>
            <p:cNvSpPr>
              <a:spLocks noChangeArrowheads="1"/>
            </p:cNvSpPr>
            <p:nvPr/>
          </p:nvSpPr>
          <p:spPr bwMode="auto">
            <a:xfrm>
              <a:off x="417513" y="4264025"/>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47" name="Oval 286">
              <a:extLst>
                <a:ext uri="{FF2B5EF4-FFF2-40B4-BE49-F238E27FC236}">
                  <a16:creationId xmlns:a16="http://schemas.microsoft.com/office/drawing/2014/main" id="{D5B9F3B6-4F3C-4DE0-946D-3AE218D0B3EE}"/>
                </a:ext>
              </a:extLst>
            </p:cNvPr>
            <p:cNvSpPr>
              <a:spLocks noChangeArrowheads="1"/>
            </p:cNvSpPr>
            <p:nvPr/>
          </p:nvSpPr>
          <p:spPr bwMode="auto">
            <a:xfrm>
              <a:off x="417513" y="5010150"/>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48" name="Text Box 287"/>
            <p:cNvSpPr txBox="1">
              <a:spLocks noChangeArrowheads="1"/>
            </p:cNvSpPr>
            <p:nvPr/>
          </p:nvSpPr>
          <p:spPr bwMode="auto">
            <a:xfrm>
              <a:off x="741363" y="3671888"/>
              <a:ext cx="968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bottom</a:t>
              </a:r>
            </a:p>
          </p:txBody>
        </p:sp>
        <p:sp>
          <p:nvSpPr>
            <p:cNvPr id="49" name="Text Box 288"/>
            <p:cNvSpPr txBox="1">
              <a:spLocks noChangeArrowheads="1"/>
            </p:cNvSpPr>
            <p:nvPr/>
          </p:nvSpPr>
          <p:spPr bwMode="auto">
            <a:xfrm>
              <a:off x="1925638" y="3657600"/>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top</a:t>
              </a:r>
            </a:p>
          </p:txBody>
        </p:sp>
        <p:grpSp>
          <p:nvGrpSpPr>
            <p:cNvPr id="50" name="Group 72">
              <a:extLst>
                <a:ext uri="{FF2B5EF4-FFF2-40B4-BE49-F238E27FC236}">
                  <a16:creationId xmlns:a16="http://schemas.microsoft.com/office/drawing/2014/main" id="{AA6371FB-D6B7-45D6-99AF-67076ECA7C38}"/>
                </a:ext>
              </a:extLst>
            </p:cNvPr>
            <p:cNvGrpSpPr/>
            <p:nvPr/>
          </p:nvGrpSpPr>
          <p:grpSpPr>
            <a:xfrm>
              <a:off x="733262" y="4028717"/>
              <a:ext cx="927287" cy="695264"/>
              <a:chOff x="733262" y="1872371"/>
              <a:chExt cx="927287" cy="695264"/>
            </a:xfrm>
            <a:effectLst>
              <a:outerShdw blurRad="50800" dist="38100" dir="2700000" algn="tl" rotWithShape="0">
                <a:prstClr val="black">
                  <a:alpha val="40000"/>
                </a:prstClr>
              </a:outerShdw>
            </a:effectLst>
          </p:grpSpPr>
          <p:sp>
            <p:nvSpPr>
              <p:cNvPr id="51" name="Rectangle 3">
                <a:extLst>
                  <a:ext uri="{FF2B5EF4-FFF2-40B4-BE49-F238E27FC236}">
                    <a16:creationId xmlns:a16="http://schemas.microsoft.com/office/drawing/2014/main" id="{033B1A83-016E-4D0A-8A16-E107FF537C84}"/>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52" name="Rectangle 3">
                <a:extLst>
                  <a:ext uri="{FF2B5EF4-FFF2-40B4-BE49-F238E27FC236}">
                    <a16:creationId xmlns:a16="http://schemas.microsoft.com/office/drawing/2014/main" id="{90B3B4D2-9B84-4593-B2A0-595EA006E0AC}"/>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53" name="Rectangle 3">
                <a:extLst>
                  <a:ext uri="{FF2B5EF4-FFF2-40B4-BE49-F238E27FC236}">
                    <a16:creationId xmlns:a16="http://schemas.microsoft.com/office/drawing/2014/main" id="{9AA62C63-17F5-4A2A-A34F-16490FE67DC9}"/>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54%</a:t>
                </a:r>
                <a:endParaRPr lang="en-US" b="1" dirty="0">
                  <a:solidFill>
                    <a:srgbClr val="003399"/>
                  </a:solidFill>
                  <a:latin typeface="Arial Narrow"/>
                </a:endParaRPr>
              </a:p>
            </p:txBody>
          </p:sp>
        </p:grpSp>
        <p:grpSp>
          <p:nvGrpSpPr>
            <p:cNvPr id="54" name="Group 76">
              <a:extLst>
                <a:ext uri="{FF2B5EF4-FFF2-40B4-BE49-F238E27FC236}">
                  <a16:creationId xmlns:a16="http://schemas.microsoft.com/office/drawing/2014/main" id="{395D5E1D-B5FB-4897-840F-2B71247E6822}"/>
                </a:ext>
              </a:extLst>
            </p:cNvPr>
            <p:cNvGrpSpPr/>
            <p:nvPr/>
          </p:nvGrpSpPr>
          <p:grpSpPr>
            <a:xfrm>
              <a:off x="731753" y="4774119"/>
              <a:ext cx="927287" cy="695264"/>
              <a:chOff x="733262" y="1872371"/>
              <a:chExt cx="927287" cy="695264"/>
            </a:xfrm>
            <a:effectLst>
              <a:outerShdw blurRad="50800" dist="38100" dir="2700000" algn="tl" rotWithShape="0">
                <a:prstClr val="black">
                  <a:alpha val="40000"/>
                </a:prstClr>
              </a:outerShdw>
            </a:effectLst>
          </p:grpSpPr>
          <p:sp>
            <p:nvSpPr>
              <p:cNvPr id="55" name="Rectangle 3">
                <a:extLst>
                  <a:ext uri="{FF2B5EF4-FFF2-40B4-BE49-F238E27FC236}">
                    <a16:creationId xmlns:a16="http://schemas.microsoft.com/office/drawing/2014/main" id="{D2B85F34-473B-4BF8-807B-DB9E9E40EEC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6" name="Rectangle 3">
                <a:extLst>
                  <a:ext uri="{FF2B5EF4-FFF2-40B4-BE49-F238E27FC236}">
                    <a16:creationId xmlns:a16="http://schemas.microsoft.com/office/drawing/2014/main" id="{5E802F5E-C410-4FBF-B563-B4E2252DC175}"/>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7" name="Rectangle 3">
                <a:extLst>
                  <a:ext uri="{FF2B5EF4-FFF2-40B4-BE49-F238E27FC236}">
                    <a16:creationId xmlns:a16="http://schemas.microsoft.com/office/drawing/2014/main" id="{8F3FF6E7-83BB-4199-9CA0-5B2049532D20}"/>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46%</a:t>
                </a:r>
                <a:endParaRPr lang="en-US" sz="2000" b="1" dirty="0">
                  <a:solidFill>
                    <a:srgbClr val="003399"/>
                  </a:solidFill>
                  <a:latin typeface="Arial Narrow"/>
                </a:endParaRPr>
              </a:p>
            </p:txBody>
          </p:sp>
        </p:grpSp>
        <p:grpSp>
          <p:nvGrpSpPr>
            <p:cNvPr id="58" name="Group 80">
              <a:extLst>
                <a:ext uri="{FF2B5EF4-FFF2-40B4-BE49-F238E27FC236}">
                  <a16:creationId xmlns:a16="http://schemas.microsoft.com/office/drawing/2014/main" id="{5AE328E2-43B1-48D3-95FD-3E5289287FC6}"/>
                </a:ext>
              </a:extLst>
            </p:cNvPr>
            <p:cNvGrpSpPr/>
            <p:nvPr/>
          </p:nvGrpSpPr>
          <p:grpSpPr>
            <a:xfrm>
              <a:off x="1718581" y="4027208"/>
              <a:ext cx="927287" cy="695264"/>
              <a:chOff x="733262" y="1872371"/>
              <a:chExt cx="927287" cy="695264"/>
            </a:xfrm>
            <a:effectLst>
              <a:outerShdw blurRad="50800" dist="38100" dir="2700000" algn="tl" rotWithShape="0">
                <a:prstClr val="black">
                  <a:alpha val="40000"/>
                </a:prstClr>
              </a:outerShdw>
            </a:effectLst>
          </p:grpSpPr>
          <p:sp>
            <p:nvSpPr>
              <p:cNvPr id="59" name="Rectangle 3">
                <a:extLst>
                  <a:ext uri="{FF2B5EF4-FFF2-40B4-BE49-F238E27FC236}">
                    <a16:creationId xmlns:a16="http://schemas.microsoft.com/office/drawing/2014/main" id="{9B8B75B4-60F1-4386-8FF5-B0495F5E0D28}"/>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0" name="Rectangle 3">
                <a:extLst>
                  <a:ext uri="{FF2B5EF4-FFF2-40B4-BE49-F238E27FC236}">
                    <a16:creationId xmlns:a16="http://schemas.microsoft.com/office/drawing/2014/main" id="{BE3AB102-2EB9-4BC0-A7E4-4A2E07EBB5B8}"/>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1" name="Rectangle 3">
                <a:extLst>
                  <a:ext uri="{FF2B5EF4-FFF2-40B4-BE49-F238E27FC236}">
                    <a16:creationId xmlns:a16="http://schemas.microsoft.com/office/drawing/2014/main" id="{3719CA43-368C-4372-889E-28631A6EC96D}"/>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35%</a:t>
                </a:r>
                <a:endParaRPr lang="en-US" sz="2000" b="1" dirty="0">
                  <a:solidFill>
                    <a:srgbClr val="003399"/>
                  </a:solidFill>
                  <a:latin typeface="Arial Narrow"/>
                </a:endParaRPr>
              </a:p>
            </p:txBody>
          </p:sp>
        </p:grpSp>
        <p:grpSp>
          <p:nvGrpSpPr>
            <p:cNvPr id="62" name="Group 91">
              <a:extLst>
                <a:ext uri="{FF2B5EF4-FFF2-40B4-BE49-F238E27FC236}">
                  <a16:creationId xmlns:a16="http://schemas.microsoft.com/office/drawing/2014/main" id="{1AED726C-4138-4527-9D8D-7C25A26FDD36}"/>
                </a:ext>
              </a:extLst>
            </p:cNvPr>
            <p:cNvGrpSpPr/>
            <p:nvPr/>
          </p:nvGrpSpPr>
          <p:grpSpPr>
            <a:xfrm>
              <a:off x="1717072" y="4772610"/>
              <a:ext cx="927287" cy="695264"/>
              <a:chOff x="733262" y="1872371"/>
              <a:chExt cx="927287" cy="695264"/>
            </a:xfrm>
            <a:effectLst>
              <a:outerShdw blurRad="50800" dist="38100" dir="2700000" algn="tl" rotWithShape="0">
                <a:prstClr val="black">
                  <a:alpha val="40000"/>
                </a:prstClr>
              </a:outerShdw>
            </a:effectLst>
          </p:grpSpPr>
          <p:sp>
            <p:nvSpPr>
              <p:cNvPr id="63" name="Rectangle 3">
                <a:extLst>
                  <a:ext uri="{FF2B5EF4-FFF2-40B4-BE49-F238E27FC236}">
                    <a16:creationId xmlns:a16="http://schemas.microsoft.com/office/drawing/2014/main" id="{30829637-88CE-4B97-813B-E50805831A37}"/>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4" name="Rectangle 3">
                <a:extLst>
                  <a:ext uri="{FF2B5EF4-FFF2-40B4-BE49-F238E27FC236}">
                    <a16:creationId xmlns:a16="http://schemas.microsoft.com/office/drawing/2014/main" id="{BBC18BF8-8E01-49B8-9010-D7F3CC82F9D7}"/>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5" name="Rectangle 3">
                <a:extLst>
                  <a:ext uri="{FF2B5EF4-FFF2-40B4-BE49-F238E27FC236}">
                    <a16:creationId xmlns:a16="http://schemas.microsoft.com/office/drawing/2014/main" id="{76321A97-B866-47A0-B512-B1A119B13315}"/>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65%</a:t>
                </a:r>
                <a:endParaRPr lang="en-US" sz="2000" b="1" dirty="0">
                  <a:solidFill>
                    <a:srgbClr val="003399"/>
                  </a:solidFill>
                  <a:latin typeface="Arial Narrow"/>
                </a:endParaRPr>
              </a:p>
            </p:txBody>
          </p:sp>
        </p:grpSp>
      </p:grpSp>
    </p:spTree>
    <p:extLst>
      <p:ext uri="{BB962C8B-B14F-4D97-AF65-F5344CB8AC3E}">
        <p14:creationId xmlns:p14="http://schemas.microsoft.com/office/powerpoint/2010/main" val="470810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22</a:t>
            </a:fld>
            <a:endParaRPr lang="en-US" altLang="en-US" sz="1400" dirty="0"/>
          </a:p>
        </p:txBody>
      </p:sp>
      <p:sp>
        <p:nvSpPr>
          <p:cNvPr id="32" name="Text Box 47"/>
          <p:cNvSpPr txBox="1">
            <a:spLocks noChangeArrowheads="1"/>
          </p:cNvSpPr>
          <p:nvPr/>
        </p:nvSpPr>
        <p:spPr bwMode="auto">
          <a:xfrm>
            <a:off x="2663825" y="4256088"/>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a:t>
            </a:r>
          </a:p>
          <a:p>
            <a:pPr algn="ctr">
              <a:spcBef>
                <a:spcPct val="0"/>
              </a:spcBef>
              <a:buClrTx/>
              <a:buFontTx/>
              <a:buNone/>
            </a:pPr>
            <a:r>
              <a:rPr lang="en-US" altLang="en-US" sz="2000" b="1" dirty="0">
                <a:solidFill>
                  <a:srgbClr val="003399"/>
                </a:solidFill>
                <a:latin typeface="Arial Narrow" panose="020B0606020202030204" pitchFamily="34" charset="0"/>
              </a:rPr>
              <a:t>Information Gain(</a:t>
            </a:r>
            <a:r>
              <a:rPr lang="en-US" altLang="en-US" sz="2000" b="1" i="1" dirty="0">
                <a:solidFill>
                  <a:srgbClr val="003399"/>
                </a:solidFill>
                <a:latin typeface="Arial Narrow" panose="020B0606020202030204" pitchFamily="34" charset="0"/>
              </a:rPr>
              <a:t>x</a:t>
            </a:r>
            <a:r>
              <a:rPr lang="en-US" altLang="en-US" sz="2000" b="1" i="1" baseline="-25000" dirty="0">
                <a:solidFill>
                  <a:srgbClr val="003399"/>
                </a:solidFill>
                <a:latin typeface="Arial Narrow" panose="020B0606020202030204" pitchFamily="34" charset="0"/>
              </a:rPr>
              <a:t>2</a:t>
            </a:r>
            <a:r>
              <a:rPr lang="en-US" altLang="en-US" sz="2000" b="1" dirty="0">
                <a:solidFill>
                  <a:srgbClr val="003399"/>
                </a:solidFill>
                <a:latin typeface="Arial Narrow" panose="020B0606020202030204" pitchFamily="34" charset="0"/>
              </a:rPr>
              <a:t>)</a:t>
            </a:r>
          </a:p>
          <a:p>
            <a:pPr algn="ctr">
              <a:spcBef>
                <a:spcPct val="0"/>
              </a:spcBef>
              <a:buClrTx/>
              <a:buFontTx/>
              <a:buNone/>
            </a:pPr>
            <a:r>
              <a:rPr lang="en-US" altLang="en-US" sz="2000" b="1" dirty="0">
                <a:solidFill>
                  <a:srgbClr val="C00000"/>
                </a:solidFill>
                <a:latin typeface="Arial Narrow" panose="020B0606020202030204" pitchFamily="34" charset="0"/>
              </a:rPr>
              <a:t>0.0492</a:t>
            </a:r>
          </a:p>
        </p:txBody>
      </p:sp>
      <p:sp>
        <p:nvSpPr>
          <p:cNvPr id="37" name="Text Box 47"/>
          <p:cNvSpPr txBox="1">
            <a:spLocks noChangeArrowheads="1"/>
          </p:cNvSpPr>
          <p:nvPr/>
        </p:nvSpPr>
        <p:spPr bwMode="auto">
          <a:xfrm>
            <a:off x="2660650" y="2098675"/>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a:t>
            </a:r>
          </a:p>
          <a:p>
            <a:pPr algn="ctr">
              <a:spcBef>
                <a:spcPct val="0"/>
              </a:spcBef>
              <a:buClrTx/>
              <a:buFontTx/>
              <a:buNone/>
            </a:pPr>
            <a:r>
              <a:rPr lang="en-US" altLang="en-US" sz="2000" b="1" dirty="0">
                <a:solidFill>
                  <a:srgbClr val="003399"/>
                </a:solidFill>
                <a:latin typeface="Arial Narrow" panose="020B0606020202030204" pitchFamily="34" charset="0"/>
              </a:rPr>
              <a:t>Information Gain(</a:t>
            </a:r>
            <a:r>
              <a:rPr lang="en-US" altLang="en-US" sz="2000" b="1" i="1" dirty="0">
                <a:solidFill>
                  <a:srgbClr val="003399"/>
                </a:solidFill>
                <a:latin typeface="Arial Narrow" panose="020B0606020202030204" pitchFamily="34" charset="0"/>
              </a:rPr>
              <a:t>x</a:t>
            </a:r>
            <a:r>
              <a:rPr lang="en-US" altLang="en-US" sz="2000" b="1" i="1" baseline="-25000" dirty="0">
                <a:solidFill>
                  <a:srgbClr val="003399"/>
                </a:solidFill>
                <a:latin typeface="Arial Narrow" panose="020B0606020202030204" pitchFamily="34" charset="0"/>
              </a:rPr>
              <a:t>1</a:t>
            </a:r>
            <a:r>
              <a:rPr lang="en-US" altLang="en-US" sz="2000" b="1" dirty="0">
                <a:solidFill>
                  <a:srgbClr val="003399"/>
                </a:solidFill>
                <a:latin typeface="Arial Narrow" panose="020B0606020202030204" pitchFamily="34" charset="0"/>
              </a:rPr>
              <a:t>)</a:t>
            </a:r>
          </a:p>
          <a:p>
            <a:pPr algn="ctr">
              <a:spcBef>
                <a:spcPct val="0"/>
              </a:spcBef>
              <a:buClrTx/>
              <a:buFontTx/>
              <a:buNone/>
            </a:pPr>
            <a:r>
              <a:rPr lang="en-US" altLang="en-US" sz="2000" b="1" dirty="0">
                <a:solidFill>
                  <a:srgbClr val="C00000"/>
                </a:solidFill>
                <a:latin typeface="Arial Narrow" panose="020B0606020202030204" pitchFamily="34" charset="0"/>
              </a:rPr>
              <a:t>0.0095</a:t>
            </a:r>
          </a:p>
        </p:txBody>
      </p:sp>
      <p:grpSp>
        <p:nvGrpSpPr>
          <p:cNvPr id="3" name="Group 2" descr="Greyed out scatterplot becasue th focus is now on comparing the logworth valures." title="Scatterplot"/>
          <p:cNvGrpSpPr/>
          <p:nvPr/>
        </p:nvGrpSpPr>
        <p:grpSpPr>
          <a:xfrm>
            <a:off x="4092575" y="1787525"/>
            <a:ext cx="4703763" cy="4387850"/>
            <a:chOff x="4092575" y="1787525"/>
            <a:chExt cx="4703763" cy="4387850"/>
          </a:xfrm>
        </p:grpSpPr>
        <p:sp>
          <p:nvSpPr>
            <p:cNvPr id="5" name="Rectangle 2">
              <a:extLst>
                <a:ext uri="{FF2B5EF4-FFF2-40B4-BE49-F238E27FC236}">
                  <a16:creationId xmlns:a16="http://schemas.microsoft.com/office/drawing/2014/main" id="{EC56EE42-D1F3-4B98-8956-16DF8EC237B3}"/>
                </a:ext>
              </a:extLst>
            </p:cNvPr>
            <p:cNvSpPr>
              <a:spLocks noChangeArrowheads="1"/>
            </p:cNvSpPr>
            <p:nvPr/>
          </p:nvSpPr>
          <p:spPr bwMode="auto">
            <a:xfrm>
              <a:off x="4838700" y="1876425"/>
              <a:ext cx="3810000" cy="3657600"/>
            </a:xfrm>
            <a:prstGeom prst="rect">
              <a:avLst/>
            </a:prstGeom>
            <a:solidFill>
              <a:schemeClr val="bg2">
                <a:lumMod val="40000"/>
                <a:lumOff val="60000"/>
              </a:schemeClr>
            </a:solidFill>
            <a:ln w="28575">
              <a:noFill/>
              <a:miter lim="800000"/>
              <a:headEnd/>
              <a:tailEnd type="none" w="med" len="lg"/>
            </a:ln>
            <a:effectLst>
              <a:outerShdw blurRad="101600" dist="63500" dir="2700000" algn="tl" rotWithShape="0">
                <a:schemeClr val="bg2">
                  <a:lumMod val="40000"/>
                  <a:lumOff val="60000"/>
                  <a:alpha val="40000"/>
                </a:schemeClr>
              </a:outerShdw>
            </a:effectLst>
          </p:spPr>
          <p:txBody>
            <a:bodyPr wrap="none" anchor="ctr"/>
            <a:lstStyle/>
            <a:p>
              <a:pPr>
                <a:defRPr/>
              </a:pPr>
              <a:endParaRPr lang="en-US">
                <a:solidFill>
                  <a:srgbClr val="000000"/>
                </a:solidFill>
                <a:latin typeface="Arial"/>
              </a:endParaRPr>
            </a:p>
          </p:txBody>
        </p:sp>
        <p:sp>
          <p:nvSpPr>
            <p:cNvPr id="6" name="Rectangle 61">
              <a:extLst>
                <a:ext uri="{FF2B5EF4-FFF2-40B4-BE49-F238E27FC236}">
                  <a16:creationId xmlns:a16="http://schemas.microsoft.com/office/drawing/2014/main" id="{76755BE7-D44E-4765-B68E-AD5ECD27962D}"/>
                </a:ext>
              </a:extLst>
            </p:cNvPr>
            <p:cNvSpPr>
              <a:spLocks noChangeArrowheads="1"/>
            </p:cNvSpPr>
            <p:nvPr/>
          </p:nvSpPr>
          <p:spPr bwMode="auto">
            <a:xfrm>
              <a:off x="4876800" y="1911927"/>
              <a:ext cx="3733800" cy="3574473"/>
            </a:xfrm>
            <a:prstGeom prst="rect">
              <a:avLst/>
            </a:prstGeom>
            <a:solidFill>
              <a:schemeClr val="bg2">
                <a:lumMod val="20000"/>
                <a:lumOff val="80000"/>
              </a:schemeClr>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7" name="Text Box 6"/>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0.0</a:t>
              </a:r>
            </a:p>
          </p:txBody>
        </p:sp>
        <p:sp>
          <p:nvSpPr>
            <p:cNvPr id="8" name="Text Box 7"/>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0.5</a:t>
              </a:r>
            </a:p>
          </p:txBody>
        </p:sp>
        <p:sp>
          <p:nvSpPr>
            <p:cNvPr id="9" name="Text Box 8"/>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0.1</a:t>
              </a:r>
            </a:p>
          </p:txBody>
        </p:sp>
        <p:sp>
          <p:nvSpPr>
            <p:cNvPr id="10" name="Text Box 9"/>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0.2</a:t>
              </a:r>
            </a:p>
          </p:txBody>
        </p:sp>
        <p:sp>
          <p:nvSpPr>
            <p:cNvPr id="11" name="Text Box 10"/>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0.3</a:t>
              </a:r>
            </a:p>
          </p:txBody>
        </p:sp>
        <p:sp>
          <p:nvSpPr>
            <p:cNvPr id="12" name="Text Box 11"/>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0.4</a:t>
              </a:r>
            </a:p>
          </p:txBody>
        </p:sp>
        <p:sp>
          <p:nvSpPr>
            <p:cNvPr id="13" name="Text Box 12"/>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0.6</a:t>
              </a:r>
            </a:p>
          </p:txBody>
        </p:sp>
        <p:sp>
          <p:nvSpPr>
            <p:cNvPr id="14" name="Text Box 13"/>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0.7</a:t>
              </a:r>
            </a:p>
          </p:txBody>
        </p:sp>
        <p:sp>
          <p:nvSpPr>
            <p:cNvPr id="15" name="Text Box 14"/>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0.8</a:t>
              </a:r>
            </a:p>
          </p:txBody>
        </p:sp>
        <p:sp>
          <p:nvSpPr>
            <p:cNvPr id="16" name="Text Box 15"/>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0.9</a:t>
              </a:r>
            </a:p>
          </p:txBody>
        </p:sp>
        <p:sp>
          <p:nvSpPr>
            <p:cNvPr id="17" name="Text Box 16"/>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1.0</a:t>
              </a:r>
            </a:p>
          </p:txBody>
        </p:sp>
        <p:sp>
          <p:nvSpPr>
            <p:cNvPr id="18" name="Text Box 17"/>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0.0</a:t>
              </a:r>
            </a:p>
          </p:txBody>
        </p:sp>
        <p:sp>
          <p:nvSpPr>
            <p:cNvPr id="19" name="Text Box 18"/>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0.5</a:t>
              </a:r>
            </a:p>
          </p:txBody>
        </p:sp>
        <p:sp>
          <p:nvSpPr>
            <p:cNvPr id="20" name="Text Box 19"/>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0.1</a:t>
              </a:r>
            </a:p>
          </p:txBody>
        </p:sp>
        <p:sp>
          <p:nvSpPr>
            <p:cNvPr id="21" name="Text Box 20"/>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0.2</a:t>
              </a:r>
            </a:p>
          </p:txBody>
        </p:sp>
        <p:sp>
          <p:nvSpPr>
            <p:cNvPr id="22" name="Text Box 21"/>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0.3</a:t>
              </a:r>
            </a:p>
          </p:txBody>
        </p:sp>
        <p:sp>
          <p:nvSpPr>
            <p:cNvPr id="23" name="Text Box 22"/>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0.4</a:t>
              </a:r>
            </a:p>
          </p:txBody>
        </p:sp>
        <p:sp>
          <p:nvSpPr>
            <p:cNvPr id="24" name="Text Box 23"/>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0.6</a:t>
              </a:r>
            </a:p>
          </p:txBody>
        </p:sp>
        <p:sp>
          <p:nvSpPr>
            <p:cNvPr id="25" name="Text Box 24"/>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0.7</a:t>
              </a:r>
            </a:p>
          </p:txBody>
        </p:sp>
        <p:sp>
          <p:nvSpPr>
            <p:cNvPr id="26" name="Text Box 25"/>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0.8</a:t>
              </a:r>
            </a:p>
          </p:txBody>
        </p:sp>
        <p:sp>
          <p:nvSpPr>
            <p:cNvPr id="27" name="Text Box 26"/>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0.9</a:t>
              </a:r>
            </a:p>
          </p:txBody>
        </p:sp>
        <p:sp>
          <p:nvSpPr>
            <p:cNvPr id="28" name="Text Box 27"/>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E6E6E6"/>
                  </a:solidFill>
                  <a:latin typeface="Arial Narrow" panose="020B0606020202030204" pitchFamily="34" charset="0"/>
                </a:rPr>
                <a:t>1.0</a:t>
              </a:r>
            </a:p>
          </p:txBody>
        </p:sp>
        <p:sp>
          <p:nvSpPr>
            <p:cNvPr id="29" name="Text Box 28"/>
            <p:cNvSpPr txBox="1">
              <a:spLocks noChangeArrowheads="1"/>
            </p:cNvSpPr>
            <p:nvPr/>
          </p:nvSpPr>
          <p:spPr bwMode="auto">
            <a:xfrm>
              <a:off x="6629400" y="5775325"/>
              <a:ext cx="422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E6E6E6"/>
                  </a:solidFill>
                </a:rPr>
                <a:t>x</a:t>
              </a:r>
              <a:r>
                <a:rPr lang="en-US" altLang="en-US" sz="2000" b="1" baseline="-25000">
                  <a:solidFill>
                    <a:srgbClr val="E6E6E6"/>
                  </a:solidFill>
                </a:rPr>
                <a:t>1</a:t>
              </a:r>
            </a:p>
          </p:txBody>
        </p:sp>
        <p:sp>
          <p:nvSpPr>
            <p:cNvPr id="30" name="Text Box 29"/>
            <p:cNvSpPr txBox="1">
              <a:spLocks noChangeArrowheads="1"/>
            </p:cNvSpPr>
            <p:nvPr/>
          </p:nvSpPr>
          <p:spPr bwMode="auto">
            <a:xfrm>
              <a:off x="4092575" y="3489325"/>
              <a:ext cx="422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E6E6E6"/>
                  </a:solidFill>
                </a:rPr>
                <a:t>x</a:t>
              </a:r>
              <a:r>
                <a:rPr lang="en-US" altLang="en-US" sz="2000" b="1" baseline="-25000">
                  <a:solidFill>
                    <a:srgbClr val="E6E6E6"/>
                  </a:solidFill>
                </a:rPr>
                <a:t>2</a:t>
              </a:r>
            </a:p>
          </p:txBody>
        </p:sp>
        <p:pic>
          <p:nvPicPr>
            <p:cNvPr id="31" name="Picture 160" descr="dots">
              <a:extLst>
                <a:ext uri="{FF2B5EF4-FFF2-40B4-BE49-F238E27FC236}">
                  <a16:creationId xmlns:a16="http://schemas.microsoft.com/office/drawing/2014/main" id="{AF869AB5-9277-4DCA-B199-F783649851B7}"/>
                </a:ext>
              </a:extLst>
            </p:cNvPr>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4702175" y="1787525"/>
              <a:ext cx="3990975" cy="4133850"/>
            </a:xfrm>
            <a:prstGeom prst="rect">
              <a:avLst/>
            </a:prstGeom>
            <a:noFill/>
            <a:ln w="9525">
              <a:noFill/>
              <a:miter lim="800000"/>
              <a:headEnd/>
              <a:tailEnd/>
            </a:ln>
          </p:spPr>
        </p:pic>
        <p:sp>
          <p:nvSpPr>
            <p:cNvPr id="42" name="Text Box 90"/>
            <p:cNvSpPr txBox="1">
              <a:spLocks noChangeArrowheads="1"/>
            </p:cNvSpPr>
            <p:nvPr/>
          </p:nvSpPr>
          <p:spPr bwMode="auto">
            <a:xfrm>
              <a:off x="5140325" y="3240088"/>
              <a:ext cx="3581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Compare partition Information Gains.</a:t>
              </a:r>
              <a:endParaRPr lang="en-US" altLang="en-US" sz="2600" baseline="-25000" dirty="0">
                <a:latin typeface="+mj-lt"/>
              </a:endParaRPr>
            </a:p>
          </p:txBody>
        </p:sp>
      </p:grpSp>
      <p:grpSp>
        <p:nvGrpSpPr>
          <p:cNvPr id="2" name="Group 1" descr="Blue and yellow proportions on each side of the split." title="Proportions"/>
          <p:cNvGrpSpPr/>
          <p:nvPr/>
        </p:nvGrpSpPr>
        <p:grpSpPr>
          <a:xfrm>
            <a:off x="415925" y="1498600"/>
            <a:ext cx="2229943" cy="3970783"/>
            <a:chOff x="415925" y="1498600"/>
            <a:chExt cx="2229943" cy="3970783"/>
          </a:xfrm>
        </p:grpSpPr>
        <p:sp>
          <p:nvSpPr>
            <p:cNvPr id="33" name="Oval 285">
              <a:extLst>
                <a:ext uri="{FF2B5EF4-FFF2-40B4-BE49-F238E27FC236}">
                  <a16:creationId xmlns:a16="http://schemas.microsoft.com/office/drawing/2014/main" id="{0E616CB5-4873-4E57-90DF-041CCD187D31}"/>
                </a:ext>
              </a:extLst>
            </p:cNvPr>
            <p:cNvSpPr>
              <a:spLocks noChangeArrowheads="1"/>
            </p:cNvSpPr>
            <p:nvPr/>
          </p:nvSpPr>
          <p:spPr bwMode="auto">
            <a:xfrm>
              <a:off x="417513" y="4264025"/>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34" name="Oval 286">
              <a:extLst>
                <a:ext uri="{FF2B5EF4-FFF2-40B4-BE49-F238E27FC236}">
                  <a16:creationId xmlns:a16="http://schemas.microsoft.com/office/drawing/2014/main" id="{0C618FD3-6096-4E93-9F00-52E7A7F68DFF}"/>
                </a:ext>
              </a:extLst>
            </p:cNvPr>
            <p:cNvSpPr>
              <a:spLocks noChangeArrowheads="1"/>
            </p:cNvSpPr>
            <p:nvPr/>
          </p:nvSpPr>
          <p:spPr bwMode="auto">
            <a:xfrm>
              <a:off x="417513" y="5010150"/>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35" name="Text Box 287"/>
            <p:cNvSpPr txBox="1">
              <a:spLocks noChangeArrowheads="1"/>
            </p:cNvSpPr>
            <p:nvPr/>
          </p:nvSpPr>
          <p:spPr bwMode="auto">
            <a:xfrm>
              <a:off x="741363" y="3671888"/>
              <a:ext cx="968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bottom</a:t>
              </a:r>
            </a:p>
          </p:txBody>
        </p:sp>
        <p:sp>
          <p:nvSpPr>
            <p:cNvPr id="36" name="Text Box 288"/>
            <p:cNvSpPr txBox="1">
              <a:spLocks noChangeArrowheads="1"/>
            </p:cNvSpPr>
            <p:nvPr/>
          </p:nvSpPr>
          <p:spPr bwMode="auto">
            <a:xfrm>
              <a:off x="1925638" y="3657600"/>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top</a:t>
              </a:r>
            </a:p>
          </p:txBody>
        </p:sp>
        <p:sp>
          <p:nvSpPr>
            <p:cNvPr id="38" name="Oval 285">
              <a:extLst>
                <a:ext uri="{FF2B5EF4-FFF2-40B4-BE49-F238E27FC236}">
                  <a16:creationId xmlns:a16="http://schemas.microsoft.com/office/drawing/2014/main" id="{D2E8C151-F9AA-4526-86B0-E92CB3666DF0}"/>
                </a:ext>
              </a:extLst>
            </p:cNvPr>
            <p:cNvSpPr>
              <a:spLocks noChangeArrowheads="1"/>
            </p:cNvSpPr>
            <p:nvPr/>
          </p:nvSpPr>
          <p:spPr bwMode="auto">
            <a:xfrm>
              <a:off x="415925" y="2106613"/>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39" name="Oval 286">
              <a:extLst>
                <a:ext uri="{FF2B5EF4-FFF2-40B4-BE49-F238E27FC236}">
                  <a16:creationId xmlns:a16="http://schemas.microsoft.com/office/drawing/2014/main" id="{6317BF80-142D-47D3-95FF-DFB5087B71E5}"/>
                </a:ext>
              </a:extLst>
            </p:cNvPr>
            <p:cNvSpPr>
              <a:spLocks noChangeArrowheads="1"/>
            </p:cNvSpPr>
            <p:nvPr/>
          </p:nvSpPr>
          <p:spPr bwMode="auto">
            <a:xfrm>
              <a:off x="415925" y="2852738"/>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40" name="Text Box 287"/>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left</a:t>
              </a:r>
            </a:p>
          </p:txBody>
        </p:sp>
        <p:sp>
          <p:nvSpPr>
            <p:cNvPr id="41" name="Text Box 288"/>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right</a:t>
              </a:r>
            </a:p>
          </p:txBody>
        </p:sp>
        <p:grpSp>
          <p:nvGrpSpPr>
            <p:cNvPr id="43" name="Group 49">
              <a:extLst>
                <a:ext uri="{FF2B5EF4-FFF2-40B4-BE49-F238E27FC236}">
                  <a16:creationId xmlns:a16="http://schemas.microsoft.com/office/drawing/2014/main" id="{C8DA740F-A07F-4353-89BB-865D5117B5B0}"/>
                </a:ext>
              </a:extLst>
            </p:cNvPr>
            <p:cNvGrpSpPr/>
            <p:nvPr/>
          </p:nvGrpSpPr>
          <p:grpSpPr>
            <a:xfrm>
              <a:off x="733262" y="4028717"/>
              <a:ext cx="927287" cy="695264"/>
              <a:chOff x="733262" y="1872371"/>
              <a:chExt cx="927287" cy="695264"/>
            </a:xfrm>
            <a:effectLst>
              <a:outerShdw blurRad="50800" dist="38100" dir="2700000" algn="tl" rotWithShape="0">
                <a:prstClr val="black">
                  <a:alpha val="40000"/>
                </a:prstClr>
              </a:outerShdw>
            </a:effectLst>
          </p:grpSpPr>
          <p:sp>
            <p:nvSpPr>
              <p:cNvPr id="44" name="Rectangle 3">
                <a:extLst>
                  <a:ext uri="{FF2B5EF4-FFF2-40B4-BE49-F238E27FC236}">
                    <a16:creationId xmlns:a16="http://schemas.microsoft.com/office/drawing/2014/main" id="{9291C0D9-DC7F-43B9-A4DB-E6798DC24773}"/>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45" name="Rectangle 3">
                <a:extLst>
                  <a:ext uri="{FF2B5EF4-FFF2-40B4-BE49-F238E27FC236}">
                    <a16:creationId xmlns:a16="http://schemas.microsoft.com/office/drawing/2014/main" id="{FAE30B18-F4B3-4908-8B7D-2499CAEAF8F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46" name="Rectangle 3">
                <a:extLst>
                  <a:ext uri="{FF2B5EF4-FFF2-40B4-BE49-F238E27FC236}">
                    <a16:creationId xmlns:a16="http://schemas.microsoft.com/office/drawing/2014/main" id="{1CF22BA5-AC2C-475D-9AA7-76B33309992A}"/>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54%</a:t>
                </a:r>
                <a:endParaRPr lang="en-US" b="1" dirty="0">
                  <a:solidFill>
                    <a:srgbClr val="003399"/>
                  </a:solidFill>
                  <a:latin typeface="Arial Narrow"/>
                </a:endParaRPr>
              </a:p>
            </p:txBody>
          </p:sp>
        </p:grpSp>
        <p:grpSp>
          <p:nvGrpSpPr>
            <p:cNvPr id="47" name="Group 53">
              <a:extLst>
                <a:ext uri="{FF2B5EF4-FFF2-40B4-BE49-F238E27FC236}">
                  <a16:creationId xmlns:a16="http://schemas.microsoft.com/office/drawing/2014/main" id="{62C8C6A0-9519-49B1-AF91-955EDD8C1167}"/>
                </a:ext>
              </a:extLst>
            </p:cNvPr>
            <p:cNvGrpSpPr/>
            <p:nvPr/>
          </p:nvGrpSpPr>
          <p:grpSpPr>
            <a:xfrm>
              <a:off x="731753" y="4774119"/>
              <a:ext cx="927287" cy="695264"/>
              <a:chOff x="733262" y="1872371"/>
              <a:chExt cx="927287" cy="695264"/>
            </a:xfrm>
            <a:effectLst>
              <a:outerShdw blurRad="50800" dist="38100" dir="2700000" algn="tl" rotWithShape="0">
                <a:prstClr val="black">
                  <a:alpha val="40000"/>
                </a:prstClr>
              </a:outerShdw>
            </a:effectLst>
          </p:grpSpPr>
          <p:sp>
            <p:nvSpPr>
              <p:cNvPr id="48" name="Rectangle 3">
                <a:extLst>
                  <a:ext uri="{FF2B5EF4-FFF2-40B4-BE49-F238E27FC236}">
                    <a16:creationId xmlns:a16="http://schemas.microsoft.com/office/drawing/2014/main" id="{AD37EC7D-AFC4-4212-8011-748E01027DF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49" name="Rectangle 3">
                <a:extLst>
                  <a:ext uri="{FF2B5EF4-FFF2-40B4-BE49-F238E27FC236}">
                    <a16:creationId xmlns:a16="http://schemas.microsoft.com/office/drawing/2014/main" id="{16E1066D-43DD-44D5-9FCB-1592565C6304}"/>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0" name="Rectangle 3">
                <a:extLst>
                  <a:ext uri="{FF2B5EF4-FFF2-40B4-BE49-F238E27FC236}">
                    <a16:creationId xmlns:a16="http://schemas.microsoft.com/office/drawing/2014/main" id="{7BEC731F-3035-49E4-87E6-479DA532DB2D}"/>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46%</a:t>
                </a:r>
                <a:endParaRPr lang="en-US" sz="2000" b="1" dirty="0">
                  <a:solidFill>
                    <a:srgbClr val="003399"/>
                  </a:solidFill>
                  <a:latin typeface="Arial Narrow"/>
                </a:endParaRPr>
              </a:p>
            </p:txBody>
          </p:sp>
        </p:grpSp>
        <p:grpSp>
          <p:nvGrpSpPr>
            <p:cNvPr id="51" name="Group 60">
              <a:extLst>
                <a:ext uri="{FF2B5EF4-FFF2-40B4-BE49-F238E27FC236}">
                  <a16:creationId xmlns:a16="http://schemas.microsoft.com/office/drawing/2014/main" id="{A82CDBC8-794D-44B3-B994-11004FFC03C8}"/>
                </a:ext>
              </a:extLst>
            </p:cNvPr>
            <p:cNvGrpSpPr/>
            <p:nvPr/>
          </p:nvGrpSpPr>
          <p:grpSpPr>
            <a:xfrm>
              <a:off x="1718581" y="4027208"/>
              <a:ext cx="927287" cy="695264"/>
              <a:chOff x="733262" y="1872371"/>
              <a:chExt cx="927287" cy="695264"/>
            </a:xfrm>
            <a:effectLst>
              <a:outerShdw blurRad="50800" dist="38100" dir="2700000" algn="tl" rotWithShape="0">
                <a:prstClr val="black">
                  <a:alpha val="40000"/>
                </a:prstClr>
              </a:outerShdw>
            </a:effectLst>
          </p:grpSpPr>
          <p:sp>
            <p:nvSpPr>
              <p:cNvPr id="52" name="Rectangle 3">
                <a:extLst>
                  <a:ext uri="{FF2B5EF4-FFF2-40B4-BE49-F238E27FC236}">
                    <a16:creationId xmlns:a16="http://schemas.microsoft.com/office/drawing/2014/main" id="{1AA52CF6-488D-4C07-BB7B-ECC003AA3474}"/>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3" name="Rectangle 3">
                <a:extLst>
                  <a:ext uri="{FF2B5EF4-FFF2-40B4-BE49-F238E27FC236}">
                    <a16:creationId xmlns:a16="http://schemas.microsoft.com/office/drawing/2014/main" id="{2C4C3DF7-9710-41C2-95FC-40E9AAAF950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4" name="Rectangle 3">
                <a:extLst>
                  <a:ext uri="{FF2B5EF4-FFF2-40B4-BE49-F238E27FC236}">
                    <a16:creationId xmlns:a16="http://schemas.microsoft.com/office/drawing/2014/main" id="{F2EF98FF-88D3-43FC-86EE-1DA71274FC38}"/>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35%</a:t>
                </a:r>
                <a:endParaRPr lang="en-US" sz="2000" b="1" dirty="0">
                  <a:solidFill>
                    <a:srgbClr val="003399"/>
                  </a:solidFill>
                  <a:latin typeface="Arial Narrow"/>
                </a:endParaRPr>
              </a:p>
            </p:txBody>
          </p:sp>
        </p:grpSp>
        <p:grpSp>
          <p:nvGrpSpPr>
            <p:cNvPr id="55" name="Group 69">
              <a:extLst>
                <a:ext uri="{FF2B5EF4-FFF2-40B4-BE49-F238E27FC236}">
                  <a16:creationId xmlns:a16="http://schemas.microsoft.com/office/drawing/2014/main" id="{76E0F4D0-94B9-48C7-A3C7-74BDAD79881A}"/>
                </a:ext>
              </a:extLst>
            </p:cNvPr>
            <p:cNvGrpSpPr/>
            <p:nvPr/>
          </p:nvGrpSpPr>
          <p:grpSpPr>
            <a:xfrm>
              <a:off x="1717072" y="4772610"/>
              <a:ext cx="927287" cy="695264"/>
              <a:chOff x="733262" y="1872371"/>
              <a:chExt cx="927287" cy="695264"/>
            </a:xfrm>
            <a:effectLst>
              <a:outerShdw blurRad="50800" dist="38100" dir="2700000" algn="tl" rotWithShape="0">
                <a:prstClr val="black">
                  <a:alpha val="40000"/>
                </a:prstClr>
              </a:outerShdw>
            </a:effectLst>
          </p:grpSpPr>
          <p:sp>
            <p:nvSpPr>
              <p:cNvPr id="56" name="Rectangle 3">
                <a:extLst>
                  <a:ext uri="{FF2B5EF4-FFF2-40B4-BE49-F238E27FC236}">
                    <a16:creationId xmlns:a16="http://schemas.microsoft.com/office/drawing/2014/main" id="{AD0E95BE-91B6-4C56-A725-B4626920074F}"/>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7" name="Rectangle 3">
                <a:extLst>
                  <a:ext uri="{FF2B5EF4-FFF2-40B4-BE49-F238E27FC236}">
                    <a16:creationId xmlns:a16="http://schemas.microsoft.com/office/drawing/2014/main" id="{235BF549-2E61-4CEF-835A-DE3A16375616}"/>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8" name="Rectangle 3">
                <a:extLst>
                  <a:ext uri="{FF2B5EF4-FFF2-40B4-BE49-F238E27FC236}">
                    <a16:creationId xmlns:a16="http://schemas.microsoft.com/office/drawing/2014/main" id="{819B1CAD-9CC0-496F-8A07-D6850F0E9FD4}"/>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65%</a:t>
                </a:r>
                <a:endParaRPr lang="en-US" sz="2000" b="1" dirty="0">
                  <a:solidFill>
                    <a:srgbClr val="003399"/>
                  </a:solidFill>
                  <a:latin typeface="Arial Narrow"/>
                </a:endParaRPr>
              </a:p>
            </p:txBody>
          </p:sp>
        </p:grpSp>
        <p:grpSp>
          <p:nvGrpSpPr>
            <p:cNvPr id="59" name="Group 73">
              <a:extLst>
                <a:ext uri="{FF2B5EF4-FFF2-40B4-BE49-F238E27FC236}">
                  <a16:creationId xmlns:a16="http://schemas.microsoft.com/office/drawing/2014/main" id="{0988CB5E-4749-4602-8E08-FAD2E12EE75B}"/>
                </a:ext>
              </a:extLst>
            </p:cNvPr>
            <p:cNvGrpSpPr/>
            <p:nvPr/>
          </p:nvGrpSpPr>
          <p:grpSpPr>
            <a:xfrm>
              <a:off x="733262" y="1872371"/>
              <a:ext cx="927287" cy="695264"/>
              <a:chOff x="733262" y="1872371"/>
              <a:chExt cx="927287" cy="695264"/>
            </a:xfrm>
            <a:effectLst>
              <a:outerShdw blurRad="50800" dist="38100" dir="2700000" algn="tl" rotWithShape="0">
                <a:prstClr val="black">
                  <a:alpha val="40000"/>
                </a:prstClr>
              </a:outerShdw>
            </a:effectLst>
          </p:grpSpPr>
          <p:sp>
            <p:nvSpPr>
              <p:cNvPr id="60" name="Rectangle 3">
                <a:extLst>
                  <a:ext uri="{FF2B5EF4-FFF2-40B4-BE49-F238E27FC236}">
                    <a16:creationId xmlns:a16="http://schemas.microsoft.com/office/drawing/2014/main" id="{2AC653DC-429E-4116-8005-09350002D349}"/>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1" name="Rectangle 3">
                <a:extLst>
                  <a:ext uri="{FF2B5EF4-FFF2-40B4-BE49-F238E27FC236}">
                    <a16:creationId xmlns:a16="http://schemas.microsoft.com/office/drawing/2014/main" id="{7B2741CF-B3C4-47C5-981B-3109C0BF1DB3}"/>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2" name="Rectangle 3">
                <a:extLst>
                  <a:ext uri="{FF2B5EF4-FFF2-40B4-BE49-F238E27FC236}">
                    <a16:creationId xmlns:a16="http://schemas.microsoft.com/office/drawing/2014/main" id="{E2CF59EB-A8F8-4BDF-AAAF-7322455FF071}"/>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53%</a:t>
                </a:r>
                <a:endParaRPr lang="en-US" b="1" dirty="0">
                  <a:solidFill>
                    <a:srgbClr val="003399"/>
                  </a:solidFill>
                  <a:latin typeface="Arial Narrow"/>
                </a:endParaRPr>
              </a:p>
            </p:txBody>
          </p:sp>
        </p:grpSp>
        <p:grpSp>
          <p:nvGrpSpPr>
            <p:cNvPr id="63" name="Group 77">
              <a:extLst>
                <a:ext uri="{FF2B5EF4-FFF2-40B4-BE49-F238E27FC236}">
                  <a16:creationId xmlns:a16="http://schemas.microsoft.com/office/drawing/2014/main" id="{062A25AE-B73D-407A-BF33-E9FC64EADC31}"/>
                </a:ext>
              </a:extLst>
            </p:cNvPr>
            <p:cNvGrpSpPr/>
            <p:nvPr/>
          </p:nvGrpSpPr>
          <p:grpSpPr>
            <a:xfrm>
              <a:off x="731753" y="2617773"/>
              <a:ext cx="927287" cy="695264"/>
              <a:chOff x="733262" y="1872371"/>
              <a:chExt cx="927287" cy="695264"/>
            </a:xfrm>
            <a:effectLst>
              <a:outerShdw blurRad="50800" dist="38100" dir="2700000" algn="tl" rotWithShape="0">
                <a:prstClr val="black">
                  <a:alpha val="40000"/>
                </a:prstClr>
              </a:outerShdw>
            </a:effectLst>
          </p:grpSpPr>
          <p:sp>
            <p:nvSpPr>
              <p:cNvPr id="64" name="Rectangle 3">
                <a:extLst>
                  <a:ext uri="{FF2B5EF4-FFF2-40B4-BE49-F238E27FC236}">
                    <a16:creationId xmlns:a16="http://schemas.microsoft.com/office/drawing/2014/main" id="{7CBA4245-E86A-41D8-836A-E145AB94E143}"/>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5" name="Rectangle 3">
                <a:extLst>
                  <a:ext uri="{FF2B5EF4-FFF2-40B4-BE49-F238E27FC236}">
                    <a16:creationId xmlns:a16="http://schemas.microsoft.com/office/drawing/2014/main" id="{9144CAF2-F3A7-4DED-9A96-4EBF20974BDC}"/>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6" name="Rectangle 3">
                <a:extLst>
                  <a:ext uri="{FF2B5EF4-FFF2-40B4-BE49-F238E27FC236}">
                    <a16:creationId xmlns:a16="http://schemas.microsoft.com/office/drawing/2014/main" id="{91C535C6-717E-432C-9D06-517FB03C5BCC}"/>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47%</a:t>
                </a:r>
                <a:endParaRPr lang="en-US" sz="2000" b="1" dirty="0">
                  <a:solidFill>
                    <a:srgbClr val="003399"/>
                  </a:solidFill>
                  <a:latin typeface="Arial Narrow"/>
                </a:endParaRPr>
              </a:p>
            </p:txBody>
          </p:sp>
        </p:grpSp>
        <p:grpSp>
          <p:nvGrpSpPr>
            <p:cNvPr id="67" name="Group 81">
              <a:extLst>
                <a:ext uri="{FF2B5EF4-FFF2-40B4-BE49-F238E27FC236}">
                  <a16:creationId xmlns:a16="http://schemas.microsoft.com/office/drawing/2014/main" id="{2A04F1B3-4044-4E35-98F2-924D643C09BD}"/>
                </a:ext>
              </a:extLst>
            </p:cNvPr>
            <p:cNvGrpSpPr/>
            <p:nvPr/>
          </p:nvGrpSpPr>
          <p:grpSpPr>
            <a:xfrm>
              <a:off x="1718581" y="1870862"/>
              <a:ext cx="927287" cy="695264"/>
              <a:chOff x="733262" y="1872371"/>
              <a:chExt cx="927287" cy="695264"/>
            </a:xfrm>
            <a:effectLst>
              <a:outerShdw blurRad="50800" dist="38100" dir="2700000" algn="tl" rotWithShape="0">
                <a:prstClr val="black">
                  <a:alpha val="40000"/>
                </a:prstClr>
              </a:outerShdw>
            </a:effectLst>
          </p:grpSpPr>
          <p:sp>
            <p:nvSpPr>
              <p:cNvPr id="68" name="Rectangle 3">
                <a:extLst>
                  <a:ext uri="{FF2B5EF4-FFF2-40B4-BE49-F238E27FC236}">
                    <a16:creationId xmlns:a16="http://schemas.microsoft.com/office/drawing/2014/main" id="{B23A37D7-5667-4016-AB46-403E00272481}"/>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9" name="Rectangle 3">
                <a:extLst>
                  <a:ext uri="{FF2B5EF4-FFF2-40B4-BE49-F238E27FC236}">
                    <a16:creationId xmlns:a16="http://schemas.microsoft.com/office/drawing/2014/main" id="{55DA73CB-62C1-4084-9510-4735DE92650D}"/>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0" name="Rectangle 3">
                <a:extLst>
                  <a:ext uri="{FF2B5EF4-FFF2-40B4-BE49-F238E27FC236}">
                    <a16:creationId xmlns:a16="http://schemas.microsoft.com/office/drawing/2014/main" id="{63993086-54F9-48AA-AA52-8836848103C7}"/>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42%</a:t>
                </a:r>
                <a:endParaRPr lang="en-US" sz="2000" b="1" dirty="0">
                  <a:solidFill>
                    <a:srgbClr val="003399"/>
                  </a:solidFill>
                  <a:latin typeface="Arial Narrow"/>
                </a:endParaRPr>
              </a:p>
            </p:txBody>
          </p:sp>
        </p:grpSp>
        <p:grpSp>
          <p:nvGrpSpPr>
            <p:cNvPr id="71" name="Group 92">
              <a:extLst>
                <a:ext uri="{FF2B5EF4-FFF2-40B4-BE49-F238E27FC236}">
                  <a16:creationId xmlns:a16="http://schemas.microsoft.com/office/drawing/2014/main" id="{DE21FDCF-E239-44E6-8CA5-D6B6B4831697}"/>
                </a:ext>
              </a:extLst>
            </p:cNvPr>
            <p:cNvGrpSpPr/>
            <p:nvPr/>
          </p:nvGrpSpPr>
          <p:grpSpPr>
            <a:xfrm>
              <a:off x="1717072" y="2616264"/>
              <a:ext cx="927287" cy="695264"/>
              <a:chOff x="733262" y="1872371"/>
              <a:chExt cx="927287" cy="695264"/>
            </a:xfrm>
            <a:effectLst>
              <a:outerShdw blurRad="50800" dist="38100" dir="2700000" algn="tl" rotWithShape="0">
                <a:prstClr val="black">
                  <a:alpha val="40000"/>
                </a:prstClr>
              </a:outerShdw>
            </a:effectLst>
          </p:grpSpPr>
          <p:sp>
            <p:nvSpPr>
              <p:cNvPr id="72" name="Rectangle 3">
                <a:extLst>
                  <a:ext uri="{FF2B5EF4-FFF2-40B4-BE49-F238E27FC236}">
                    <a16:creationId xmlns:a16="http://schemas.microsoft.com/office/drawing/2014/main" id="{54C2EF8D-3018-4F39-B0C5-C220FEA35128}"/>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3" name="Rectangle 3">
                <a:extLst>
                  <a:ext uri="{FF2B5EF4-FFF2-40B4-BE49-F238E27FC236}">
                    <a16:creationId xmlns:a16="http://schemas.microsoft.com/office/drawing/2014/main" id="{987B668F-3EEB-4AF6-BCF6-9C8432675567}"/>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4" name="Rectangle 3">
                <a:extLst>
                  <a:ext uri="{FF2B5EF4-FFF2-40B4-BE49-F238E27FC236}">
                    <a16:creationId xmlns:a16="http://schemas.microsoft.com/office/drawing/2014/main" id="{85D1008F-5D9C-44AB-940A-D72360A52F70}"/>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58%</a:t>
                </a:r>
                <a:endParaRPr lang="en-US" sz="2000" b="1" dirty="0">
                  <a:solidFill>
                    <a:srgbClr val="003399"/>
                  </a:solidFill>
                  <a:latin typeface="Arial Narrow"/>
                </a:endParaRPr>
              </a:p>
            </p:txBody>
          </p:sp>
        </p:grpSp>
      </p:grpSp>
      <p:sp>
        <p:nvSpPr>
          <p:cNvPr id="75" name="Text Box 272"/>
          <p:cNvSpPr txBox="1">
            <a:spLocks noChangeArrowheads="1"/>
          </p:cNvSpPr>
          <p:nvPr/>
        </p:nvSpPr>
        <p:spPr bwMode="auto">
          <a:xfrm>
            <a:off x="638175" y="5755957"/>
            <a:ext cx="3581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Information Gain for </a:t>
            </a:r>
            <a:r>
              <a:rPr lang="en-US" altLang="en-US" sz="2600" i="1" dirty="0">
                <a:latin typeface="+mj-lt"/>
              </a:rPr>
              <a:t>x</a:t>
            </a:r>
            <a:r>
              <a:rPr lang="en-US" altLang="en-US" sz="2600" baseline="-25000" dirty="0">
                <a:latin typeface="+mj-lt"/>
              </a:rPr>
              <a:t>2</a:t>
            </a:r>
            <a:r>
              <a:rPr lang="en-US" altLang="en-US" sz="2600" dirty="0">
                <a:latin typeface="+mj-lt"/>
              </a:rPr>
              <a:t> is higher</a:t>
            </a:r>
          </a:p>
        </p:txBody>
      </p:sp>
    </p:spTree>
    <p:extLst>
      <p:ext uri="{BB962C8B-B14F-4D97-AF65-F5344CB8AC3E}">
        <p14:creationId xmlns:p14="http://schemas.microsoft.com/office/powerpoint/2010/main" val="172115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23</a:t>
            </a:fld>
            <a:endParaRPr lang="en-US" altLang="en-US" sz="1400" dirty="0"/>
          </a:p>
        </p:txBody>
      </p:sp>
      <p:sp>
        <p:nvSpPr>
          <p:cNvPr id="39" name="Text Box 90"/>
          <p:cNvSpPr txBox="1">
            <a:spLocks noChangeArrowheads="1"/>
          </p:cNvSpPr>
          <p:nvPr/>
        </p:nvSpPr>
        <p:spPr bwMode="auto">
          <a:xfrm>
            <a:off x="679450" y="4154488"/>
            <a:ext cx="358140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Create a partition rule from the best partition across all inputs.</a:t>
            </a:r>
            <a:endParaRPr lang="en-US" altLang="en-US" sz="2600" baseline="-25000" dirty="0">
              <a:latin typeface="+mj-lt"/>
            </a:endParaRPr>
          </a:p>
        </p:txBody>
      </p:sp>
      <p:grpSp>
        <p:nvGrpSpPr>
          <p:cNvPr id="3" name="Group 2" descr="scatterplot showing the first split in the tree at x2 = 0.63" title="Scatterplot"/>
          <p:cNvGrpSpPr/>
          <p:nvPr/>
        </p:nvGrpSpPr>
        <p:grpSpPr>
          <a:xfrm>
            <a:off x="4092575" y="1771650"/>
            <a:ext cx="5016500" cy="4400550"/>
            <a:chOff x="4092575" y="1771650"/>
            <a:chExt cx="5016500" cy="4400550"/>
          </a:xfrm>
        </p:grpSpPr>
        <p:sp>
          <p:nvSpPr>
            <p:cNvPr id="5" name="Rectangle 2">
              <a:extLst>
                <a:ext uri="{FF2B5EF4-FFF2-40B4-BE49-F238E27FC236}">
                  <a16:creationId xmlns:a16="http://schemas.microsoft.com/office/drawing/2014/main" id="{052F65B5-3BFF-4A8B-B14B-9C28AB9CF85B}"/>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 name="Text Box 8"/>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7" name="Text Box 9"/>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8" name="Text Box 10"/>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9" name="Text Box 11"/>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0" name="Text Box 12"/>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1" name="Text Box 13"/>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2" name="Text Box 14"/>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3" name="Text Box 15"/>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4" name="Text Box 16"/>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5" name="Text Box 17"/>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6" name="Text Box 18"/>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7" name="Text Box 19"/>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8" name="Text Box 20"/>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9" name="Text Box 21"/>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0" name="Text Box 22"/>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1" name="Text Box 23"/>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2" name="Text Box 24"/>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3" name="Text Box 25"/>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4" name="Text Box 26"/>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5" name="Text Box 27"/>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6" name="Text Box 28"/>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7" name="Text Box 29"/>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8" name="Text Box 30"/>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29" name="Text Box 31"/>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30" name="Text Box 80"/>
            <p:cNvSpPr txBox="1">
              <a:spLocks noChangeArrowheads="1"/>
            </p:cNvSpPr>
            <p:nvPr/>
          </p:nvSpPr>
          <p:spPr bwMode="auto">
            <a:xfrm>
              <a:off x="8602663" y="3048000"/>
              <a:ext cx="5064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003399"/>
                  </a:solidFill>
                  <a:latin typeface="Arial Narrow" panose="020B0606020202030204" pitchFamily="34" charset="0"/>
                </a:rPr>
                <a:t>0.63</a:t>
              </a:r>
            </a:p>
          </p:txBody>
        </p:sp>
        <p:sp>
          <p:nvSpPr>
            <p:cNvPr id="40" name="Rectangle 91">
              <a:extLst>
                <a:ext uri="{FF2B5EF4-FFF2-40B4-BE49-F238E27FC236}">
                  <a16:creationId xmlns:a16="http://schemas.microsoft.com/office/drawing/2014/main" id="{37F67AA4-1ACC-4217-A0AF-9B3F566C512C}"/>
                </a:ext>
              </a:extLst>
            </p:cNvPr>
            <p:cNvSpPr>
              <a:spLocks noChangeArrowheads="1"/>
            </p:cNvSpPr>
            <p:nvPr/>
          </p:nvSpPr>
          <p:spPr bwMode="auto">
            <a:xfrm>
              <a:off x="4876800" y="1905000"/>
              <a:ext cx="3733800" cy="1295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41" name="Rectangle 92">
              <a:extLst>
                <a:ext uri="{FF2B5EF4-FFF2-40B4-BE49-F238E27FC236}">
                  <a16:creationId xmlns:a16="http://schemas.microsoft.com/office/drawing/2014/main" id="{E466B295-D77A-499D-9A64-782B726535A0}"/>
                </a:ext>
              </a:extLst>
            </p:cNvPr>
            <p:cNvSpPr>
              <a:spLocks noChangeArrowheads="1"/>
            </p:cNvSpPr>
            <p:nvPr/>
          </p:nvSpPr>
          <p:spPr bwMode="auto">
            <a:xfrm>
              <a:off x="4876800" y="3238500"/>
              <a:ext cx="3733800"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pic>
          <p:nvPicPr>
            <p:cNvPr id="42" name="Picture 93"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71650"/>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 name="Group 30" descr="The first split in the tree is on X2 at 0.63" title="Decision Tree"/>
          <p:cNvGrpSpPr/>
          <p:nvPr/>
        </p:nvGrpSpPr>
        <p:grpSpPr>
          <a:xfrm>
            <a:off x="1098550" y="2344738"/>
            <a:ext cx="2214563" cy="1350962"/>
            <a:chOff x="1098550" y="2344738"/>
            <a:chExt cx="2214563" cy="1350962"/>
          </a:xfrm>
        </p:grpSpPr>
        <p:sp>
          <p:nvSpPr>
            <p:cNvPr id="43" name="Line 82"/>
            <p:cNvSpPr>
              <a:spLocks noChangeShapeType="1"/>
            </p:cNvSpPr>
            <p:nvPr/>
          </p:nvSpPr>
          <p:spPr bwMode="auto">
            <a:xfrm flipH="1">
              <a:off x="1295400" y="2595563"/>
              <a:ext cx="914400" cy="909637"/>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 name="Line 83"/>
            <p:cNvSpPr>
              <a:spLocks noChangeShapeType="1"/>
            </p:cNvSpPr>
            <p:nvPr/>
          </p:nvSpPr>
          <p:spPr bwMode="auto">
            <a:xfrm>
              <a:off x="2209800" y="2590800"/>
              <a:ext cx="9144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 name="Oval 84">
              <a:extLst>
                <a:ext uri="{FF2B5EF4-FFF2-40B4-BE49-F238E27FC236}">
                  <a16:creationId xmlns:a16="http://schemas.microsoft.com/office/drawing/2014/main" id="{A39D9C7E-78C5-4FDE-8434-BE2EE6849ED4}"/>
                </a:ext>
              </a:extLst>
            </p:cNvPr>
            <p:cNvSpPr>
              <a:spLocks noChangeArrowheads="1"/>
            </p:cNvSpPr>
            <p:nvPr/>
          </p:nvSpPr>
          <p:spPr bwMode="auto">
            <a:xfrm>
              <a:off x="2014538" y="2398713"/>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 name="Oval 85">
              <a:extLst>
                <a:ext uri="{FF2B5EF4-FFF2-40B4-BE49-F238E27FC236}">
                  <a16:creationId xmlns:a16="http://schemas.microsoft.com/office/drawing/2014/main" id="{5A176262-EB2E-400D-8510-489AF8D9FBDE}"/>
                </a:ext>
              </a:extLst>
            </p:cNvPr>
            <p:cNvSpPr>
              <a:spLocks noChangeArrowheads="1"/>
            </p:cNvSpPr>
            <p:nvPr/>
          </p:nvSpPr>
          <p:spPr bwMode="auto">
            <a:xfrm>
              <a:off x="1098550"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 name="Oval 86">
              <a:extLst>
                <a:ext uri="{FF2B5EF4-FFF2-40B4-BE49-F238E27FC236}">
                  <a16:creationId xmlns:a16="http://schemas.microsoft.com/office/drawing/2014/main" id="{286723A1-6CAA-4552-8912-08861E4142BE}"/>
                </a:ext>
              </a:extLst>
            </p:cNvPr>
            <p:cNvSpPr>
              <a:spLocks noChangeArrowheads="1"/>
            </p:cNvSpPr>
            <p:nvPr/>
          </p:nvSpPr>
          <p:spPr bwMode="auto">
            <a:xfrm>
              <a:off x="2930525"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8" name="Text Box 87"/>
            <p:cNvSpPr txBox="1">
              <a:spLocks noChangeArrowheads="1"/>
            </p:cNvSpPr>
            <p:nvPr/>
          </p:nvSpPr>
          <p:spPr bwMode="auto">
            <a:xfrm>
              <a:off x="2027238" y="234473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FFCC00"/>
                  </a:solidFill>
                  <a:latin typeface="Arial Narrow" panose="020B0606020202030204" pitchFamily="34" charset="0"/>
                </a:rPr>
                <a:t>x</a:t>
              </a:r>
              <a:r>
                <a:rPr lang="en-US" altLang="en-US" sz="1800" b="1" baseline="-25000">
                  <a:solidFill>
                    <a:srgbClr val="FFCC00"/>
                  </a:solidFill>
                  <a:latin typeface="Arial Narrow" panose="020B0606020202030204" pitchFamily="34" charset="0"/>
                </a:rPr>
                <a:t>2</a:t>
              </a:r>
              <a:endParaRPr lang="en-US" altLang="en-US" sz="1800" b="1">
                <a:solidFill>
                  <a:srgbClr val="FFCC00"/>
                </a:solidFill>
                <a:latin typeface="Arial Narrow" panose="020B0606020202030204" pitchFamily="34" charset="0"/>
              </a:endParaRPr>
            </a:p>
          </p:txBody>
        </p:sp>
        <p:sp>
          <p:nvSpPr>
            <p:cNvPr id="49" name="Text Box 88"/>
            <p:cNvSpPr txBox="1">
              <a:spLocks noChangeArrowheads="1"/>
            </p:cNvSpPr>
            <p:nvPr/>
          </p:nvSpPr>
          <p:spPr bwMode="auto">
            <a:xfrm>
              <a:off x="1328738" y="258921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&lt;0.63</a:t>
              </a:r>
            </a:p>
          </p:txBody>
        </p:sp>
        <p:sp>
          <p:nvSpPr>
            <p:cNvPr id="50" name="Text Box 89"/>
            <p:cNvSpPr txBox="1">
              <a:spLocks noChangeArrowheads="1"/>
            </p:cNvSpPr>
            <p:nvPr/>
          </p:nvSpPr>
          <p:spPr bwMode="auto">
            <a:xfrm>
              <a:off x="2473325" y="258921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≥0.63</a:t>
              </a:r>
            </a:p>
          </p:txBody>
        </p:sp>
      </p:grpSp>
    </p:spTree>
    <p:extLst>
      <p:ext uri="{BB962C8B-B14F-4D97-AF65-F5344CB8AC3E}">
        <p14:creationId xmlns:p14="http://schemas.microsoft.com/office/powerpoint/2010/main" val="1968580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24</a:t>
            </a:fld>
            <a:endParaRPr lang="en-US" altLang="en-US" sz="1400" dirty="0"/>
          </a:p>
        </p:txBody>
      </p:sp>
      <p:sp>
        <p:nvSpPr>
          <p:cNvPr id="39" name="Text Box 103"/>
          <p:cNvSpPr txBox="1">
            <a:spLocks noChangeArrowheads="1"/>
          </p:cNvSpPr>
          <p:nvPr/>
        </p:nvSpPr>
        <p:spPr bwMode="auto">
          <a:xfrm>
            <a:off x="679450" y="4154488"/>
            <a:ext cx="3581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Repeat the process </a:t>
            </a:r>
            <a:br>
              <a:rPr lang="en-US" altLang="en-US" sz="2600" dirty="0">
                <a:latin typeface="+mj-lt"/>
              </a:rPr>
            </a:br>
            <a:r>
              <a:rPr lang="en-US" altLang="en-US" sz="2600" dirty="0">
                <a:latin typeface="+mj-lt"/>
              </a:rPr>
              <a:t>in each subset.</a:t>
            </a:r>
            <a:endParaRPr lang="en-US" altLang="en-US" sz="2600" baseline="-25000" dirty="0">
              <a:latin typeface="+mj-lt"/>
            </a:endParaRPr>
          </a:p>
        </p:txBody>
      </p:sp>
      <p:grpSp>
        <p:nvGrpSpPr>
          <p:cNvPr id="3" name="Group 2" descr="Small decision tree with left node highlighted." title="Decision Tree"/>
          <p:cNvGrpSpPr/>
          <p:nvPr/>
        </p:nvGrpSpPr>
        <p:grpSpPr>
          <a:xfrm>
            <a:off x="984250" y="2344738"/>
            <a:ext cx="2328863" cy="1465262"/>
            <a:chOff x="984250" y="2344738"/>
            <a:chExt cx="2328863" cy="1465262"/>
          </a:xfrm>
        </p:grpSpPr>
        <p:sp>
          <p:nvSpPr>
            <p:cNvPr id="42" name="Oval 102"/>
            <p:cNvSpPr>
              <a:spLocks noChangeArrowheads="1"/>
            </p:cNvSpPr>
            <p:nvPr/>
          </p:nvSpPr>
          <p:spPr bwMode="auto">
            <a:xfrm>
              <a:off x="984250" y="3200400"/>
              <a:ext cx="611188" cy="609600"/>
            </a:xfrm>
            <a:prstGeom prst="ellipse">
              <a:avLst/>
            </a:prstGeom>
            <a:solidFill>
              <a:srgbClr val="FFCC00"/>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43" name="Line 87"/>
            <p:cNvSpPr>
              <a:spLocks noChangeShapeType="1"/>
            </p:cNvSpPr>
            <p:nvPr/>
          </p:nvSpPr>
          <p:spPr bwMode="auto">
            <a:xfrm flipH="1">
              <a:off x="1295400" y="2595563"/>
              <a:ext cx="914400" cy="909637"/>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4" name="Line 88"/>
            <p:cNvSpPr>
              <a:spLocks noChangeShapeType="1"/>
            </p:cNvSpPr>
            <p:nvPr/>
          </p:nvSpPr>
          <p:spPr bwMode="auto">
            <a:xfrm>
              <a:off x="2209800" y="2590800"/>
              <a:ext cx="9144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5" name="Oval 91">
              <a:extLst>
                <a:ext uri="{FF2B5EF4-FFF2-40B4-BE49-F238E27FC236}">
                  <a16:creationId xmlns:a16="http://schemas.microsoft.com/office/drawing/2014/main" id="{06BC757D-D8CD-4702-8735-5708D7AACEDC}"/>
                </a:ext>
              </a:extLst>
            </p:cNvPr>
            <p:cNvSpPr>
              <a:spLocks noChangeArrowheads="1"/>
            </p:cNvSpPr>
            <p:nvPr/>
          </p:nvSpPr>
          <p:spPr bwMode="auto">
            <a:xfrm>
              <a:off x="2014538" y="2398713"/>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6" name="Oval 92">
              <a:extLst>
                <a:ext uri="{FF2B5EF4-FFF2-40B4-BE49-F238E27FC236}">
                  <a16:creationId xmlns:a16="http://schemas.microsoft.com/office/drawing/2014/main" id="{027B61F0-1348-4AF5-9A90-E96B77553B0E}"/>
                </a:ext>
              </a:extLst>
            </p:cNvPr>
            <p:cNvSpPr>
              <a:spLocks noChangeArrowheads="1"/>
            </p:cNvSpPr>
            <p:nvPr/>
          </p:nvSpPr>
          <p:spPr bwMode="auto">
            <a:xfrm>
              <a:off x="1098550"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7" name="Oval 95">
              <a:extLst>
                <a:ext uri="{FF2B5EF4-FFF2-40B4-BE49-F238E27FC236}">
                  <a16:creationId xmlns:a16="http://schemas.microsoft.com/office/drawing/2014/main" id="{E8E9A521-AAC0-4FFB-A6A0-3A202BAB554F}"/>
                </a:ext>
              </a:extLst>
            </p:cNvPr>
            <p:cNvSpPr>
              <a:spLocks noChangeArrowheads="1"/>
            </p:cNvSpPr>
            <p:nvPr/>
          </p:nvSpPr>
          <p:spPr bwMode="auto">
            <a:xfrm>
              <a:off x="2930525"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8" name="Text Box 96"/>
            <p:cNvSpPr txBox="1">
              <a:spLocks noChangeArrowheads="1"/>
            </p:cNvSpPr>
            <p:nvPr/>
          </p:nvSpPr>
          <p:spPr bwMode="auto">
            <a:xfrm>
              <a:off x="2027238" y="2344738"/>
              <a:ext cx="369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FFCC00"/>
                  </a:solidFill>
                  <a:latin typeface="Arial Narrow" panose="020B0606020202030204" pitchFamily="34" charset="0"/>
                </a:rPr>
                <a:t>x</a:t>
              </a:r>
              <a:r>
                <a:rPr lang="en-US" altLang="en-US" sz="1800" b="1" baseline="-25000">
                  <a:solidFill>
                    <a:srgbClr val="FFCC00"/>
                  </a:solidFill>
                  <a:latin typeface="Arial Narrow" panose="020B0606020202030204" pitchFamily="34" charset="0"/>
                </a:rPr>
                <a:t>2</a:t>
              </a:r>
              <a:endParaRPr lang="en-US" altLang="en-US" sz="1800" b="1">
                <a:solidFill>
                  <a:srgbClr val="FFCC00"/>
                </a:solidFill>
                <a:latin typeface="Arial Narrow" panose="020B0606020202030204" pitchFamily="34" charset="0"/>
              </a:endParaRPr>
            </a:p>
          </p:txBody>
        </p:sp>
        <p:sp>
          <p:nvSpPr>
            <p:cNvPr id="49" name="Text Box 98"/>
            <p:cNvSpPr txBox="1">
              <a:spLocks noChangeArrowheads="1"/>
            </p:cNvSpPr>
            <p:nvPr/>
          </p:nvSpPr>
          <p:spPr bwMode="auto">
            <a:xfrm>
              <a:off x="1328738" y="2589213"/>
              <a:ext cx="660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&lt;0.63</a:t>
              </a:r>
            </a:p>
          </p:txBody>
        </p:sp>
        <p:sp>
          <p:nvSpPr>
            <p:cNvPr id="50" name="Text Box 99"/>
            <p:cNvSpPr txBox="1">
              <a:spLocks noChangeArrowheads="1"/>
            </p:cNvSpPr>
            <p:nvPr/>
          </p:nvSpPr>
          <p:spPr bwMode="auto">
            <a:xfrm>
              <a:off x="2473325" y="2589213"/>
              <a:ext cx="6762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800" b="1" i="1">
                  <a:solidFill>
                    <a:srgbClr val="003399"/>
                  </a:solidFill>
                  <a:latin typeface="Arial Narrow" panose="020B0606020202030204" pitchFamily="34" charset="0"/>
                </a:rPr>
                <a:t>≥0.63</a:t>
              </a:r>
            </a:p>
          </p:txBody>
        </p:sp>
      </p:grpSp>
      <p:grpSp>
        <p:nvGrpSpPr>
          <p:cNvPr id="2" name="Group 1" descr="Scatterplot with just the region higlighted where X2 &lt; 0.63." title="Scatterplot"/>
          <p:cNvGrpSpPr/>
          <p:nvPr/>
        </p:nvGrpSpPr>
        <p:grpSpPr>
          <a:xfrm>
            <a:off x="4092575" y="1776413"/>
            <a:ext cx="4703763" cy="4395787"/>
            <a:chOff x="4092575" y="1776413"/>
            <a:chExt cx="4703763" cy="4395787"/>
          </a:xfrm>
        </p:grpSpPr>
        <p:sp>
          <p:nvSpPr>
            <p:cNvPr id="52" name="Rectangle 2">
              <a:extLst>
                <a:ext uri="{FF2B5EF4-FFF2-40B4-BE49-F238E27FC236}">
                  <a16:creationId xmlns:a16="http://schemas.microsoft.com/office/drawing/2014/main" id="{5A7BFBF1-4EEE-451B-A5BC-86D5E15C54C7}"/>
                </a:ext>
              </a:extLst>
            </p:cNvPr>
            <p:cNvSpPr>
              <a:spLocks noChangeArrowheads="1"/>
            </p:cNvSpPr>
            <p:nvPr/>
          </p:nvSpPr>
          <p:spPr bwMode="auto">
            <a:xfrm>
              <a:off x="4838700" y="1876425"/>
              <a:ext cx="3810000" cy="3657600"/>
            </a:xfrm>
            <a:prstGeom prst="rect">
              <a:avLst/>
            </a:prstGeom>
            <a:gradFill>
              <a:gsLst>
                <a:gs pos="0">
                  <a:schemeClr val="tx2">
                    <a:lumMod val="50000"/>
                  </a:schemeClr>
                </a:gs>
                <a:gs pos="50000">
                  <a:schemeClr val="tx2">
                    <a:lumMod val="75000"/>
                  </a:schemeClr>
                </a:gs>
                <a:gs pos="100000">
                  <a:schemeClr val="tx2"/>
                </a:gs>
              </a:gsLst>
              <a:path path="circle">
                <a:fillToRect l="100000" t="100000"/>
              </a:path>
            </a:gra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53" name="Text Box 6"/>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54" name="Text Box 7"/>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55" name="Text Box 8"/>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56" name="Text Box 9"/>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57" name="Text Box 10"/>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58" name="Text Box 11"/>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59" name="Text Box 12"/>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60" name="Text Box 13"/>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61" name="Text Box 14"/>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62" name="Text Box 15"/>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63" name="Text Box 16"/>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64" name="Text Box 17"/>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65" name="Text Box 18"/>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66" name="Text Box 19"/>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67" name="Text Box 20"/>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68" name="Text Box 21"/>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69" name="Text Box 22"/>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70" name="Text Box 23"/>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71" name="Text Box 24"/>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72" name="Text Box 25"/>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73" name="Text Box 26"/>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74" name="Text Box 27"/>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75" name="Text Box 28"/>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76" name="Text Box 29"/>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77" name="Rectangle 48"/>
            <p:cNvSpPr>
              <a:spLocks noChangeArrowheads="1"/>
            </p:cNvSpPr>
            <p:nvPr/>
          </p:nvSpPr>
          <p:spPr bwMode="auto">
            <a:xfrm>
              <a:off x="4889500" y="3238500"/>
              <a:ext cx="3721100" cy="2247900"/>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pic>
          <p:nvPicPr>
            <p:cNvPr id="78" name="Picture 76"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76413"/>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169301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25</a:t>
            </a:fld>
            <a:endParaRPr lang="en-US" altLang="en-US" sz="1400" dirty="0"/>
          </a:p>
        </p:txBody>
      </p:sp>
      <p:grpSp>
        <p:nvGrpSpPr>
          <p:cNvPr id="2" name="Group 1" descr="Scatterplot matrix with just the are below X2 = 0.63 highlighted." title="Scatterplot"/>
          <p:cNvGrpSpPr/>
          <p:nvPr/>
        </p:nvGrpSpPr>
        <p:grpSpPr>
          <a:xfrm>
            <a:off x="4092575" y="1776413"/>
            <a:ext cx="4703763" cy="4395787"/>
            <a:chOff x="4092575" y="1776413"/>
            <a:chExt cx="4703763" cy="4395787"/>
          </a:xfrm>
        </p:grpSpPr>
        <p:sp>
          <p:nvSpPr>
            <p:cNvPr id="5" name="Rectangle 2">
              <a:extLst>
                <a:ext uri="{FF2B5EF4-FFF2-40B4-BE49-F238E27FC236}">
                  <a16:creationId xmlns:a16="http://schemas.microsoft.com/office/drawing/2014/main" id="{5A7BFBF1-4EEE-451B-A5BC-86D5E15C54C7}"/>
                </a:ext>
              </a:extLst>
            </p:cNvPr>
            <p:cNvSpPr>
              <a:spLocks noChangeArrowheads="1"/>
            </p:cNvSpPr>
            <p:nvPr/>
          </p:nvSpPr>
          <p:spPr bwMode="auto">
            <a:xfrm>
              <a:off x="4838700" y="1876425"/>
              <a:ext cx="3810000" cy="3657600"/>
            </a:xfrm>
            <a:prstGeom prst="rect">
              <a:avLst/>
            </a:prstGeom>
            <a:gradFill>
              <a:gsLst>
                <a:gs pos="0">
                  <a:schemeClr val="tx2">
                    <a:lumMod val="50000"/>
                  </a:schemeClr>
                </a:gs>
                <a:gs pos="50000">
                  <a:schemeClr val="tx2">
                    <a:lumMod val="75000"/>
                  </a:schemeClr>
                </a:gs>
                <a:gs pos="100000">
                  <a:schemeClr val="tx2"/>
                </a:gs>
              </a:gsLst>
              <a:path path="circle">
                <a:fillToRect l="100000" t="100000"/>
              </a:path>
            </a:gra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 name="Text Box 6"/>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7" name="Text Box 7"/>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8" name="Text Box 8"/>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9" name="Text Box 9"/>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0" name="Text Box 10"/>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1" name="Text Box 11"/>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2" name="Text Box 12"/>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3" name="Text Box 13"/>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4" name="Text Box 14"/>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5" name="Text Box 15"/>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6" name="Text Box 16"/>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7" name="Text Box 17"/>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8" name="Text Box 18"/>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19" name="Text Box 19"/>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0" name="Text Box 20"/>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1" name="Text Box 21"/>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2" name="Text Box 22"/>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3" name="Text Box 23"/>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4" name="Text Box 24"/>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5" name="Text Box 25"/>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6" name="Text Box 26"/>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7" name="Text Box 27"/>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8" name="Text Box 28"/>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29" name="Text Box 29"/>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30" name="Rectangle 48"/>
            <p:cNvSpPr>
              <a:spLocks noChangeArrowheads="1"/>
            </p:cNvSpPr>
            <p:nvPr/>
          </p:nvSpPr>
          <p:spPr bwMode="auto">
            <a:xfrm>
              <a:off x="4889500" y="3238500"/>
              <a:ext cx="3721100" cy="2247900"/>
            </a:xfrm>
            <a:prstGeom prst="rect">
              <a:avLst/>
            </a:prstGeom>
            <a:solidFill>
              <a:schemeClr val="folHlink"/>
            </a:solidFill>
            <a:ln>
              <a:noFill/>
            </a:ln>
            <a:extLst>
              <a:ext uri="{91240B29-F687-4F45-9708-019B960494DF}">
                <a14:hiddenLine xmlns:a14="http://schemas.microsoft.com/office/drawing/2010/main" w="28575">
                  <a:solidFill>
                    <a:srgbClr val="000000"/>
                  </a:solidFill>
                  <a:miter lim="800000"/>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endParaRPr lang="en-US" altLang="en-US" noProof="1">
                <a:solidFill>
                  <a:srgbClr val="000000"/>
                </a:solidFill>
              </a:endParaRPr>
            </a:p>
          </p:txBody>
        </p:sp>
        <p:pic>
          <p:nvPicPr>
            <p:cNvPr id="31" name="Picture 76"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76413"/>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Text Box 47"/>
          <p:cNvSpPr txBox="1">
            <a:spLocks noChangeArrowheads="1"/>
          </p:cNvSpPr>
          <p:nvPr/>
        </p:nvSpPr>
        <p:spPr bwMode="auto">
          <a:xfrm>
            <a:off x="2663825" y="4256088"/>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a:t>
            </a:r>
          </a:p>
          <a:p>
            <a:pPr algn="ctr">
              <a:spcBef>
                <a:spcPct val="0"/>
              </a:spcBef>
              <a:buClrTx/>
              <a:buFontTx/>
              <a:buNone/>
            </a:pPr>
            <a:r>
              <a:rPr lang="en-US" altLang="en-US" sz="2000" b="1" dirty="0">
                <a:solidFill>
                  <a:srgbClr val="003399"/>
                </a:solidFill>
                <a:latin typeface="Arial Narrow" panose="020B0606020202030204" pitchFamily="34" charset="0"/>
              </a:rPr>
              <a:t>Information Gain (</a:t>
            </a:r>
            <a:r>
              <a:rPr lang="en-US" altLang="en-US" sz="2000" b="1" i="1" dirty="0">
                <a:solidFill>
                  <a:srgbClr val="003399"/>
                </a:solidFill>
                <a:latin typeface="Arial Narrow" panose="020B0606020202030204" pitchFamily="34" charset="0"/>
              </a:rPr>
              <a:t>x</a:t>
            </a:r>
            <a:r>
              <a:rPr lang="en-US" altLang="en-US" sz="2000" b="1" i="1" baseline="-25000" dirty="0">
                <a:solidFill>
                  <a:srgbClr val="003399"/>
                </a:solidFill>
                <a:latin typeface="Arial Narrow" panose="020B0606020202030204" pitchFamily="34" charset="0"/>
              </a:rPr>
              <a:t>2</a:t>
            </a:r>
            <a:r>
              <a:rPr lang="en-US" altLang="en-US" sz="2000" b="1" dirty="0">
                <a:solidFill>
                  <a:srgbClr val="003399"/>
                </a:solidFill>
                <a:latin typeface="Arial Narrow" panose="020B0606020202030204" pitchFamily="34" charset="0"/>
              </a:rPr>
              <a:t>=0.02)</a:t>
            </a:r>
          </a:p>
          <a:p>
            <a:pPr algn="ctr">
              <a:spcBef>
                <a:spcPct val="0"/>
              </a:spcBef>
              <a:buClrTx/>
              <a:buFontTx/>
              <a:buNone/>
            </a:pPr>
            <a:r>
              <a:rPr lang="en-US" altLang="en-US" sz="2000" b="1" dirty="0">
                <a:solidFill>
                  <a:srgbClr val="C00000"/>
                </a:solidFill>
                <a:latin typeface="Arial Narrow" panose="020B0606020202030204" pitchFamily="34" charset="0"/>
              </a:rPr>
              <a:t>0.0201</a:t>
            </a:r>
          </a:p>
        </p:txBody>
      </p:sp>
      <p:sp>
        <p:nvSpPr>
          <p:cNvPr id="33" name="Oval 285" descr="Blue and yellow proportions on each side of the split." title="Proportions">
            <a:extLst>
              <a:ext uri="{FF2B5EF4-FFF2-40B4-BE49-F238E27FC236}">
                <a16:creationId xmlns:a16="http://schemas.microsoft.com/office/drawing/2014/main" id="{4EBEDC37-042C-48DA-A816-1A005BFB081B}"/>
              </a:ext>
            </a:extLst>
          </p:cNvPr>
          <p:cNvSpPr>
            <a:spLocks noChangeArrowheads="1"/>
          </p:cNvSpPr>
          <p:nvPr/>
        </p:nvSpPr>
        <p:spPr bwMode="auto">
          <a:xfrm>
            <a:off x="417513" y="4264025"/>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34" name="Oval 286" descr="Blue and yellow proportions on each side of the split." title="Proportions">
            <a:extLst>
              <a:ext uri="{FF2B5EF4-FFF2-40B4-BE49-F238E27FC236}">
                <a16:creationId xmlns:a16="http://schemas.microsoft.com/office/drawing/2014/main" id="{E59DD6C6-9CBA-49AD-881F-63DF59EA4FAC}"/>
              </a:ext>
            </a:extLst>
          </p:cNvPr>
          <p:cNvSpPr>
            <a:spLocks noChangeArrowheads="1"/>
          </p:cNvSpPr>
          <p:nvPr/>
        </p:nvSpPr>
        <p:spPr bwMode="auto">
          <a:xfrm>
            <a:off x="417513" y="5010150"/>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35" name="Text Box 287" descr="Blue and yellow proportions on each side of the split." title="Proportions"/>
          <p:cNvSpPr txBox="1">
            <a:spLocks noChangeArrowheads="1"/>
          </p:cNvSpPr>
          <p:nvPr/>
        </p:nvSpPr>
        <p:spPr bwMode="auto">
          <a:xfrm>
            <a:off x="741363" y="3671888"/>
            <a:ext cx="968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bottom</a:t>
            </a:r>
          </a:p>
        </p:txBody>
      </p:sp>
      <p:sp>
        <p:nvSpPr>
          <p:cNvPr id="36" name="Text Box 288" descr="Blue and yellow proportions on each side of the split." title="Proportions"/>
          <p:cNvSpPr txBox="1">
            <a:spLocks noChangeArrowheads="1"/>
          </p:cNvSpPr>
          <p:nvPr/>
        </p:nvSpPr>
        <p:spPr bwMode="auto">
          <a:xfrm>
            <a:off x="1925638" y="3657600"/>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top</a:t>
            </a:r>
          </a:p>
        </p:txBody>
      </p:sp>
      <p:grpSp>
        <p:nvGrpSpPr>
          <p:cNvPr id="37" name="Group 59" descr="Blue and yellow proportions on each side of the split." title="Proportions">
            <a:extLst>
              <a:ext uri="{FF2B5EF4-FFF2-40B4-BE49-F238E27FC236}">
                <a16:creationId xmlns:a16="http://schemas.microsoft.com/office/drawing/2014/main" id="{CD6EDD12-59D5-4CA3-A2DC-84625E169D39}"/>
              </a:ext>
            </a:extLst>
          </p:cNvPr>
          <p:cNvGrpSpPr/>
          <p:nvPr/>
        </p:nvGrpSpPr>
        <p:grpSpPr>
          <a:xfrm>
            <a:off x="733262" y="4028717"/>
            <a:ext cx="927287" cy="695264"/>
            <a:chOff x="733262" y="1872371"/>
            <a:chExt cx="927287" cy="695264"/>
          </a:xfrm>
          <a:effectLst>
            <a:outerShdw blurRad="50800" dist="38100" dir="2700000" algn="tl" rotWithShape="0">
              <a:prstClr val="black">
                <a:alpha val="40000"/>
              </a:prstClr>
            </a:outerShdw>
          </a:effectLst>
        </p:grpSpPr>
        <p:sp>
          <p:nvSpPr>
            <p:cNvPr id="38" name="Rectangle 3">
              <a:extLst>
                <a:ext uri="{FF2B5EF4-FFF2-40B4-BE49-F238E27FC236}">
                  <a16:creationId xmlns:a16="http://schemas.microsoft.com/office/drawing/2014/main" id="{48773D40-7FC0-4C30-BD4B-5880E636ED24}"/>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39" name="Rectangle 3">
              <a:extLst>
                <a:ext uri="{FF2B5EF4-FFF2-40B4-BE49-F238E27FC236}">
                  <a16:creationId xmlns:a16="http://schemas.microsoft.com/office/drawing/2014/main" id="{5E895E71-1E7E-4C93-A35D-00EEABE5DE9E}"/>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40" name="Rectangle 3">
              <a:extLst>
                <a:ext uri="{FF2B5EF4-FFF2-40B4-BE49-F238E27FC236}">
                  <a16:creationId xmlns:a16="http://schemas.microsoft.com/office/drawing/2014/main" id="{55F2D5DB-09AC-4E87-98FA-B49C265FC66B}"/>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dirty="0">
                  <a:solidFill>
                    <a:srgbClr val="003399"/>
                  </a:solidFill>
                  <a:latin typeface="Arial Narrow"/>
                </a:rPr>
                <a:t>39%</a:t>
              </a:r>
              <a:endParaRPr lang="en-US" b="1" dirty="0">
                <a:solidFill>
                  <a:srgbClr val="003399"/>
                </a:solidFill>
                <a:latin typeface="Arial Narrow"/>
              </a:endParaRPr>
            </a:p>
          </p:txBody>
        </p:sp>
      </p:grpSp>
      <p:grpSp>
        <p:nvGrpSpPr>
          <p:cNvPr id="41" name="Group 60" descr="Blue and yellow proportions on each side of the split." title="Proportions">
            <a:extLst>
              <a:ext uri="{FF2B5EF4-FFF2-40B4-BE49-F238E27FC236}">
                <a16:creationId xmlns:a16="http://schemas.microsoft.com/office/drawing/2014/main" id="{1FB076A9-CEB5-49F7-BB9F-471660C3D3C6}"/>
              </a:ext>
            </a:extLst>
          </p:cNvPr>
          <p:cNvGrpSpPr/>
          <p:nvPr/>
        </p:nvGrpSpPr>
        <p:grpSpPr>
          <a:xfrm>
            <a:off x="731753" y="4774119"/>
            <a:ext cx="927287" cy="695264"/>
            <a:chOff x="733262" y="1872371"/>
            <a:chExt cx="927287" cy="695264"/>
          </a:xfrm>
          <a:effectLst>
            <a:outerShdw blurRad="50800" dist="38100" dir="2700000" algn="tl" rotWithShape="0">
              <a:prstClr val="black">
                <a:alpha val="40000"/>
              </a:prstClr>
            </a:outerShdw>
          </a:effectLst>
        </p:grpSpPr>
        <p:sp>
          <p:nvSpPr>
            <p:cNvPr id="42" name="Rectangle 3">
              <a:extLst>
                <a:ext uri="{FF2B5EF4-FFF2-40B4-BE49-F238E27FC236}">
                  <a16:creationId xmlns:a16="http://schemas.microsoft.com/office/drawing/2014/main" id="{463A0E78-939F-4E2C-BC73-E0CADE92B4FC}"/>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43" name="Rectangle 3">
              <a:extLst>
                <a:ext uri="{FF2B5EF4-FFF2-40B4-BE49-F238E27FC236}">
                  <a16:creationId xmlns:a16="http://schemas.microsoft.com/office/drawing/2014/main" id="{9E04F061-9C4E-41F6-B459-22A704C7AF27}"/>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44" name="Rectangle 3">
              <a:extLst>
                <a:ext uri="{FF2B5EF4-FFF2-40B4-BE49-F238E27FC236}">
                  <a16:creationId xmlns:a16="http://schemas.microsoft.com/office/drawing/2014/main" id="{F909E1DA-45C8-41E4-8DC3-CB6CE3457135}"/>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dirty="0">
                  <a:solidFill>
                    <a:srgbClr val="003399"/>
                  </a:solidFill>
                  <a:latin typeface="Arial Narrow"/>
                </a:rPr>
                <a:t>61%</a:t>
              </a:r>
            </a:p>
          </p:txBody>
        </p:sp>
      </p:grpSp>
      <p:grpSp>
        <p:nvGrpSpPr>
          <p:cNvPr id="45" name="Group 64" descr="Blue and yellow proportions on each side of the split." title="Proportions">
            <a:extLst>
              <a:ext uri="{FF2B5EF4-FFF2-40B4-BE49-F238E27FC236}">
                <a16:creationId xmlns:a16="http://schemas.microsoft.com/office/drawing/2014/main" id="{19A58E31-574D-4459-B7EC-89D5157961C6}"/>
              </a:ext>
            </a:extLst>
          </p:cNvPr>
          <p:cNvGrpSpPr/>
          <p:nvPr/>
        </p:nvGrpSpPr>
        <p:grpSpPr>
          <a:xfrm>
            <a:off x="1718581" y="4027208"/>
            <a:ext cx="927287" cy="695264"/>
            <a:chOff x="733262" y="1872371"/>
            <a:chExt cx="927287" cy="695264"/>
          </a:xfrm>
          <a:effectLst>
            <a:outerShdw blurRad="50800" dist="38100" dir="2700000" algn="tl" rotWithShape="0">
              <a:prstClr val="black">
                <a:alpha val="40000"/>
              </a:prstClr>
            </a:outerShdw>
          </a:effectLst>
        </p:grpSpPr>
        <p:sp>
          <p:nvSpPr>
            <p:cNvPr id="46" name="Rectangle 3">
              <a:extLst>
                <a:ext uri="{FF2B5EF4-FFF2-40B4-BE49-F238E27FC236}">
                  <a16:creationId xmlns:a16="http://schemas.microsoft.com/office/drawing/2014/main" id="{8129AE7C-421C-4284-A4F2-BC92B39F09BE}"/>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47" name="Rectangle 3">
              <a:extLst>
                <a:ext uri="{FF2B5EF4-FFF2-40B4-BE49-F238E27FC236}">
                  <a16:creationId xmlns:a16="http://schemas.microsoft.com/office/drawing/2014/main" id="{4725E83A-B2EE-4413-B5AB-0D40CC5018F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48" name="Rectangle 3">
              <a:extLst>
                <a:ext uri="{FF2B5EF4-FFF2-40B4-BE49-F238E27FC236}">
                  <a16:creationId xmlns:a16="http://schemas.microsoft.com/office/drawing/2014/main" id="{68403124-6BDF-4F92-8310-7F6606758742}"/>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a:t>
              </a:r>
              <a:r>
                <a:rPr lang="en-US" sz="2000" b="1" dirty="0">
                  <a:solidFill>
                    <a:srgbClr val="003399"/>
                  </a:solidFill>
                  <a:latin typeface="Arial Narrow"/>
                </a:rPr>
                <a:t>5%</a:t>
              </a:r>
            </a:p>
          </p:txBody>
        </p:sp>
      </p:grpSp>
      <p:grpSp>
        <p:nvGrpSpPr>
          <p:cNvPr id="49" name="Group 68" descr="Blue and yellow proportions on each side of the split." title="Proportions">
            <a:extLst>
              <a:ext uri="{FF2B5EF4-FFF2-40B4-BE49-F238E27FC236}">
                <a16:creationId xmlns:a16="http://schemas.microsoft.com/office/drawing/2014/main" id="{59F83BFB-BD8E-49EC-8B43-87BDD73E77FF}"/>
              </a:ext>
            </a:extLst>
          </p:cNvPr>
          <p:cNvGrpSpPr/>
          <p:nvPr/>
        </p:nvGrpSpPr>
        <p:grpSpPr>
          <a:xfrm>
            <a:off x="1717072" y="4772610"/>
            <a:ext cx="927287" cy="695264"/>
            <a:chOff x="733262" y="1872371"/>
            <a:chExt cx="927287" cy="695264"/>
          </a:xfrm>
          <a:effectLst>
            <a:outerShdw blurRad="50800" dist="38100" dir="2700000" algn="tl" rotWithShape="0">
              <a:prstClr val="black">
                <a:alpha val="40000"/>
              </a:prstClr>
            </a:outerShdw>
          </a:effectLst>
        </p:grpSpPr>
        <p:sp>
          <p:nvSpPr>
            <p:cNvPr id="50" name="Rectangle 3">
              <a:extLst>
                <a:ext uri="{FF2B5EF4-FFF2-40B4-BE49-F238E27FC236}">
                  <a16:creationId xmlns:a16="http://schemas.microsoft.com/office/drawing/2014/main" id="{73CAF680-F3E8-41D4-B886-3E27F0B9B2B1}"/>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1" name="Rectangle 3">
              <a:extLst>
                <a:ext uri="{FF2B5EF4-FFF2-40B4-BE49-F238E27FC236}">
                  <a16:creationId xmlns:a16="http://schemas.microsoft.com/office/drawing/2014/main" id="{21336D12-CBD3-46F5-87C2-03A8C286B5F8}"/>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52" name="Rectangle 3">
              <a:extLst>
                <a:ext uri="{FF2B5EF4-FFF2-40B4-BE49-F238E27FC236}">
                  <a16:creationId xmlns:a16="http://schemas.microsoft.com/office/drawing/2014/main" id="{AF3ED5AF-6A58-41CF-A275-F60077E659A8}"/>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a:t>
              </a:r>
              <a:r>
                <a:rPr lang="en-US" sz="2000" b="1" dirty="0">
                  <a:solidFill>
                    <a:srgbClr val="003399"/>
                  </a:solidFill>
                  <a:latin typeface="Arial Narrow"/>
                </a:rPr>
                <a:t>5%</a:t>
              </a:r>
            </a:p>
          </p:txBody>
        </p:sp>
      </p:grpSp>
      <p:sp>
        <p:nvSpPr>
          <p:cNvPr id="53" name="Text Box 47"/>
          <p:cNvSpPr txBox="1">
            <a:spLocks noChangeArrowheads="1"/>
          </p:cNvSpPr>
          <p:nvPr/>
        </p:nvSpPr>
        <p:spPr bwMode="auto">
          <a:xfrm>
            <a:off x="2660650" y="2098675"/>
            <a:ext cx="1676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2000" b="1" dirty="0">
                <a:solidFill>
                  <a:srgbClr val="003399"/>
                </a:solidFill>
                <a:latin typeface="Arial Narrow" panose="020B0606020202030204" pitchFamily="34" charset="0"/>
              </a:rPr>
              <a:t>max</a:t>
            </a:r>
          </a:p>
          <a:p>
            <a:pPr algn="ctr">
              <a:spcBef>
                <a:spcPct val="0"/>
              </a:spcBef>
              <a:buClrTx/>
              <a:buFontTx/>
              <a:buNone/>
            </a:pPr>
            <a:r>
              <a:rPr lang="en-US" altLang="en-US" sz="2000" b="1" dirty="0">
                <a:solidFill>
                  <a:srgbClr val="003399"/>
                </a:solidFill>
                <a:latin typeface="Arial Narrow" panose="020B0606020202030204" pitchFamily="34" charset="0"/>
              </a:rPr>
              <a:t>Information Gain (</a:t>
            </a:r>
            <a:r>
              <a:rPr lang="en-US" altLang="en-US" sz="2000" b="1" i="1" dirty="0">
                <a:solidFill>
                  <a:srgbClr val="003399"/>
                </a:solidFill>
                <a:latin typeface="Arial Narrow" panose="020B0606020202030204" pitchFamily="34" charset="0"/>
              </a:rPr>
              <a:t>x</a:t>
            </a:r>
            <a:r>
              <a:rPr lang="en-US" altLang="en-US" sz="2000" b="1" i="1" baseline="-25000" dirty="0">
                <a:solidFill>
                  <a:srgbClr val="003399"/>
                </a:solidFill>
                <a:latin typeface="Arial Narrow" panose="020B0606020202030204" pitchFamily="34" charset="0"/>
              </a:rPr>
              <a:t>1</a:t>
            </a:r>
            <a:r>
              <a:rPr lang="en-US" altLang="en-US" sz="2000" b="1" dirty="0">
                <a:solidFill>
                  <a:srgbClr val="003399"/>
                </a:solidFill>
                <a:latin typeface="Arial Narrow" panose="020B0606020202030204" pitchFamily="34" charset="0"/>
              </a:rPr>
              <a:t>=0.52)</a:t>
            </a:r>
          </a:p>
          <a:p>
            <a:pPr algn="ctr">
              <a:spcBef>
                <a:spcPct val="0"/>
              </a:spcBef>
              <a:buClrTx/>
              <a:buFontTx/>
              <a:buNone/>
            </a:pPr>
            <a:r>
              <a:rPr lang="en-US" altLang="en-US" sz="2000" b="1" dirty="0">
                <a:solidFill>
                  <a:srgbClr val="C00000"/>
                </a:solidFill>
                <a:latin typeface="Arial Narrow" panose="020B0606020202030204" pitchFamily="34" charset="0"/>
              </a:rPr>
              <a:t>0.0572</a:t>
            </a:r>
          </a:p>
        </p:txBody>
      </p:sp>
      <p:sp>
        <p:nvSpPr>
          <p:cNvPr id="54" name="Oval 285" descr="Blue and yellow proportions on each side of the split." title="Proportions">
            <a:extLst>
              <a:ext uri="{FF2B5EF4-FFF2-40B4-BE49-F238E27FC236}">
                <a16:creationId xmlns:a16="http://schemas.microsoft.com/office/drawing/2014/main" id="{E453AE31-B345-4C9D-A430-D18484C0FCD3}"/>
              </a:ext>
            </a:extLst>
          </p:cNvPr>
          <p:cNvSpPr>
            <a:spLocks noChangeArrowheads="1"/>
          </p:cNvSpPr>
          <p:nvPr/>
        </p:nvSpPr>
        <p:spPr bwMode="auto">
          <a:xfrm>
            <a:off x="415925" y="2106613"/>
            <a:ext cx="228600" cy="228600"/>
          </a:xfrm>
          <a:prstGeom prst="ellipse">
            <a:avLst/>
          </a:prstGeom>
          <a:solidFill>
            <a:srgbClr val="00FFFF"/>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55" name="Oval 286" descr="Blue and yellow proportions on each side of the split." title="Proportions">
            <a:extLst>
              <a:ext uri="{FF2B5EF4-FFF2-40B4-BE49-F238E27FC236}">
                <a16:creationId xmlns:a16="http://schemas.microsoft.com/office/drawing/2014/main" id="{1EAF1B17-02EB-4788-A39B-E49AA7C37F12}"/>
              </a:ext>
            </a:extLst>
          </p:cNvPr>
          <p:cNvSpPr>
            <a:spLocks noChangeArrowheads="1"/>
          </p:cNvSpPr>
          <p:nvPr/>
        </p:nvSpPr>
        <p:spPr bwMode="auto">
          <a:xfrm>
            <a:off x="415925" y="2852738"/>
            <a:ext cx="228600" cy="228600"/>
          </a:xfrm>
          <a:prstGeom prst="ellipse">
            <a:avLst/>
          </a:prstGeom>
          <a:solidFill>
            <a:srgbClr val="FFFF00"/>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56" name="Text Box 287" descr="Blue and yellow proportions on each side of the split." title="Proportions"/>
          <p:cNvSpPr txBox="1">
            <a:spLocks noChangeArrowheads="1"/>
          </p:cNvSpPr>
          <p:nvPr/>
        </p:nvSpPr>
        <p:spPr bwMode="auto">
          <a:xfrm>
            <a:off x="917575" y="1512888"/>
            <a:ext cx="530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left</a:t>
            </a:r>
          </a:p>
        </p:txBody>
      </p:sp>
      <p:sp>
        <p:nvSpPr>
          <p:cNvPr id="57" name="Text Box 288" descr="Blue and yellow proportions on each side of the split." title="Proportions"/>
          <p:cNvSpPr txBox="1">
            <a:spLocks noChangeArrowheads="1"/>
          </p:cNvSpPr>
          <p:nvPr/>
        </p:nvSpPr>
        <p:spPr bwMode="auto">
          <a:xfrm>
            <a:off x="1827213" y="1498600"/>
            <a:ext cx="698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800" b="1" i="1">
                <a:solidFill>
                  <a:srgbClr val="003399"/>
                </a:solidFill>
              </a:rPr>
              <a:t>right</a:t>
            </a:r>
          </a:p>
        </p:txBody>
      </p:sp>
      <p:grpSp>
        <p:nvGrpSpPr>
          <p:cNvPr id="58" name="Group 73" descr="Blue and yellow proportions on each side of the split." title="Proportions">
            <a:extLst>
              <a:ext uri="{FF2B5EF4-FFF2-40B4-BE49-F238E27FC236}">
                <a16:creationId xmlns:a16="http://schemas.microsoft.com/office/drawing/2014/main" id="{2F6E9794-9534-46CB-99F0-670F2CAF7446}"/>
              </a:ext>
            </a:extLst>
          </p:cNvPr>
          <p:cNvGrpSpPr/>
          <p:nvPr/>
        </p:nvGrpSpPr>
        <p:grpSpPr>
          <a:xfrm>
            <a:off x="733262" y="1872371"/>
            <a:ext cx="927287" cy="695264"/>
            <a:chOff x="733262" y="1872371"/>
            <a:chExt cx="927287" cy="695264"/>
          </a:xfrm>
          <a:effectLst>
            <a:outerShdw blurRad="50800" dist="38100" dir="2700000" algn="tl" rotWithShape="0">
              <a:prstClr val="black">
                <a:alpha val="40000"/>
              </a:prstClr>
            </a:outerShdw>
          </a:effectLst>
        </p:grpSpPr>
        <p:sp>
          <p:nvSpPr>
            <p:cNvPr id="59" name="Rectangle 3">
              <a:extLst>
                <a:ext uri="{FF2B5EF4-FFF2-40B4-BE49-F238E27FC236}">
                  <a16:creationId xmlns:a16="http://schemas.microsoft.com/office/drawing/2014/main" id="{B11F36B0-7A6D-48EA-A201-FA09E12EF293}"/>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0" name="Rectangle 3">
              <a:extLst>
                <a:ext uri="{FF2B5EF4-FFF2-40B4-BE49-F238E27FC236}">
                  <a16:creationId xmlns:a16="http://schemas.microsoft.com/office/drawing/2014/main" id="{F8931A09-002B-4EC2-BA11-A21B312E1D41}"/>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en-US">
                <a:solidFill>
                  <a:srgbClr val="003399"/>
                </a:solidFill>
              </a:endParaRPr>
            </a:p>
          </p:txBody>
        </p:sp>
        <p:sp>
          <p:nvSpPr>
            <p:cNvPr id="61" name="Rectangle 3">
              <a:extLst>
                <a:ext uri="{FF2B5EF4-FFF2-40B4-BE49-F238E27FC236}">
                  <a16:creationId xmlns:a16="http://schemas.microsoft.com/office/drawing/2014/main" id="{7249C5BF-028E-4CDA-8AA5-2C2ADB48AC4D}"/>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dirty="0">
                  <a:solidFill>
                    <a:srgbClr val="003399"/>
                  </a:solidFill>
                  <a:latin typeface="Arial Narrow"/>
                </a:rPr>
                <a:t>62%</a:t>
              </a:r>
              <a:endParaRPr lang="en-US" b="1" dirty="0">
                <a:solidFill>
                  <a:srgbClr val="003399"/>
                </a:solidFill>
                <a:latin typeface="Arial Narrow"/>
              </a:endParaRPr>
            </a:p>
          </p:txBody>
        </p:sp>
      </p:grpSp>
      <p:grpSp>
        <p:nvGrpSpPr>
          <p:cNvPr id="62" name="Group 77" descr="Blue and yellow proportions on each side of the split." title="Proportions">
            <a:extLst>
              <a:ext uri="{FF2B5EF4-FFF2-40B4-BE49-F238E27FC236}">
                <a16:creationId xmlns:a16="http://schemas.microsoft.com/office/drawing/2014/main" id="{C4B855FC-86DB-4241-A5B3-B65432B9322B}"/>
              </a:ext>
            </a:extLst>
          </p:cNvPr>
          <p:cNvGrpSpPr/>
          <p:nvPr/>
        </p:nvGrpSpPr>
        <p:grpSpPr>
          <a:xfrm>
            <a:off x="731753" y="2617773"/>
            <a:ext cx="927287" cy="695264"/>
            <a:chOff x="733262" y="1872371"/>
            <a:chExt cx="927287" cy="695264"/>
          </a:xfrm>
          <a:effectLst>
            <a:outerShdw blurRad="50800" dist="38100" dir="2700000" algn="tl" rotWithShape="0">
              <a:prstClr val="black">
                <a:alpha val="40000"/>
              </a:prstClr>
            </a:outerShdw>
          </a:effectLst>
        </p:grpSpPr>
        <p:sp>
          <p:nvSpPr>
            <p:cNvPr id="63" name="Rectangle 3">
              <a:extLst>
                <a:ext uri="{FF2B5EF4-FFF2-40B4-BE49-F238E27FC236}">
                  <a16:creationId xmlns:a16="http://schemas.microsoft.com/office/drawing/2014/main" id="{01BCEB4D-E987-4D7E-94F0-CAE598804E6E}"/>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4" name="Rectangle 3">
              <a:extLst>
                <a:ext uri="{FF2B5EF4-FFF2-40B4-BE49-F238E27FC236}">
                  <a16:creationId xmlns:a16="http://schemas.microsoft.com/office/drawing/2014/main" id="{EBE6A12E-1E8F-4A40-82C5-DFB314644ED0}"/>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5" name="Rectangle 3">
              <a:extLst>
                <a:ext uri="{FF2B5EF4-FFF2-40B4-BE49-F238E27FC236}">
                  <a16:creationId xmlns:a16="http://schemas.microsoft.com/office/drawing/2014/main" id="{55399784-8802-4247-9659-F500148AC7B0}"/>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dirty="0">
                  <a:solidFill>
                    <a:srgbClr val="003399"/>
                  </a:solidFill>
                  <a:latin typeface="Arial Narrow"/>
                </a:rPr>
                <a:t>38%</a:t>
              </a:r>
            </a:p>
          </p:txBody>
        </p:sp>
      </p:grpSp>
      <p:grpSp>
        <p:nvGrpSpPr>
          <p:cNvPr id="66" name="Group 81" descr="Blue and yellow proportions on each side of the split." title="Proportions">
            <a:extLst>
              <a:ext uri="{FF2B5EF4-FFF2-40B4-BE49-F238E27FC236}">
                <a16:creationId xmlns:a16="http://schemas.microsoft.com/office/drawing/2014/main" id="{C2064ED0-41B2-4E85-9636-F6CF67516640}"/>
              </a:ext>
            </a:extLst>
          </p:cNvPr>
          <p:cNvGrpSpPr/>
          <p:nvPr/>
        </p:nvGrpSpPr>
        <p:grpSpPr>
          <a:xfrm>
            <a:off x="1718581" y="1870862"/>
            <a:ext cx="927287" cy="695264"/>
            <a:chOff x="733262" y="1872371"/>
            <a:chExt cx="927287" cy="695264"/>
          </a:xfrm>
          <a:effectLst>
            <a:outerShdw blurRad="50800" dist="38100" dir="2700000" algn="tl" rotWithShape="0">
              <a:prstClr val="black">
                <a:alpha val="40000"/>
              </a:prstClr>
            </a:outerShdw>
          </a:effectLst>
        </p:grpSpPr>
        <p:sp>
          <p:nvSpPr>
            <p:cNvPr id="67" name="Rectangle 3">
              <a:extLst>
                <a:ext uri="{FF2B5EF4-FFF2-40B4-BE49-F238E27FC236}">
                  <a16:creationId xmlns:a16="http://schemas.microsoft.com/office/drawing/2014/main" id="{8FBF96F4-3AD8-43B4-834E-C5795E61F976}"/>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8" name="Rectangle 3">
              <a:extLst>
                <a:ext uri="{FF2B5EF4-FFF2-40B4-BE49-F238E27FC236}">
                  <a16:creationId xmlns:a16="http://schemas.microsoft.com/office/drawing/2014/main" id="{C176E23C-874E-4BAC-8302-0CFBAC5B5E24}"/>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69" name="Rectangle 3">
              <a:extLst>
                <a:ext uri="{FF2B5EF4-FFF2-40B4-BE49-F238E27FC236}">
                  <a16:creationId xmlns:a16="http://schemas.microsoft.com/office/drawing/2014/main" id="{C85E2F94-271F-483F-A559-58574FB98364}"/>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55</a:t>
              </a:r>
              <a:r>
                <a:rPr lang="en-US" sz="2000" b="1" dirty="0">
                  <a:solidFill>
                    <a:srgbClr val="003399"/>
                  </a:solidFill>
                  <a:latin typeface="Arial Narrow"/>
                </a:rPr>
                <a:t>%</a:t>
              </a:r>
            </a:p>
          </p:txBody>
        </p:sp>
      </p:grpSp>
      <p:grpSp>
        <p:nvGrpSpPr>
          <p:cNvPr id="70" name="Group 92" descr="Blue and yellow proportions on each side of the split." title="Proportions">
            <a:extLst>
              <a:ext uri="{FF2B5EF4-FFF2-40B4-BE49-F238E27FC236}">
                <a16:creationId xmlns:a16="http://schemas.microsoft.com/office/drawing/2014/main" id="{D81FFC32-6A66-4AA0-B956-C9CD41F57966}"/>
              </a:ext>
            </a:extLst>
          </p:cNvPr>
          <p:cNvGrpSpPr/>
          <p:nvPr/>
        </p:nvGrpSpPr>
        <p:grpSpPr>
          <a:xfrm>
            <a:off x="1717072" y="2616264"/>
            <a:ext cx="927287" cy="695264"/>
            <a:chOff x="733262" y="1872371"/>
            <a:chExt cx="927287" cy="695264"/>
          </a:xfrm>
          <a:effectLst>
            <a:outerShdw blurRad="50800" dist="38100" dir="2700000" algn="tl" rotWithShape="0">
              <a:prstClr val="black">
                <a:alpha val="40000"/>
              </a:prstClr>
            </a:outerShdw>
          </a:effectLst>
        </p:grpSpPr>
        <p:sp>
          <p:nvSpPr>
            <p:cNvPr id="71" name="Rectangle 3">
              <a:extLst>
                <a:ext uri="{FF2B5EF4-FFF2-40B4-BE49-F238E27FC236}">
                  <a16:creationId xmlns:a16="http://schemas.microsoft.com/office/drawing/2014/main" id="{0498D605-5C62-4208-9112-085B37C42850}"/>
                </a:ext>
              </a:extLst>
            </p:cNvPr>
            <p:cNvSpPr>
              <a:spLocks noChangeAspect="1" noChangeArrowheads="1"/>
            </p:cNvSpPr>
            <p:nvPr/>
          </p:nvSpPr>
          <p:spPr bwMode="auto">
            <a:xfrm>
              <a:off x="733262" y="1872371"/>
              <a:ext cx="927287" cy="695264"/>
            </a:xfrm>
            <a:prstGeom prst="rect">
              <a:avLst/>
            </a:prstGeom>
            <a:gradFill flip="none" rotWithShape="1">
              <a:gsLst>
                <a:gs pos="0">
                  <a:srgbClr val="CC9900"/>
                </a:gs>
                <a:gs pos="50000">
                  <a:srgbClr val="FFCD37"/>
                </a:gs>
                <a:gs pos="100000">
                  <a:srgbClr val="FFCC33"/>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2" name="Rectangle 3">
              <a:extLst>
                <a:ext uri="{FF2B5EF4-FFF2-40B4-BE49-F238E27FC236}">
                  <a16:creationId xmlns:a16="http://schemas.microsoft.com/office/drawing/2014/main" id="{DD4E5A7C-8D4F-4483-84D4-999753F13C7E}"/>
                </a:ext>
              </a:extLst>
            </p:cNvPr>
            <p:cNvSpPr>
              <a:spLocks noChangeArrowheads="1"/>
            </p:cNvSpPr>
            <p:nvPr/>
          </p:nvSpPr>
          <p:spPr bwMode="auto">
            <a:xfrm>
              <a:off x="746040" y="1884783"/>
              <a:ext cx="899879" cy="668221"/>
            </a:xfrm>
            <a:prstGeom prst="rect">
              <a:avLst/>
            </a:prstGeom>
            <a:gradFill flip="none" rotWithShape="1">
              <a:gsLst>
                <a:gs pos="0">
                  <a:srgbClr val="FFCC33"/>
                </a:gs>
                <a:gs pos="50000">
                  <a:srgbClr val="FFFBE5"/>
                </a:gs>
                <a:gs pos="100000">
                  <a:srgbClr val="FFFDEF"/>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endParaRPr lang="en-US" sz="2000" b="1">
                <a:solidFill>
                  <a:srgbClr val="003399"/>
                </a:solidFill>
                <a:latin typeface="Arial Narrow"/>
              </a:endParaRPr>
            </a:p>
          </p:txBody>
        </p:sp>
        <p:sp>
          <p:nvSpPr>
            <p:cNvPr id="73" name="Rectangle 3">
              <a:extLst>
                <a:ext uri="{FF2B5EF4-FFF2-40B4-BE49-F238E27FC236}">
                  <a16:creationId xmlns:a16="http://schemas.microsoft.com/office/drawing/2014/main" id="{1D5A0DFD-A06C-4F77-B397-DFF34DBAF9FB}"/>
                </a:ext>
              </a:extLst>
            </p:cNvPr>
            <p:cNvSpPr>
              <a:spLocks noChangeArrowheads="1"/>
            </p:cNvSpPr>
            <p:nvPr/>
          </p:nvSpPr>
          <p:spPr bwMode="auto">
            <a:xfrm>
              <a:off x="755101" y="1896623"/>
              <a:ext cx="888103" cy="644540"/>
            </a:xfrm>
            <a:prstGeom prst="rect">
              <a:avLst/>
            </a:prstGeom>
            <a:gradFill flip="none" rotWithShape="1">
              <a:gsLst>
                <a:gs pos="0">
                  <a:srgbClr val="FFCC33"/>
                </a:gs>
                <a:gs pos="50000">
                  <a:srgbClr val="FFE263"/>
                </a:gs>
                <a:gs pos="100000">
                  <a:srgbClr val="FFF790"/>
                </a:gs>
              </a:gsLst>
              <a:lin ang="10800000" scaled="1"/>
              <a:tileRect/>
            </a:gradFill>
            <a:ln>
              <a:noFill/>
              <a:headEnd/>
              <a:tailEnd type="none" w="med" len="lg"/>
            </a:ln>
          </p:spPr>
          <p:style>
            <a:lnRef idx="2">
              <a:schemeClr val="accent2"/>
            </a:lnRef>
            <a:fillRef idx="1">
              <a:schemeClr val="lt1"/>
            </a:fillRef>
            <a:effectRef idx="0">
              <a:schemeClr val="accent2"/>
            </a:effectRef>
            <a:fontRef idx="minor">
              <a:schemeClr val="dk1"/>
            </a:fontRef>
          </p:style>
          <p:txBody>
            <a:bodyPr wrap="none" anchor="ctr"/>
            <a:lstStyle/>
            <a:p>
              <a:pPr algn="ctr">
                <a:defRPr/>
              </a:pPr>
              <a:r>
                <a:rPr lang="en-US" sz="2000" b="1">
                  <a:solidFill>
                    <a:srgbClr val="003399"/>
                  </a:solidFill>
                  <a:latin typeface="Arial Narrow"/>
                </a:rPr>
                <a:t>45</a:t>
              </a:r>
              <a:r>
                <a:rPr lang="en-US" sz="2000" b="1" dirty="0">
                  <a:solidFill>
                    <a:srgbClr val="003399"/>
                  </a:solidFill>
                  <a:latin typeface="Arial Narrow"/>
                </a:rPr>
                <a:t>%</a:t>
              </a:r>
            </a:p>
          </p:txBody>
        </p:sp>
      </p:grpSp>
      <p:sp>
        <p:nvSpPr>
          <p:cNvPr id="74" name="Text Box 272"/>
          <p:cNvSpPr txBox="1">
            <a:spLocks noChangeArrowheads="1"/>
          </p:cNvSpPr>
          <p:nvPr/>
        </p:nvSpPr>
        <p:spPr bwMode="auto">
          <a:xfrm>
            <a:off x="638175" y="5755957"/>
            <a:ext cx="35814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Information Gain for </a:t>
            </a:r>
            <a:r>
              <a:rPr lang="en-US" altLang="en-US" sz="2600" i="1" dirty="0">
                <a:latin typeface="+mj-lt"/>
              </a:rPr>
              <a:t>x</a:t>
            </a:r>
            <a:r>
              <a:rPr lang="en-US" altLang="en-US" sz="2600" baseline="-25000" dirty="0">
                <a:latin typeface="+mj-lt"/>
              </a:rPr>
              <a:t>1</a:t>
            </a:r>
            <a:r>
              <a:rPr lang="en-US" altLang="en-US" sz="2600" dirty="0">
                <a:latin typeface="+mj-lt"/>
              </a:rPr>
              <a:t> is higher</a:t>
            </a:r>
          </a:p>
        </p:txBody>
      </p:sp>
    </p:spTree>
    <p:extLst>
      <p:ext uri="{BB962C8B-B14F-4D97-AF65-F5344CB8AC3E}">
        <p14:creationId xmlns:p14="http://schemas.microsoft.com/office/powerpoint/2010/main" val="3441143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26</a:t>
            </a:fld>
            <a:endParaRPr lang="en-US" altLang="en-US" sz="1400" dirty="0"/>
          </a:p>
        </p:txBody>
      </p:sp>
      <p:sp>
        <p:nvSpPr>
          <p:cNvPr id="47" name="Text Box 146"/>
          <p:cNvSpPr txBox="1">
            <a:spLocks noChangeArrowheads="1"/>
          </p:cNvSpPr>
          <p:nvPr/>
        </p:nvSpPr>
        <p:spPr bwMode="auto">
          <a:xfrm>
            <a:off x="584200" y="4862513"/>
            <a:ext cx="351155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Create a second partition rule.</a:t>
            </a:r>
            <a:endParaRPr lang="en-US" altLang="en-US" sz="2600" baseline="-25000" dirty="0">
              <a:latin typeface="+mj-lt"/>
            </a:endParaRPr>
          </a:p>
        </p:txBody>
      </p:sp>
      <p:grpSp>
        <p:nvGrpSpPr>
          <p:cNvPr id="2" name="Group 1" descr="Scatterplot showing the first two splits of the tree." title="Scatterplot"/>
          <p:cNvGrpSpPr/>
          <p:nvPr/>
        </p:nvGrpSpPr>
        <p:grpSpPr>
          <a:xfrm>
            <a:off x="4092575" y="1773238"/>
            <a:ext cx="4703763" cy="4398962"/>
            <a:chOff x="4092575" y="1773238"/>
            <a:chExt cx="4703763" cy="4398962"/>
          </a:xfrm>
        </p:grpSpPr>
        <p:sp>
          <p:nvSpPr>
            <p:cNvPr id="5" name="Rectangle 117">
              <a:extLst>
                <a:ext uri="{FF2B5EF4-FFF2-40B4-BE49-F238E27FC236}">
                  <a16:creationId xmlns:a16="http://schemas.microsoft.com/office/drawing/2014/main" id="{667CABFC-1B1E-4474-B267-57A4947A7E31}"/>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 name="Rectangle 116">
              <a:extLst>
                <a:ext uri="{FF2B5EF4-FFF2-40B4-BE49-F238E27FC236}">
                  <a16:creationId xmlns:a16="http://schemas.microsoft.com/office/drawing/2014/main" id="{8F54278F-6686-4B25-A7BC-717841089F45}"/>
                </a:ext>
              </a:extLst>
            </p:cNvPr>
            <p:cNvSpPr>
              <a:spLocks noChangeArrowheads="1"/>
            </p:cNvSpPr>
            <p:nvPr/>
          </p:nvSpPr>
          <p:spPr bwMode="auto">
            <a:xfrm>
              <a:off x="4876800" y="1905000"/>
              <a:ext cx="3733800" cy="1295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7" name="Text Box 8"/>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8" name="Text Box 9"/>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9" name="Text Box 10"/>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10" name="Text Box 11"/>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11" name="Text Box 12"/>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12" name="Text Box 13"/>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13" name="Text Box 14"/>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14" name="Text Box 15"/>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15" name="Text Box 16"/>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16" name="Text Box 17"/>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17" name="Text Box 18"/>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18" name="Text Box 19"/>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19" name="Text Box 20"/>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0" name="Text Box 21"/>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1" name="Text Box 22"/>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2" name="Text Box 23"/>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3" name="Text Box 24"/>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4" name="Text Box 25"/>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5" name="Text Box 26"/>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6" name="Text Box 27"/>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7" name="Text Box 28"/>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8" name="Text Box 29"/>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29" name="Text Box 30"/>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30" name="Text Box 31"/>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48" name="Rectangle 150">
              <a:extLst>
                <a:ext uri="{FF2B5EF4-FFF2-40B4-BE49-F238E27FC236}">
                  <a16:creationId xmlns:a16="http://schemas.microsoft.com/office/drawing/2014/main" id="{66187F9C-2C1F-4B7B-A200-302DE365B556}"/>
                </a:ext>
              </a:extLst>
            </p:cNvPr>
            <p:cNvSpPr>
              <a:spLocks noChangeArrowheads="1"/>
            </p:cNvSpPr>
            <p:nvPr/>
          </p:nvSpPr>
          <p:spPr bwMode="auto">
            <a:xfrm>
              <a:off x="6823075" y="3238500"/>
              <a:ext cx="1787525"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49" name="Rectangle 151">
              <a:extLst>
                <a:ext uri="{FF2B5EF4-FFF2-40B4-BE49-F238E27FC236}">
                  <a16:creationId xmlns:a16="http://schemas.microsoft.com/office/drawing/2014/main" id="{331D9FDB-D4F4-4CDD-B600-A2D96B9BFB93}"/>
                </a:ext>
              </a:extLst>
            </p:cNvPr>
            <p:cNvSpPr>
              <a:spLocks noChangeArrowheads="1"/>
            </p:cNvSpPr>
            <p:nvPr/>
          </p:nvSpPr>
          <p:spPr bwMode="auto">
            <a:xfrm>
              <a:off x="4876800" y="3238500"/>
              <a:ext cx="1908175"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pic>
          <p:nvPicPr>
            <p:cNvPr id="50" name="Picture 149" descr="dots"/>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2175" y="1773238"/>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 name="Group 141" descr="Decision tree with 2 splits shown." title="Decision Tree"/>
          <p:cNvGrpSpPr>
            <a:grpSpLocks/>
          </p:cNvGrpSpPr>
          <p:nvPr/>
        </p:nvGrpSpPr>
        <p:grpSpPr bwMode="auto">
          <a:xfrm>
            <a:off x="514350" y="2344738"/>
            <a:ext cx="2798763" cy="2266950"/>
            <a:chOff x="324" y="1477"/>
            <a:chExt cx="1763" cy="1428"/>
          </a:xfrm>
        </p:grpSpPr>
        <p:sp>
          <p:nvSpPr>
            <p:cNvPr id="52" name="Line 120"/>
            <p:cNvSpPr>
              <a:spLocks noChangeShapeType="1"/>
            </p:cNvSpPr>
            <p:nvPr/>
          </p:nvSpPr>
          <p:spPr bwMode="auto">
            <a:xfrm flipH="1">
              <a:off x="816" y="1635"/>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3" name="Line 121"/>
            <p:cNvSpPr>
              <a:spLocks noChangeShapeType="1"/>
            </p:cNvSpPr>
            <p:nvPr/>
          </p:nvSpPr>
          <p:spPr bwMode="auto">
            <a:xfrm>
              <a:off x="1392" y="1632"/>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4" name="Line 122"/>
            <p:cNvSpPr>
              <a:spLocks noChangeShapeType="1"/>
            </p:cNvSpPr>
            <p:nvPr/>
          </p:nvSpPr>
          <p:spPr bwMode="auto">
            <a:xfrm flipH="1">
              <a:off x="528" y="2208"/>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 name="Line 124"/>
            <p:cNvSpPr>
              <a:spLocks noChangeShapeType="1"/>
            </p:cNvSpPr>
            <p:nvPr/>
          </p:nvSpPr>
          <p:spPr bwMode="auto">
            <a:xfrm>
              <a:off x="816" y="2208"/>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6" name="Oval 130">
              <a:extLst>
                <a:ext uri="{FF2B5EF4-FFF2-40B4-BE49-F238E27FC236}">
                  <a16:creationId xmlns:a16="http://schemas.microsoft.com/office/drawing/2014/main" id="{EBCCD52E-D400-436E-A304-E1D290A9B654}"/>
                </a:ext>
              </a:extLst>
            </p:cNvPr>
            <p:cNvSpPr>
              <a:spLocks noChangeArrowheads="1"/>
            </p:cNvSpPr>
            <p:nvPr>
              <p:custDataLst>
                <p:tags r:id="rId1"/>
              </p:custDataLst>
            </p:nvPr>
          </p:nvSpPr>
          <p:spPr bwMode="auto">
            <a:xfrm>
              <a:off x="1269" y="1511"/>
              <a:ext cx="241" cy="24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7" name="Oval 131">
              <a:extLst>
                <a:ext uri="{FF2B5EF4-FFF2-40B4-BE49-F238E27FC236}">
                  <a16:creationId xmlns:a16="http://schemas.microsoft.com/office/drawing/2014/main" id="{C6D40845-DE63-48CD-B755-EDC18E1FD897}"/>
                </a:ext>
              </a:extLst>
            </p:cNvPr>
            <p:cNvSpPr>
              <a:spLocks noChangeArrowheads="1"/>
            </p:cNvSpPr>
            <p:nvPr>
              <p:custDataLst>
                <p:tags r:id="rId2"/>
              </p:custDataLst>
            </p:nvPr>
          </p:nvSpPr>
          <p:spPr bwMode="auto">
            <a:xfrm>
              <a:off x="692" y="2088"/>
              <a:ext cx="241" cy="24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8" name="Oval 132">
              <a:extLst>
                <a:ext uri="{FF2B5EF4-FFF2-40B4-BE49-F238E27FC236}">
                  <a16:creationId xmlns:a16="http://schemas.microsoft.com/office/drawing/2014/main" id="{C54D874D-AFE1-469D-AF3B-CFD8A59283B0}"/>
                </a:ext>
              </a:extLst>
            </p:cNvPr>
            <p:cNvSpPr>
              <a:spLocks noChangeArrowheads="1"/>
            </p:cNvSpPr>
            <p:nvPr>
              <p:custDataLst>
                <p:tags r:id="rId3"/>
              </p:custDataLst>
            </p:nvPr>
          </p:nvSpPr>
          <p:spPr bwMode="auto">
            <a:xfrm>
              <a:off x="404" y="2665"/>
              <a:ext cx="241" cy="24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59" name="Oval 133">
              <a:extLst>
                <a:ext uri="{FF2B5EF4-FFF2-40B4-BE49-F238E27FC236}">
                  <a16:creationId xmlns:a16="http://schemas.microsoft.com/office/drawing/2014/main" id="{F15F81D8-D122-46FF-B0A5-91BA9C6C6069}"/>
                </a:ext>
              </a:extLst>
            </p:cNvPr>
            <p:cNvSpPr>
              <a:spLocks noChangeArrowheads="1"/>
            </p:cNvSpPr>
            <p:nvPr>
              <p:custDataLst>
                <p:tags r:id="rId4"/>
              </p:custDataLst>
            </p:nvPr>
          </p:nvSpPr>
          <p:spPr bwMode="auto">
            <a:xfrm>
              <a:off x="981" y="2665"/>
              <a:ext cx="241" cy="24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60" name="Oval 136">
              <a:extLst>
                <a:ext uri="{FF2B5EF4-FFF2-40B4-BE49-F238E27FC236}">
                  <a16:creationId xmlns:a16="http://schemas.microsoft.com/office/drawing/2014/main" id="{71193C61-49B9-4DE5-9E4F-09595622F6CE}"/>
                </a:ext>
              </a:extLst>
            </p:cNvPr>
            <p:cNvSpPr>
              <a:spLocks noChangeArrowheads="1"/>
            </p:cNvSpPr>
            <p:nvPr>
              <p:custDataLst>
                <p:tags r:id="rId5"/>
              </p:custDataLst>
            </p:nvPr>
          </p:nvSpPr>
          <p:spPr bwMode="auto">
            <a:xfrm>
              <a:off x="1846" y="2088"/>
              <a:ext cx="241" cy="24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61" name="Text Box 110"/>
            <p:cNvSpPr txBox="1">
              <a:spLocks noChangeArrowheads="1"/>
            </p:cNvSpPr>
            <p:nvPr/>
          </p:nvSpPr>
          <p:spPr bwMode="auto">
            <a:xfrm>
              <a:off x="1277" y="1477"/>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2</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62" name="Text Box 104"/>
            <p:cNvSpPr txBox="1">
              <a:spLocks noChangeArrowheads="1"/>
            </p:cNvSpPr>
            <p:nvPr/>
          </p:nvSpPr>
          <p:spPr bwMode="auto">
            <a:xfrm>
              <a:off x="700" y="2054"/>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000" b="1" i="1" u="none" strike="noStrike" kern="0" cap="none" spc="0" normalizeH="0" baseline="0" noProof="0">
                  <a:ln>
                    <a:noFill/>
                  </a:ln>
                  <a:solidFill>
                    <a:srgbClr val="FFCC00"/>
                  </a:solidFill>
                  <a:effectLst/>
                  <a:uLnTx/>
                  <a:uFillTx/>
                  <a:latin typeface="Arial Narrow" panose="020B0606020202030204" pitchFamily="34" charset="0"/>
                </a:rPr>
                <a:t>x</a:t>
              </a:r>
              <a:r>
                <a:rPr kumimoji="0" lang="en-US" altLang="en-US" sz="1800" b="1" i="0" u="none" strike="noStrike" kern="0" cap="none" spc="0" normalizeH="0" baseline="-25000" noProof="0">
                  <a:ln>
                    <a:noFill/>
                  </a:ln>
                  <a:solidFill>
                    <a:srgbClr val="FFCC00"/>
                  </a:solidFill>
                  <a:effectLst/>
                  <a:uLnTx/>
                  <a:uFillTx/>
                  <a:latin typeface="Arial Narrow" panose="020B0606020202030204" pitchFamily="34" charset="0"/>
                </a:rPr>
                <a:t>1</a:t>
              </a:r>
              <a:endParaRPr kumimoji="0" lang="en-US" altLang="en-US" sz="1800" b="1" i="0" u="none" strike="noStrike" kern="0" cap="none" spc="0" normalizeH="0" baseline="0" noProof="0">
                <a:ln>
                  <a:noFill/>
                </a:ln>
                <a:solidFill>
                  <a:srgbClr val="FFCC00"/>
                </a:solidFill>
                <a:effectLst/>
                <a:uLnTx/>
                <a:uFillTx/>
                <a:latin typeface="Arial Narrow" panose="020B0606020202030204" pitchFamily="34" charset="0"/>
              </a:endParaRPr>
            </a:p>
          </p:txBody>
        </p:sp>
        <p:sp>
          <p:nvSpPr>
            <p:cNvPr id="63" name="Text Box 111"/>
            <p:cNvSpPr txBox="1">
              <a:spLocks noChangeArrowheads="1"/>
            </p:cNvSpPr>
            <p:nvPr/>
          </p:nvSpPr>
          <p:spPr bwMode="auto">
            <a:xfrm>
              <a:off x="837" y="1631"/>
              <a:ext cx="4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&lt;0.63</a:t>
              </a:r>
            </a:p>
          </p:txBody>
        </p:sp>
        <p:sp>
          <p:nvSpPr>
            <p:cNvPr id="64" name="Text Box 112"/>
            <p:cNvSpPr txBox="1">
              <a:spLocks noChangeArrowheads="1"/>
            </p:cNvSpPr>
            <p:nvPr/>
          </p:nvSpPr>
          <p:spPr bwMode="auto">
            <a:xfrm>
              <a:off x="1558" y="1631"/>
              <a:ext cx="4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≥0.63</a:t>
              </a:r>
            </a:p>
          </p:txBody>
        </p:sp>
        <p:sp>
          <p:nvSpPr>
            <p:cNvPr id="65" name="Text Box 105"/>
            <p:cNvSpPr txBox="1">
              <a:spLocks noChangeArrowheads="1"/>
            </p:cNvSpPr>
            <p:nvPr/>
          </p:nvSpPr>
          <p:spPr bwMode="auto">
            <a:xfrm>
              <a:off x="324" y="2232"/>
              <a:ext cx="4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&lt;0.52</a:t>
              </a:r>
            </a:p>
          </p:txBody>
        </p:sp>
        <p:sp>
          <p:nvSpPr>
            <p:cNvPr id="66" name="Text Box 106"/>
            <p:cNvSpPr txBox="1">
              <a:spLocks noChangeArrowheads="1"/>
            </p:cNvSpPr>
            <p:nvPr/>
          </p:nvSpPr>
          <p:spPr bwMode="auto">
            <a:xfrm>
              <a:off x="891" y="2232"/>
              <a:ext cx="4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1800" b="1" i="1" u="none" strike="noStrike" kern="0" cap="none" spc="0" normalizeH="0" baseline="0" noProof="0">
                  <a:ln>
                    <a:noFill/>
                  </a:ln>
                  <a:solidFill>
                    <a:srgbClr val="003399"/>
                  </a:solidFill>
                  <a:effectLst/>
                  <a:uLnTx/>
                  <a:uFillTx/>
                  <a:latin typeface="Arial Narrow" panose="020B0606020202030204" pitchFamily="34" charset="0"/>
                </a:rPr>
                <a:t>≥0.52</a:t>
              </a:r>
            </a:p>
          </p:txBody>
        </p:sp>
      </p:grpSp>
    </p:spTree>
    <p:extLst>
      <p:ext uri="{BB962C8B-B14F-4D97-AF65-F5344CB8AC3E}">
        <p14:creationId xmlns:p14="http://schemas.microsoft.com/office/powerpoint/2010/main" val="1020665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Decision Tree Split Search</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27</a:t>
            </a:fld>
            <a:endParaRPr lang="en-US" altLang="en-US" sz="1400" dirty="0"/>
          </a:p>
        </p:txBody>
      </p:sp>
      <p:grpSp>
        <p:nvGrpSpPr>
          <p:cNvPr id="3" name="Group 2" descr="Scatterplot showing all the splits in the maximal tree." title="Scatterplot"/>
          <p:cNvGrpSpPr/>
          <p:nvPr/>
        </p:nvGrpSpPr>
        <p:grpSpPr>
          <a:xfrm>
            <a:off x="4092575" y="1773238"/>
            <a:ext cx="4703763" cy="4398962"/>
            <a:chOff x="4092575" y="1773238"/>
            <a:chExt cx="4703763" cy="4398962"/>
          </a:xfrm>
        </p:grpSpPr>
        <p:sp>
          <p:nvSpPr>
            <p:cNvPr id="19" name="Text Box 3"/>
            <p:cNvSpPr txBox="1">
              <a:spLocks noChangeArrowheads="1"/>
            </p:cNvSpPr>
            <p:nvPr/>
          </p:nvSpPr>
          <p:spPr bwMode="auto">
            <a:xfrm>
              <a:off x="48006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20" name="Text Box 4"/>
            <p:cNvSpPr txBox="1">
              <a:spLocks noChangeArrowheads="1"/>
            </p:cNvSpPr>
            <p:nvPr/>
          </p:nvSpPr>
          <p:spPr bwMode="auto">
            <a:xfrm>
              <a:off x="65913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21" name="Text Box 5"/>
            <p:cNvSpPr txBox="1">
              <a:spLocks noChangeArrowheads="1"/>
            </p:cNvSpPr>
            <p:nvPr/>
          </p:nvSpPr>
          <p:spPr bwMode="auto">
            <a:xfrm>
              <a:off x="51593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22" name="Text Box 6"/>
            <p:cNvSpPr txBox="1">
              <a:spLocks noChangeArrowheads="1"/>
            </p:cNvSpPr>
            <p:nvPr/>
          </p:nvSpPr>
          <p:spPr bwMode="auto">
            <a:xfrm>
              <a:off x="55181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23" name="Text Box 7"/>
            <p:cNvSpPr txBox="1">
              <a:spLocks noChangeArrowheads="1"/>
            </p:cNvSpPr>
            <p:nvPr/>
          </p:nvSpPr>
          <p:spPr bwMode="auto">
            <a:xfrm>
              <a:off x="58753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24" name="Text Box 8"/>
            <p:cNvSpPr txBox="1">
              <a:spLocks noChangeArrowheads="1"/>
            </p:cNvSpPr>
            <p:nvPr/>
          </p:nvSpPr>
          <p:spPr bwMode="auto">
            <a:xfrm>
              <a:off x="62341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25" name="Text Box 9"/>
            <p:cNvSpPr txBox="1">
              <a:spLocks noChangeArrowheads="1"/>
            </p:cNvSpPr>
            <p:nvPr/>
          </p:nvSpPr>
          <p:spPr bwMode="auto">
            <a:xfrm>
              <a:off x="6950075"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26" name="Text Box 10"/>
            <p:cNvSpPr txBox="1">
              <a:spLocks noChangeArrowheads="1"/>
            </p:cNvSpPr>
            <p:nvPr/>
          </p:nvSpPr>
          <p:spPr bwMode="auto">
            <a:xfrm>
              <a:off x="730885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27" name="Text Box 11"/>
            <p:cNvSpPr txBox="1">
              <a:spLocks noChangeArrowheads="1"/>
            </p:cNvSpPr>
            <p:nvPr/>
          </p:nvSpPr>
          <p:spPr bwMode="auto">
            <a:xfrm>
              <a:off x="7666038"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28" name="Text Box 12"/>
            <p:cNvSpPr txBox="1">
              <a:spLocks noChangeArrowheads="1"/>
            </p:cNvSpPr>
            <p:nvPr/>
          </p:nvSpPr>
          <p:spPr bwMode="auto">
            <a:xfrm>
              <a:off x="8024813" y="5530850"/>
              <a:ext cx="414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29" name="Text Box 13"/>
            <p:cNvSpPr txBox="1">
              <a:spLocks noChangeArrowheads="1"/>
            </p:cNvSpPr>
            <p:nvPr/>
          </p:nvSpPr>
          <p:spPr bwMode="auto">
            <a:xfrm>
              <a:off x="8382000" y="55308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30" name="Text Box 14"/>
            <p:cNvSpPr txBox="1">
              <a:spLocks noChangeArrowheads="1"/>
            </p:cNvSpPr>
            <p:nvPr/>
          </p:nvSpPr>
          <p:spPr bwMode="auto">
            <a:xfrm>
              <a:off x="4419600" y="51816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0.0</a:t>
              </a:r>
            </a:p>
          </p:txBody>
        </p:sp>
        <p:sp>
          <p:nvSpPr>
            <p:cNvPr id="31" name="Text Box 15"/>
            <p:cNvSpPr txBox="1">
              <a:spLocks noChangeArrowheads="1"/>
            </p:cNvSpPr>
            <p:nvPr/>
          </p:nvSpPr>
          <p:spPr bwMode="auto">
            <a:xfrm>
              <a:off x="4419600" y="35433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0.5</a:t>
              </a:r>
            </a:p>
          </p:txBody>
        </p:sp>
        <p:sp>
          <p:nvSpPr>
            <p:cNvPr id="32" name="Text Box 16"/>
            <p:cNvSpPr txBox="1">
              <a:spLocks noChangeArrowheads="1"/>
            </p:cNvSpPr>
            <p:nvPr/>
          </p:nvSpPr>
          <p:spPr bwMode="auto">
            <a:xfrm>
              <a:off x="4419600" y="48545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0.1</a:t>
              </a:r>
            </a:p>
          </p:txBody>
        </p:sp>
        <p:sp>
          <p:nvSpPr>
            <p:cNvPr id="33" name="Text Box 17"/>
            <p:cNvSpPr txBox="1">
              <a:spLocks noChangeArrowheads="1"/>
            </p:cNvSpPr>
            <p:nvPr/>
          </p:nvSpPr>
          <p:spPr bwMode="auto">
            <a:xfrm>
              <a:off x="4419600" y="45275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0.2</a:t>
              </a:r>
            </a:p>
          </p:txBody>
        </p:sp>
        <p:sp>
          <p:nvSpPr>
            <p:cNvPr id="34" name="Text Box 18"/>
            <p:cNvSpPr txBox="1">
              <a:spLocks noChangeArrowheads="1"/>
            </p:cNvSpPr>
            <p:nvPr/>
          </p:nvSpPr>
          <p:spPr bwMode="auto">
            <a:xfrm>
              <a:off x="4419600" y="41989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0.3</a:t>
              </a:r>
            </a:p>
          </p:txBody>
        </p:sp>
        <p:sp>
          <p:nvSpPr>
            <p:cNvPr id="35" name="Text Box 19"/>
            <p:cNvSpPr txBox="1">
              <a:spLocks noChangeArrowheads="1"/>
            </p:cNvSpPr>
            <p:nvPr/>
          </p:nvSpPr>
          <p:spPr bwMode="auto">
            <a:xfrm>
              <a:off x="4419600" y="38719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0.4</a:t>
              </a:r>
            </a:p>
          </p:txBody>
        </p:sp>
        <p:sp>
          <p:nvSpPr>
            <p:cNvPr id="36" name="Text Box 20"/>
            <p:cNvSpPr txBox="1">
              <a:spLocks noChangeArrowheads="1"/>
            </p:cNvSpPr>
            <p:nvPr/>
          </p:nvSpPr>
          <p:spPr bwMode="auto">
            <a:xfrm>
              <a:off x="4419600" y="3216275"/>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0.6</a:t>
              </a:r>
            </a:p>
          </p:txBody>
        </p:sp>
        <p:sp>
          <p:nvSpPr>
            <p:cNvPr id="37" name="Text Box 21"/>
            <p:cNvSpPr txBox="1">
              <a:spLocks noChangeArrowheads="1"/>
            </p:cNvSpPr>
            <p:nvPr/>
          </p:nvSpPr>
          <p:spPr bwMode="auto">
            <a:xfrm>
              <a:off x="4419600" y="288925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0.7</a:t>
              </a:r>
            </a:p>
          </p:txBody>
        </p:sp>
        <p:sp>
          <p:nvSpPr>
            <p:cNvPr id="38" name="Text Box 22"/>
            <p:cNvSpPr txBox="1">
              <a:spLocks noChangeArrowheads="1"/>
            </p:cNvSpPr>
            <p:nvPr/>
          </p:nvSpPr>
          <p:spPr bwMode="auto">
            <a:xfrm>
              <a:off x="4419600" y="2560638"/>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0.8</a:t>
              </a:r>
            </a:p>
          </p:txBody>
        </p:sp>
        <p:sp>
          <p:nvSpPr>
            <p:cNvPr id="39" name="Text Box 23"/>
            <p:cNvSpPr txBox="1">
              <a:spLocks noChangeArrowheads="1"/>
            </p:cNvSpPr>
            <p:nvPr/>
          </p:nvSpPr>
          <p:spPr bwMode="auto">
            <a:xfrm>
              <a:off x="4419600" y="2233613"/>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0.9</a:t>
              </a:r>
            </a:p>
          </p:txBody>
        </p:sp>
        <p:sp>
          <p:nvSpPr>
            <p:cNvPr id="40" name="Text Box 24"/>
            <p:cNvSpPr txBox="1">
              <a:spLocks noChangeArrowheads="1"/>
            </p:cNvSpPr>
            <p:nvPr/>
          </p:nvSpPr>
          <p:spPr bwMode="auto">
            <a:xfrm>
              <a:off x="4419600" y="1905000"/>
              <a:ext cx="414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1600" b="1">
                  <a:solidFill>
                    <a:srgbClr val="B2B2B2"/>
                  </a:solidFill>
                  <a:latin typeface="Arial Narrow" panose="020B0606020202030204" pitchFamily="34" charset="0"/>
                </a:rPr>
                <a:t>1.0</a:t>
              </a:r>
            </a:p>
          </p:txBody>
        </p:sp>
        <p:sp>
          <p:nvSpPr>
            <p:cNvPr id="41" name="Text Box 25"/>
            <p:cNvSpPr txBox="1">
              <a:spLocks noChangeArrowheads="1"/>
            </p:cNvSpPr>
            <p:nvPr/>
          </p:nvSpPr>
          <p:spPr bwMode="auto">
            <a:xfrm>
              <a:off x="6629400" y="5775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1</a:t>
              </a:r>
            </a:p>
          </p:txBody>
        </p:sp>
        <p:sp>
          <p:nvSpPr>
            <p:cNvPr id="42" name="Text Box 26"/>
            <p:cNvSpPr txBox="1">
              <a:spLocks noChangeArrowheads="1"/>
            </p:cNvSpPr>
            <p:nvPr/>
          </p:nvSpPr>
          <p:spPr bwMode="auto">
            <a:xfrm>
              <a:off x="4092575" y="3489325"/>
              <a:ext cx="417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000" b="1" i="1">
                  <a:solidFill>
                    <a:srgbClr val="B2B2B2"/>
                  </a:solidFill>
                </a:rPr>
                <a:t>x</a:t>
              </a:r>
              <a:r>
                <a:rPr lang="en-US" altLang="en-US" sz="2000" b="1" baseline="-25000">
                  <a:solidFill>
                    <a:srgbClr val="B2B2B2"/>
                  </a:solidFill>
                </a:rPr>
                <a:t>2</a:t>
              </a:r>
            </a:p>
          </p:txBody>
        </p:sp>
        <p:sp>
          <p:nvSpPr>
            <p:cNvPr id="44" name="Rectangle 28">
              <a:extLst>
                <a:ext uri="{FF2B5EF4-FFF2-40B4-BE49-F238E27FC236}">
                  <a16:creationId xmlns:a16="http://schemas.microsoft.com/office/drawing/2014/main" id="{38944217-4D0D-44BF-BA0C-B4A28F6E18B4}"/>
                </a:ext>
              </a:extLst>
            </p:cNvPr>
            <p:cNvSpPr>
              <a:spLocks noChangeArrowheads="1"/>
            </p:cNvSpPr>
            <p:nvPr/>
          </p:nvSpPr>
          <p:spPr bwMode="auto">
            <a:xfrm>
              <a:off x="4838700" y="1876425"/>
              <a:ext cx="3810000" cy="3657600"/>
            </a:xfrm>
            <a:prstGeom prst="rect">
              <a:avLst/>
            </a:prstGeom>
            <a:solidFill>
              <a:srgbClr val="00003E"/>
            </a:solidFill>
            <a:ln w="28575">
              <a:noFill/>
              <a:miter lim="800000"/>
              <a:headEnd/>
              <a:tailEnd type="none" w="med" len="lg"/>
            </a:ln>
            <a:effectLst>
              <a:outerShdw blurRad="101600" dist="63500" dir="2700000" algn="tl" rotWithShape="0">
                <a:prstClr val="black">
                  <a:alpha val="40000"/>
                </a:prstClr>
              </a:outerShdw>
            </a:effectLst>
          </p:spPr>
          <p:txBody>
            <a:bodyPr wrap="none" anchor="ctr"/>
            <a:lstStyle/>
            <a:p>
              <a:pPr>
                <a:defRPr/>
              </a:pPr>
              <a:endParaRPr lang="en-US">
                <a:solidFill>
                  <a:srgbClr val="000000"/>
                </a:solidFill>
                <a:latin typeface="Arial"/>
              </a:endParaRPr>
            </a:p>
          </p:txBody>
        </p:sp>
        <p:sp>
          <p:nvSpPr>
            <p:cNvPr id="62" name="Rectangle 67">
              <a:extLst>
                <a:ext uri="{FF2B5EF4-FFF2-40B4-BE49-F238E27FC236}">
                  <a16:creationId xmlns:a16="http://schemas.microsoft.com/office/drawing/2014/main" id="{26DFF88B-FA28-4746-BB36-BDCAF02E141D}"/>
                </a:ext>
              </a:extLst>
            </p:cNvPr>
            <p:cNvSpPr>
              <a:spLocks noChangeArrowheads="1"/>
            </p:cNvSpPr>
            <p:nvPr/>
          </p:nvSpPr>
          <p:spPr bwMode="auto">
            <a:xfrm>
              <a:off x="4876800" y="1905000"/>
              <a:ext cx="1908175" cy="12954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63" name="Rectangle 68">
              <a:extLst>
                <a:ext uri="{FF2B5EF4-FFF2-40B4-BE49-F238E27FC236}">
                  <a16:creationId xmlns:a16="http://schemas.microsoft.com/office/drawing/2014/main" id="{6F365983-C66E-49DC-9DF5-3502EBD75A02}"/>
                </a:ext>
              </a:extLst>
            </p:cNvPr>
            <p:cNvSpPr>
              <a:spLocks noChangeArrowheads="1"/>
            </p:cNvSpPr>
            <p:nvPr/>
          </p:nvSpPr>
          <p:spPr bwMode="auto">
            <a:xfrm>
              <a:off x="4876800" y="3238500"/>
              <a:ext cx="1908175"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64" name="Rectangle 69">
              <a:extLst>
                <a:ext uri="{FF2B5EF4-FFF2-40B4-BE49-F238E27FC236}">
                  <a16:creationId xmlns:a16="http://schemas.microsoft.com/office/drawing/2014/main" id="{19B48EC6-6C11-4073-B12D-C1A7A7F32A7A}"/>
                </a:ext>
              </a:extLst>
            </p:cNvPr>
            <p:cNvSpPr>
              <a:spLocks noChangeArrowheads="1"/>
            </p:cNvSpPr>
            <p:nvPr/>
          </p:nvSpPr>
          <p:spPr bwMode="auto">
            <a:xfrm>
              <a:off x="6938963" y="3238500"/>
              <a:ext cx="1671637"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65" name="Rectangle 70">
              <a:extLst>
                <a:ext uri="{FF2B5EF4-FFF2-40B4-BE49-F238E27FC236}">
                  <a16:creationId xmlns:a16="http://schemas.microsoft.com/office/drawing/2014/main" id="{B3F38167-52DD-4A9D-8F17-6F3601CBC44A}"/>
                </a:ext>
              </a:extLst>
            </p:cNvPr>
            <p:cNvSpPr>
              <a:spLocks noChangeArrowheads="1"/>
            </p:cNvSpPr>
            <p:nvPr/>
          </p:nvSpPr>
          <p:spPr bwMode="auto">
            <a:xfrm>
              <a:off x="6823075" y="1905000"/>
              <a:ext cx="1793875" cy="11811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66" name="Rectangle 71">
              <a:extLst>
                <a:ext uri="{FF2B5EF4-FFF2-40B4-BE49-F238E27FC236}">
                  <a16:creationId xmlns:a16="http://schemas.microsoft.com/office/drawing/2014/main" id="{D9E23070-C4B5-4F60-AF21-2E1A63F351C7}"/>
                </a:ext>
              </a:extLst>
            </p:cNvPr>
            <p:cNvSpPr>
              <a:spLocks noChangeArrowheads="1"/>
            </p:cNvSpPr>
            <p:nvPr/>
          </p:nvSpPr>
          <p:spPr bwMode="auto">
            <a:xfrm>
              <a:off x="6823075" y="3124200"/>
              <a:ext cx="1793875" cy="762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sp>
          <p:nvSpPr>
            <p:cNvPr id="67" name="Rectangle 72">
              <a:extLst>
                <a:ext uri="{FF2B5EF4-FFF2-40B4-BE49-F238E27FC236}">
                  <a16:creationId xmlns:a16="http://schemas.microsoft.com/office/drawing/2014/main" id="{58575CFE-DDC2-41B2-A8E5-D6E59C7CD54E}"/>
                </a:ext>
              </a:extLst>
            </p:cNvPr>
            <p:cNvSpPr>
              <a:spLocks noChangeArrowheads="1"/>
            </p:cNvSpPr>
            <p:nvPr/>
          </p:nvSpPr>
          <p:spPr bwMode="auto">
            <a:xfrm>
              <a:off x="6823075" y="3238500"/>
              <a:ext cx="77788" cy="2247900"/>
            </a:xfrm>
            <a:prstGeom prst="rect">
              <a:avLst/>
            </a:prstGeom>
            <a:solidFill>
              <a:schemeClr val="folHlink"/>
            </a:solidFill>
            <a:ln w="28575">
              <a:noFill/>
              <a:miter lim="800000"/>
              <a:headEnd/>
              <a:tailEnd type="none" w="med" len="lg"/>
            </a:ln>
            <a:effectLst>
              <a:softEdge rad="12700"/>
            </a:effectLst>
          </p:spPr>
          <p:txBody>
            <a:bodyPr wrap="none" anchor="ctr"/>
            <a:lstStyle/>
            <a:p>
              <a:pPr>
                <a:defRPr/>
              </a:pPr>
              <a:endParaRPr lang="en-US">
                <a:solidFill>
                  <a:srgbClr val="000000"/>
                </a:solidFill>
                <a:latin typeface="Arial"/>
              </a:endParaRPr>
            </a:p>
          </p:txBody>
        </p:sp>
        <p:pic>
          <p:nvPicPr>
            <p:cNvPr id="68" name="Picture 66" descr="d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175" y="1773238"/>
              <a:ext cx="39909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Group 1" descr="Decision tree grown to its maximal size." title="Decision Tree"/>
          <p:cNvGrpSpPr/>
          <p:nvPr/>
        </p:nvGrpSpPr>
        <p:grpSpPr>
          <a:xfrm>
            <a:off x="334963" y="2398713"/>
            <a:ext cx="4579937" cy="3827780"/>
            <a:chOff x="334963" y="2398713"/>
            <a:chExt cx="4579937" cy="3827780"/>
          </a:xfrm>
        </p:grpSpPr>
        <p:grpSp>
          <p:nvGrpSpPr>
            <p:cNvPr id="69" name="Group 66"/>
            <p:cNvGrpSpPr>
              <a:grpSpLocks/>
            </p:cNvGrpSpPr>
            <p:nvPr/>
          </p:nvGrpSpPr>
          <p:grpSpPr bwMode="auto">
            <a:xfrm>
              <a:off x="334963" y="3505200"/>
              <a:ext cx="4579937" cy="2721293"/>
              <a:chOff x="334963" y="3505200"/>
              <a:chExt cx="4579937" cy="2721293"/>
            </a:xfrm>
          </p:grpSpPr>
          <p:sp>
            <p:nvSpPr>
              <p:cNvPr id="70" name="Line 37"/>
              <p:cNvSpPr>
                <a:spLocks noChangeShapeType="1"/>
              </p:cNvSpPr>
              <p:nvPr/>
            </p:nvSpPr>
            <p:spPr bwMode="auto">
              <a:xfrm flipH="1">
                <a:off x="26670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1" name="Line 39"/>
              <p:cNvSpPr>
                <a:spLocks noChangeShapeType="1"/>
              </p:cNvSpPr>
              <p:nvPr/>
            </p:nvSpPr>
            <p:spPr bwMode="auto">
              <a:xfrm>
                <a:off x="31242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2" name="Line 40"/>
              <p:cNvSpPr>
                <a:spLocks noChangeShapeType="1"/>
              </p:cNvSpPr>
              <p:nvPr/>
            </p:nvSpPr>
            <p:spPr bwMode="auto">
              <a:xfrm flipH="1">
                <a:off x="1295400" y="44196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3" name="Line 41"/>
              <p:cNvSpPr>
                <a:spLocks noChangeShapeType="1"/>
              </p:cNvSpPr>
              <p:nvPr/>
            </p:nvSpPr>
            <p:spPr bwMode="auto">
              <a:xfrm>
                <a:off x="1752600" y="44196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4" name="Line 42"/>
              <p:cNvSpPr>
                <a:spLocks noChangeShapeType="1"/>
              </p:cNvSpPr>
              <p:nvPr/>
            </p:nvSpPr>
            <p:spPr bwMode="auto">
              <a:xfrm flipH="1">
                <a:off x="3124200" y="44196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5" name="Line 43"/>
              <p:cNvSpPr>
                <a:spLocks noChangeShapeType="1"/>
              </p:cNvSpPr>
              <p:nvPr/>
            </p:nvSpPr>
            <p:spPr bwMode="auto">
              <a:xfrm>
                <a:off x="3581400" y="44196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6" name="Oval 48">
                <a:extLst>
                  <a:ext uri="{FF2B5EF4-FFF2-40B4-BE49-F238E27FC236}">
                    <a16:creationId xmlns:a16="http://schemas.microsoft.com/office/drawing/2014/main" id="{399833C3-2661-4432-9A6E-95598FF0D21A}"/>
                  </a:ext>
                </a:extLst>
              </p:cNvPr>
              <p:cNvSpPr>
                <a:spLocks noChangeArrowheads="1"/>
              </p:cNvSpPr>
              <p:nvPr/>
            </p:nvSpPr>
            <p:spPr bwMode="auto">
              <a:xfrm>
                <a:off x="1098550" y="5146675"/>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77" name="Oval 49">
                <a:extLst>
                  <a:ext uri="{FF2B5EF4-FFF2-40B4-BE49-F238E27FC236}">
                    <a16:creationId xmlns:a16="http://schemas.microsoft.com/office/drawing/2014/main" id="{99D5F936-981D-4F77-89CA-551510143557}"/>
                  </a:ext>
                </a:extLst>
              </p:cNvPr>
              <p:cNvSpPr>
                <a:spLocks noChangeArrowheads="1"/>
              </p:cNvSpPr>
              <p:nvPr/>
            </p:nvSpPr>
            <p:spPr bwMode="auto">
              <a:xfrm>
                <a:off x="2014538" y="5146675"/>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78" name="Oval 51">
                <a:extLst>
                  <a:ext uri="{FF2B5EF4-FFF2-40B4-BE49-F238E27FC236}">
                    <a16:creationId xmlns:a16="http://schemas.microsoft.com/office/drawing/2014/main" id="{CE569F7F-9C8F-45C2-A1DD-92D5B1E49856}"/>
                  </a:ext>
                </a:extLst>
              </p:cNvPr>
              <p:cNvSpPr>
                <a:spLocks noChangeArrowheads="1"/>
              </p:cNvSpPr>
              <p:nvPr/>
            </p:nvSpPr>
            <p:spPr bwMode="auto">
              <a:xfrm>
                <a:off x="2473325" y="4230688"/>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79" name="Oval 52">
                <a:extLst>
                  <a:ext uri="{FF2B5EF4-FFF2-40B4-BE49-F238E27FC236}">
                    <a16:creationId xmlns:a16="http://schemas.microsoft.com/office/drawing/2014/main" id="{5D30FD6F-4FD7-455B-847A-282EFAFD6BF6}"/>
                  </a:ext>
                </a:extLst>
              </p:cNvPr>
              <p:cNvSpPr>
                <a:spLocks noChangeArrowheads="1"/>
              </p:cNvSpPr>
              <p:nvPr/>
            </p:nvSpPr>
            <p:spPr bwMode="auto">
              <a:xfrm>
                <a:off x="3389313" y="4230688"/>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80" name="Oval 53">
                <a:extLst>
                  <a:ext uri="{FF2B5EF4-FFF2-40B4-BE49-F238E27FC236}">
                    <a16:creationId xmlns:a16="http://schemas.microsoft.com/office/drawing/2014/main" id="{D5CDFAC0-8A94-4E1E-97A4-30C0EAA01E4B}"/>
                  </a:ext>
                </a:extLst>
              </p:cNvPr>
              <p:cNvSpPr>
                <a:spLocks noChangeArrowheads="1"/>
              </p:cNvSpPr>
              <p:nvPr/>
            </p:nvSpPr>
            <p:spPr bwMode="auto">
              <a:xfrm>
                <a:off x="3846513" y="5146675"/>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81" name="Oval 54">
                <a:extLst>
                  <a:ext uri="{FF2B5EF4-FFF2-40B4-BE49-F238E27FC236}">
                    <a16:creationId xmlns:a16="http://schemas.microsoft.com/office/drawing/2014/main" id="{BD47630F-BC6F-4620-82C9-72E220C3334C}"/>
                  </a:ext>
                </a:extLst>
              </p:cNvPr>
              <p:cNvSpPr>
                <a:spLocks noChangeArrowheads="1"/>
              </p:cNvSpPr>
              <p:nvPr/>
            </p:nvSpPr>
            <p:spPr bwMode="auto">
              <a:xfrm>
                <a:off x="2930525" y="5146675"/>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82" name="Text Box 64"/>
              <p:cNvSpPr txBox="1">
                <a:spLocks noChangeArrowheads="1"/>
              </p:cNvSpPr>
              <p:nvPr/>
            </p:nvSpPr>
            <p:spPr bwMode="auto">
              <a:xfrm>
                <a:off x="334963" y="5734050"/>
                <a:ext cx="45799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altLang="en-US" sz="2600" i="0" u="none" strike="noStrike" kern="0" cap="none" spc="0" normalizeH="0" baseline="0" noProof="0" dirty="0">
                    <a:ln>
                      <a:noFill/>
                    </a:ln>
                    <a:effectLst/>
                    <a:uLnTx/>
                    <a:uFillTx/>
                    <a:latin typeface="+mj-lt"/>
                  </a:rPr>
                  <a:t>Repeat to form a maximal tree.</a:t>
                </a:r>
                <a:endParaRPr kumimoji="0" lang="en-US" altLang="en-US" sz="2600" i="0" u="none" strike="noStrike" kern="0" cap="none" spc="0" normalizeH="0" baseline="-25000" noProof="0" dirty="0">
                  <a:ln>
                    <a:noFill/>
                  </a:ln>
                  <a:effectLst/>
                  <a:uLnTx/>
                  <a:uFillTx/>
                  <a:latin typeface="+mj-lt"/>
                </a:endParaRPr>
              </a:p>
            </p:txBody>
          </p:sp>
        </p:grpSp>
        <p:sp>
          <p:nvSpPr>
            <p:cNvPr id="83" name="Line 27"/>
            <p:cNvSpPr>
              <a:spLocks noChangeShapeType="1"/>
            </p:cNvSpPr>
            <p:nvPr/>
          </p:nvSpPr>
          <p:spPr bwMode="auto">
            <a:xfrm flipH="1">
              <a:off x="1295400" y="2595563"/>
              <a:ext cx="914400" cy="909637"/>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4" name="Line 35"/>
            <p:cNvSpPr>
              <a:spLocks noChangeShapeType="1"/>
            </p:cNvSpPr>
            <p:nvPr/>
          </p:nvSpPr>
          <p:spPr bwMode="auto">
            <a:xfrm>
              <a:off x="2209800" y="2590800"/>
              <a:ext cx="9144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5" name="Line 36"/>
            <p:cNvSpPr>
              <a:spLocks noChangeShapeType="1"/>
            </p:cNvSpPr>
            <p:nvPr/>
          </p:nvSpPr>
          <p:spPr bwMode="auto">
            <a:xfrm flipH="1">
              <a:off x="8382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6" name="Line 38"/>
            <p:cNvSpPr>
              <a:spLocks noChangeShapeType="1"/>
            </p:cNvSpPr>
            <p:nvPr/>
          </p:nvSpPr>
          <p:spPr bwMode="auto">
            <a:xfrm>
              <a:off x="12954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7" name="Oval 44"/>
            <p:cNvSpPr>
              <a:spLocks noChangeArrowheads="1"/>
            </p:cNvSpPr>
            <p:nvPr/>
          </p:nvSpPr>
          <p:spPr bwMode="auto">
            <a:xfrm>
              <a:off x="2014538" y="2398713"/>
              <a:ext cx="382587" cy="38100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8" name="Oval 45"/>
            <p:cNvSpPr>
              <a:spLocks noChangeArrowheads="1"/>
            </p:cNvSpPr>
            <p:nvPr/>
          </p:nvSpPr>
          <p:spPr bwMode="auto">
            <a:xfrm>
              <a:off x="1098550" y="3314700"/>
              <a:ext cx="382588" cy="38100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9" name="Oval 46"/>
            <p:cNvSpPr>
              <a:spLocks noChangeArrowheads="1"/>
            </p:cNvSpPr>
            <p:nvPr/>
          </p:nvSpPr>
          <p:spPr bwMode="auto">
            <a:xfrm>
              <a:off x="641350" y="4230688"/>
              <a:ext cx="382588" cy="38100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90" name="Oval 47"/>
            <p:cNvSpPr>
              <a:spLocks noChangeArrowheads="1"/>
            </p:cNvSpPr>
            <p:nvPr/>
          </p:nvSpPr>
          <p:spPr bwMode="auto">
            <a:xfrm>
              <a:off x="1557338" y="4230688"/>
              <a:ext cx="382587" cy="38100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91" name="Oval 50"/>
            <p:cNvSpPr>
              <a:spLocks noChangeArrowheads="1"/>
            </p:cNvSpPr>
            <p:nvPr/>
          </p:nvSpPr>
          <p:spPr bwMode="auto">
            <a:xfrm>
              <a:off x="2930525" y="3314700"/>
              <a:ext cx="382588" cy="38100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92" name="Line 55"/>
            <p:cNvSpPr>
              <a:spLocks noChangeShapeType="1"/>
            </p:cNvSpPr>
            <p:nvPr/>
          </p:nvSpPr>
          <p:spPr bwMode="auto">
            <a:xfrm flipH="1">
              <a:off x="1295400" y="2595563"/>
              <a:ext cx="914400" cy="909637"/>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3" name="Line 56"/>
            <p:cNvSpPr>
              <a:spLocks noChangeShapeType="1"/>
            </p:cNvSpPr>
            <p:nvPr/>
          </p:nvSpPr>
          <p:spPr bwMode="auto">
            <a:xfrm>
              <a:off x="2209800" y="2590800"/>
              <a:ext cx="9144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4" name="Line 57"/>
            <p:cNvSpPr>
              <a:spLocks noChangeShapeType="1"/>
            </p:cNvSpPr>
            <p:nvPr/>
          </p:nvSpPr>
          <p:spPr bwMode="auto">
            <a:xfrm flipH="1">
              <a:off x="8382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5" name="Line 58"/>
            <p:cNvSpPr>
              <a:spLocks noChangeShapeType="1"/>
            </p:cNvSpPr>
            <p:nvPr/>
          </p:nvSpPr>
          <p:spPr bwMode="auto">
            <a:xfrm>
              <a:off x="1295400" y="3505200"/>
              <a:ext cx="457200" cy="909638"/>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6" name="Oval 59">
              <a:extLst>
                <a:ext uri="{FF2B5EF4-FFF2-40B4-BE49-F238E27FC236}">
                  <a16:creationId xmlns:a16="http://schemas.microsoft.com/office/drawing/2014/main" id="{45DDB40B-B36B-4BCC-B6D1-A620C9968780}"/>
                </a:ext>
              </a:extLst>
            </p:cNvPr>
            <p:cNvSpPr>
              <a:spLocks noChangeArrowheads="1"/>
            </p:cNvSpPr>
            <p:nvPr/>
          </p:nvSpPr>
          <p:spPr bwMode="auto">
            <a:xfrm>
              <a:off x="2014538" y="2398713"/>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97" name="Oval 60">
              <a:extLst>
                <a:ext uri="{FF2B5EF4-FFF2-40B4-BE49-F238E27FC236}">
                  <a16:creationId xmlns:a16="http://schemas.microsoft.com/office/drawing/2014/main" id="{DB1FFABC-BFDC-4337-B88B-C59DED7F0A1C}"/>
                </a:ext>
              </a:extLst>
            </p:cNvPr>
            <p:cNvSpPr>
              <a:spLocks noChangeArrowheads="1"/>
            </p:cNvSpPr>
            <p:nvPr/>
          </p:nvSpPr>
          <p:spPr bwMode="auto">
            <a:xfrm>
              <a:off x="1098550"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98" name="Oval 61">
              <a:extLst>
                <a:ext uri="{FF2B5EF4-FFF2-40B4-BE49-F238E27FC236}">
                  <a16:creationId xmlns:a16="http://schemas.microsoft.com/office/drawing/2014/main" id="{A6493F8E-2228-4367-B56B-080DA411663F}"/>
                </a:ext>
              </a:extLst>
            </p:cNvPr>
            <p:cNvSpPr>
              <a:spLocks noChangeArrowheads="1"/>
            </p:cNvSpPr>
            <p:nvPr/>
          </p:nvSpPr>
          <p:spPr bwMode="auto">
            <a:xfrm>
              <a:off x="641350" y="4230688"/>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99" name="Oval 62">
              <a:extLst>
                <a:ext uri="{FF2B5EF4-FFF2-40B4-BE49-F238E27FC236}">
                  <a16:creationId xmlns:a16="http://schemas.microsoft.com/office/drawing/2014/main" id="{4C6C5431-67D2-46B0-973C-39B60C926D03}"/>
                </a:ext>
              </a:extLst>
            </p:cNvPr>
            <p:cNvSpPr>
              <a:spLocks noChangeArrowheads="1"/>
            </p:cNvSpPr>
            <p:nvPr/>
          </p:nvSpPr>
          <p:spPr bwMode="auto">
            <a:xfrm>
              <a:off x="1557338" y="4230688"/>
              <a:ext cx="382587"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100" name="Oval 63">
              <a:extLst>
                <a:ext uri="{FF2B5EF4-FFF2-40B4-BE49-F238E27FC236}">
                  <a16:creationId xmlns:a16="http://schemas.microsoft.com/office/drawing/2014/main" id="{55456BC0-3E92-4C95-A3B7-D40070E6F88E}"/>
                </a:ext>
              </a:extLst>
            </p:cNvPr>
            <p:cNvSpPr>
              <a:spLocks noChangeArrowheads="1"/>
            </p:cNvSpPr>
            <p:nvPr/>
          </p:nvSpPr>
          <p:spPr bwMode="auto">
            <a:xfrm>
              <a:off x="2930525" y="3314700"/>
              <a:ext cx="382588" cy="381000"/>
            </a:xfrm>
            <a:prstGeom prst="ellipse">
              <a:avLst/>
            </a:prstGeom>
            <a:solidFill>
              <a:srgbClr val="003366"/>
            </a:solidFill>
            <a:ln w="28575">
              <a:noFill/>
              <a:round/>
              <a:headEnd/>
              <a:tailEnd type="none" w="med" len="lg"/>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Tree>
    <p:extLst>
      <p:ext uri="{BB962C8B-B14F-4D97-AF65-F5344CB8AC3E}">
        <p14:creationId xmlns:p14="http://schemas.microsoft.com/office/powerpoint/2010/main" val="1295482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Maximal Tree</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28</a:t>
            </a:fld>
            <a:endParaRPr lang="en-US" altLang="en-US" sz="1400" dirty="0"/>
          </a:p>
        </p:txBody>
      </p:sp>
      <p:sp>
        <p:nvSpPr>
          <p:cNvPr id="5" name="Content Placeholder 2"/>
          <p:cNvSpPr>
            <a:spLocks noGrp="1"/>
          </p:cNvSpPr>
          <p:nvPr>
            <p:ph sz="quarter" idx="1"/>
          </p:nvPr>
        </p:nvSpPr>
        <p:spPr>
          <a:xfrm>
            <a:off x="914400" y="1676400"/>
            <a:ext cx="7772400" cy="2398713"/>
          </a:xfrm>
        </p:spPr>
        <p:txBody>
          <a:bodyPr/>
          <a:lstStyle/>
          <a:p>
            <a:pPr eaLnBrk="1" hangingPunct="1">
              <a:spcBef>
                <a:spcPts val="600"/>
              </a:spcBef>
              <a:spcAft>
                <a:spcPts val="1200"/>
              </a:spcAft>
            </a:pPr>
            <a:r>
              <a:rPr lang="en-US" altLang="en-US" dirty="0"/>
              <a:t>Tree splits developed on Training Data</a:t>
            </a:r>
          </a:p>
          <a:p>
            <a:pPr eaLnBrk="1" hangingPunct="1">
              <a:spcBef>
                <a:spcPts val="600"/>
              </a:spcBef>
              <a:spcAft>
                <a:spcPts val="1200"/>
              </a:spcAft>
            </a:pPr>
            <a:r>
              <a:rPr lang="en-US" altLang="en-US" dirty="0"/>
              <a:t>Build tree to maximal size</a:t>
            </a:r>
          </a:p>
          <a:p>
            <a:pPr lvl="1" eaLnBrk="1" hangingPunct="1">
              <a:spcBef>
                <a:spcPts val="600"/>
              </a:spcBef>
              <a:spcAft>
                <a:spcPts val="1200"/>
              </a:spcAft>
            </a:pPr>
            <a:r>
              <a:rPr lang="en-US" altLang="en-US" dirty="0"/>
              <a:t>Stop based on leaf purity </a:t>
            </a:r>
          </a:p>
          <a:p>
            <a:pPr lvl="1" eaLnBrk="1" hangingPunct="1">
              <a:spcBef>
                <a:spcPts val="600"/>
              </a:spcBef>
              <a:spcAft>
                <a:spcPts val="1200"/>
              </a:spcAft>
            </a:pPr>
            <a:r>
              <a:rPr lang="en-US" altLang="en-US" dirty="0"/>
              <a:t>Stop based on stopping rule</a:t>
            </a:r>
          </a:p>
        </p:txBody>
      </p:sp>
      <p:sp>
        <p:nvSpPr>
          <p:cNvPr id="57" name="Rectangle 27"/>
          <p:cNvSpPr>
            <a:spLocks noChangeArrowheads="1"/>
          </p:cNvSpPr>
          <p:nvPr/>
        </p:nvSpPr>
        <p:spPr bwMode="auto">
          <a:xfrm>
            <a:off x="3891042" y="5432048"/>
            <a:ext cx="4543348"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squar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Maximal tree is most complex model in sequence.</a:t>
            </a:r>
          </a:p>
        </p:txBody>
      </p:sp>
      <p:sp>
        <p:nvSpPr>
          <p:cNvPr id="58" name="Rectangle 27"/>
          <p:cNvSpPr>
            <a:spLocks noChangeArrowheads="1"/>
          </p:cNvSpPr>
          <p:nvPr/>
        </p:nvSpPr>
        <p:spPr bwMode="auto">
          <a:xfrm>
            <a:off x="3896676" y="4300161"/>
            <a:ext cx="5018725"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squar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spcBef>
                <a:spcPct val="0"/>
              </a:spcBef>
              <a:buClrTx/>
              <a:buFontTx/>
              <a:buNone/>
            </a:pPr>
            <a:r>
              <a:rPr lang="en-US" altLang="en-US" sz="2600" dirty="0">
                <a:latin typeface="+mj-lt"/>
              </a:rPr>
              <a:t>Create sequence of models with increasing complexity.</a:t>
            </a:r>
          </a:p>
        </p:txBody>
      </p:sp>
      <p:grpSp>
        <p:nvGrpSpPr>
          <p:cNvPr id="2" name="Group 1" descr="Small example of a maximal tree." title="Maximal Tree"/>
          <p:cNvGrpSpPr/>
          <p:nvPr/>
        </p:nvGrpSpPr>
        <p:grpSpPr>
          <a:xfrm>
            <a:off x="1157288" y="4364037"/>
            <a:ext cx="2130425" cy="1884363"/>
            <a:chOff x="1157288" y="4364037"/>
            <a:chExt cx="2130425" cy="1884363"/>
          </a:xfrm>
        </p:grpSpPr>
        <p:grpSp>
          <p:nvGrpSpPr>
            <p:cNvPr id="59" name="Group 63"/>
            <p:cNvGrpSpPr>
              <a:grpSpLocks noChangeAspect="1"/>
            </p:cNvGrpSpPr>
            <p:nvPr/>
          </p:nvGrpSpPr>
          <p:grpSpPr bwMode="auto">
            <a:xfrm>
              <a:off x="1157288" y="4397375"/>
              <a:ext cx="2130425" cy="1851025"/>
              <a:chOff x="404" y="2136"/>
              <a:chExt cx="2268" cy="1971"/>
            </a:xfrm>
          </p:grpSpPr>
          <p:sp>
            <p:nvSpPr>
              <p:cNvPr id="60" name="Line 64"/>
              <p:cNvSpPr>
                <a:spLocks noChangeAspect="1" noChangeShapeType="1"/>
              </p:cNvSpPr>
              <p:nvPr/>
            </p:nvSpPr>
            <p:spPr bwMode="auto">
              <a:xfrm flipH="1">
                <a:off x="816" y="2260"/>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1" name="Line 65"/>
              <p:cNvSpPr>
                <a:spLocks noChangeAspect="1" noChangeShapeType="1"/>
              </p:cNvSpPr>
              <p:nvPr/>
            </p:nvSpPr>
            <p:spPr bwMode="auto">
              <a:xfrm>
                <a:off x="1392" y="2257"/>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2" name="Line 66"/>
              <p:cNvSpPr>
                <a:spLocks noChangeAspect="1" noChangeShapeType="1"/>
              </p:cNvSpPr>
              <p:nvPr/>
            </p:nvSpPr>
            <p:spPr bwMode="auto">
              <a:xfrm flipH="1">
                <a:off x="528"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3" name="Line 67"/>
              <p:cNvSpPr>
                <a:spLocks noChangeAspect="1" noChangeShapeType="1"/>
              </p:cNvSpPr>
              <p:nvPr/>
            </p:nvSpPr>
            <p:spPr bwMode="auto">
              <a:xfrm flipH="1">
                <a:off x="1680"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4" name="Line 68"/>
              <p:cNvSpPr>
                <a:spLocks noChangeAspect="1" noChangeShapeType="1"/>
              </p:cNvSpPr>
              <p:nvPr/>
            </p:nvSpPr>
            <p:spPr bwMode="auto">
              <a:xfrm>
                <a:off x="816"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5" name="Line 69"/>
              <p:cNvSpPr>
                <a:spLocks noChangeAspect="1" noChangeShapeType="1"/>
              </p:cNvSpPr>
              <p:nvPr/>
            </p:nvSpPr>
            <p:spPr bwMode="auto">
              <a:xfrm>
                <a:off x="1968"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6" name="Line 70"/>
              <p:cNvSpPr>
                <a:spLocks noChangeAspect="1" noChangeShapeType="1"/>
              </p:cNvSpPr>
              <p:nvPr/>
            </p:nvSpPr>
            <p:spPr bwMode="auto">
              <a:xfrm flipH="1">
                <a:off x="816" y="3409"/>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7" name="Line 71"/>
              <p:cNvSpPr>
                <a:spLocks noChangeAspect="1" noChangeShapeType="1"/>
              </p:cNvSpPr>
              <p:nvPr/>
            </p:nvSpPr>
            <p:spPr bwMode="auto">
              <a:xfrm>
                <a:off x="1104" y="3409"/>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8" name="Line 72"/>
              <p:cNvSpPr>
                <a:spLocks noChangeAspect="1" noChangeShapeType="1"/>
              </p:cNvSpPr>
              <p:nvPr/>
            </p:nvSpPr>
            <p:spPr bwMode="auto">
              <a:xfrm flipH="1">
                <a:off x="1968" y="3409"/>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9" name="Line 73"/>
              <p:cNvSpPr>
                <a:spLocks noChangeAspect="1" noChangeShapeType="1"/>
              </p:cNvSpPr>
              <p:nvPr/>
            </p:nvSpPr>
            <p:spPr bwMode="auto">
              <a:xfrm>
                <a:off x="2256" y="3409"/>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0" name="Oval 74"/>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1" name="Oval 75"/>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2" name="Oval 76"/>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3" name="Oval 77"/>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4" name="Oval 78"/>
              <p:cNvSpPr>
                <a:spLocks noChangeAspect="1" noChangeArrowheads="1"/>
              </p:cNvSpPr>
              <p:nvPr/>
            </p:nvSpPr>
            <p:spPr bwMode="auto">
              <a:xfrm>
                <a:off x="692"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5" name="Oval 79"/>
              <p:cNvSpPr>
                <a:spLocks noChangeAspect="1" noChangeArrowheads="1"/>
              </p:cNvSpPr>
              <p:nvPr/>
            </p:nvSpPr>
            <p:spPr bwMode="auto">
              <a:xfrm>
                <a:off x="1269"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6" name="Oval 80"/>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7" name="Oval 81"/>
              <p:cNvSpPr>
                <a:spLocks noChangeAspect="1" noChangeArrowheads="1"/>
              </p:cNvSpPr>
              <p:nvPr/>
            </p:nvSpPr>
            <p:spPr bwMode="auto">
              <a:xfrm>
                <a:off x="1558"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8" name="Oval 82"/>
              <p:cNvSpPr>
                <a:spLocks noChangeAspect="1" noChangeArrowheads="1"/>
              </p:cNvSpPr>
              <p:nvPr/>
            </p:nvSpPr>
            <p:spPr bwMode="auto">
              <a:xfrm>
                <a:off x="2135"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79" name="Oval 83"/>
              <p:cNvSpPr>
                <a:spLocks noChangeAspect="1" noChangeArrowheads="1"/>
              </p:cNvSpPr>
              <p:nvPr/>
            </p:nvSpPr>
            <p:spPr bwMode="auto">
              <a:xfrm>
                <a:off x="2431"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0" name="Oval 84"/>
              <p:cNvSpPr>
                <a:spLocks noChangeAspect="1" noChangeArrowheads="1"/>
              </p:cNvSpPr>
              <p:nvPr/>
            </p:nvSpPr>
            <p:spPr bwMode="auto">
              <a:xfrm>
                <a:off x="1846"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1" name="Line 85"/>
              <p:cNvSpPr>
                <a:spLocks noChangeAspect="1" noChangeShapeType="1"/>
              </p:cNvSpPr>
              <p:nvPr/>
            </p:nvSpPr>
            <p:spPr bwMode="auto">
              <a:xfrm flipH="1">
                <a:off x="816" y="2260"/>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2" name="Line 86"/>
              <p:cNvSpPr>
                <a:spLocks noChangeAspect="1" noChangeShapeType="1"/>
              </p:cNvSpPr>
              <p:nvPr/>
            </p:nvSpPr>
            <p:spPr bwMode="auto">
              <a:xfrm>
                <a:off x="1392" y="2257"/>
                <a:ext cx="576"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3" name="Line 87"/>
              <p:cNvSpPr>
                <a:spLocks noChangeAspect="1" noChangeShapeType="1"/>
              </p:cNvSpPr>
              <p:nvPr/>
            </p:nvSpPr>
            <p:spPr bwMode="auto">
              <a:xfrm flipH="1">
                <a:off x="528"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4" name="Line 88"/>
              <p:cNvSpPr>
                <a:spLocks noChangeAspect="1" noChangeShapeType="1"/>
              </p:cNvSpPr>
              <p:nvPr/>
            </p:nvSpPr>
            <p:spPr bwMode="auto">
              <a:xfrm>
                <a:off x="816" y="2833"/>
                <a:ext cx="288" cy="573"/>
              </a:xfrm>
              <a:prstGeom prst="line">
                <a:avLst/>
              </a:prstGeom>
              <a:noFill/>
              <a:ln w="76200">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5" name="Oval 89"/>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6" name="Oval 90"/>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7" name="Oval 91"/>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8" name="Oval 92"/>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89" name="Oval 93"/>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grpSp>
        <p:sp>
          <p:nvSpPr>
            <p:cNvPr id="90" name="Text Box 10"/>
            <p:cNvSpPr txBox="1">
              <a:spLocks noChangeArrowheads="1"/>
            </p:cNvSpPr>
            <p:nvPr/>
          </p:nvSpPr>
          <p:spPr bwMode="auto">
            <a:xfrm>
              <a:off x="2417763" y="4364037"/>
              <a:ext cx="7762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400" b="1" i="1">
                  <a:solidFill>
                    <a:srgbClr val="B3B3B3"/>
                  </a:solidFill>
                  <a:latin typeface="Arial Narrow" panose="020B0606020202030204" pitchFamily="34" charset="0"/>
                </a:rPr>
                <a:t>maximal</a:t>
              </a:r>
            </a:p>
            <a:p>
              <a:pPr algn="ctr">
                <a:spcBef>
                  <a:spcPct val="0"/>
                </a:spcBef>
                <a:buClrTx/>
                <a:buFontTx/>
                <a:buNone/>
              </a:pPr>
              <a:r>
                <a:rPr lang="en-US" altLang="en-US" sz="1400" b="1" i="1">
                  <a:solidFill>
                    <a:srgbClr val="B3B3B3"/>
                  </a:solidFill>
                  <a:latin typeface="Arial Narrow" panose="020B0606020202030204" pitchFamily="34" charset="0"/>
                </a:rPr>
                <a:t>tree</a:t>
              </a:r>
            </a:p>
          </p:txBody>
        </p:sp>
      </p:grpSp>
    </p:spTree>
    <p:extLst>
      <p:ext uri="{BB962C8B-B14F-4D97-AF65-F5344CB8AC3E}">
        <p14:creationId xmlns:p14="http://schemas.microsoft.com/office/powerpoint/2010/main" val="3419353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33400" y="2438400"/>
            <a:ext cx="8077200" cy="1189038"/>
          </a:xfrm>
        </p:spPr>
        <p:txBody>
          <a:bodyPr/>
          <a:lstStyle/>
          <a:p>
            <a:pPr algn="ctr" eaLnBrk="1" hangingPunct="1"/>
            <a:r>
              <a:rPr lang="en-US" altLang="en-US" dirty="0"/>
              <a:t>Avoid Overfitting</a:t>
            </a:r>
            <a:br>
              <a:rPr lang="en-US" altLang="en-US" dirty="0"/>
            </a:br>
            <a:r>
              <a:rPr lang="en-US" altLang="en-US" dirty="0"/>
              <a:t>(Pruning the Tree)</a:t>
            </a:r>
          </a:p>
        </p:txBody>
      </p:sp>
      <p:sp>
        <p:nvSpPr>
          <p:cNvPr id="3"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29</a:t>
            </a:fld>
            <a:endParaRPr lang="en-US" altLang="en-US" sz="1400" dirty="0"/>
          </a:p>
        </p:txBody>
      </p:sp>
    </p:spTree>
    <p:extLst>
      <p:ext uri="{BB962C8B-B14F-4D97-AF65-F5344CB8AC3E}">
        <p14:creationId xmlns:p14="http://schemas.microsoft.com/office/powerpoint/2010/main" val="2544884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
          <p:cNvSpPr>
            <a:spLocks noGrp="1"/>
          </p:cNvSpPr>
          <p:nvPr>
            <p:ph type="title"/>
          </p:nvPr>
        </p:nvSpPr>
        <p:spPr/>
        <p:txBody>
          <a:bodyPr/>
          <a:lstStyle/>
          <a:p>
            <a:pPr eaLnBrk="1" hangingPunct="1"/>
            <a:r>
              <a:rPr lang="en-US" altLang="en-US"/>
              <a:t>Full Tree Error Rate</a:t>
            </a:r>
          </a:p>
        </p:txBody>
      </p:sp>
      <p:pic>
        <p:nvPicPr>
          <p:cNvPr id="40963" name="Content Placeholder 6" descr="Line graph showing the error rate compared to the number of splits.  The error rate always decreases with increased splits for the training data.  For unseen the data, increasing splits past a certain point leads to overfitting.  " title="Overfitting"/>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858963" y="1919288"/>
            <a:ext cx="5883275" cy="3629025"/>
          </a:xfrm>
        </p:spPr>
      </p:pic>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30</a:t>
            </a:fld>
            <a:endParaRPr lang="en-US" altLang="en-US" sz="1400" dirty="0"/>
          </a:p>
        </p:txBody>
      </p:sp>
    </p:spTree>
    <p:extLst>
      <p:ext uri="{BB962C8B-B14F-4D97-AF65-F5344CB8AC3E}">
        <p14:creationId xmlns:p14="http://schemas.microsoft.com/office/powerpoint/2010/main" val="2865287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dirty="0"/>
              <a:t>Pruning the Tree</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31</a:t>
            </a:fld>
            <a:endParaRPr lang="en-US" altLang="en-US" sz="1400" dirty="0"/>
          </a:p>
        </p:txBody>
      </p:sp>
      <p:sp>
        <p:nvSpPr>
          <p:cNvPr id="5" name="Content Placeholder 2"/>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dirty="0"/>
              <a:t>From the maximal tree, consider trimming off one split from various spots.  Keep the model with best validation assessment.</a:t>
            </a:r>
          </a:p>
          <a:p>
            <a:pPr eaLnBrk="1" hangingPunct="1">
              <a:spcBef>
                <a:spcPts val="600"/>
              </a:spcBef>
              <a:spcAft>
                <a:spcPts val="1200"/>
              </a:spcAft>
            </a:pPr>
            <a:r>
              <a:rPr lang="en-US" altLang="en-US" dirty="0"/>
              <a:t>Repeat for subsequent models, </a:t>
            </a:r>
            <a:br>
              <a:rPr lang="en-US" altLang="en-US" dirty="0"/>
            </a:br>
            <a:r>
              <a:rPr lang="en-US" altLang="en-US" dirty="0"/>
              <a:t>decreasing by one split each time, </a:t>
            </a:r>
            <a:br>
              <a:rPr lang="en-US" altLang="en-US" dirty="0"/>
            </a:br>
            <a:r>
              <a:rPr lang="en-US" altLang="en-US" dirty="0"/>
              <a:t>until all subtrees are considered.</a:t>
            </a:r>
          </a:p>
          <a:p>
            <a:pPr eaLnBrk="1" hangingPunct="1">
              <a:spcBef>
                <a:spcPts val="600"/>
              </a:spcBef>
              <a:spcAft>
                <a:spcPts val="1200"/>
              </a:spcAft>
            </a:pPr>
            <a:r>
              <a:rPr lang="en-US" altLang="en-US" dirty="0"/>
              <a:t>Compare validation assessment </a:t>
            </a:r>
            <a:br>
              <a:rPr lang="en-US" altLang="en-US" dirty="0"/>
            </a:br>
            <a:r>
              <a:rPr lang="en-US" altLang="en-US" dirty="0"/>
              <a:t>between tree complexities.</a:t>
            </a:r>
          </a:p>
          <a:p>
            <a:pPr eaLnBrk="1" hangingPunct="1">
              <a:spcBef>
                <a:spcPts val="600"/>
              </a:spcBef>
              <a:spcAft>
                <a:spcPts val="1200"/>
              </a:spcAft>
            </a:pPr>
            <a:r>
              <a:rPr lang="en-US" altLang="en-US" dirty="0"/>
              <a:t>Choose the simplest model with </a:t>
            </a:r>
            <a:br>
              <a:rPr lang="en-US" altLang="en-US" dirty="0"/>
            </a:br>
            <a:r>
              <a:rPr lang="en-US" altLang="en-US" dirty="0"/>
              <a:t>the highest validation assessment.</a:t>
            </a:r>
          </a:p>
          <a:p>
            <a:pPr eaLnBrk="1" hangingPunct="1">
              <a:spcBef>
                <a:spcPts val="600"/>
              </a:spcBef>
              <a:spcAft>
                <a:spcPts val="1200"/>
              </a:spcAft>
            </a:pPr>
            <a:endParaRPr lang="en-US" altLang="en-US" dirty="0"/>
          </a:p>
        </p:txBody>
      </p:sp>
      <p:grpSp>
        <p:nvGrpSpPr>
          <p:cNvPr id="3" name="Group 2" descr="A series of trees increasing in complexity along with model performance measured in stars.  We choose the simplest model with the highest accuracy which is the model with 2 splits which leads to 3 stars.  " title="Pruning Example"/>
          <p:cNvGrpSpPr/>
          <p:nvPr/>
        </p:nvGrpSpPr>
        <p:grpSpPr>
          <a:xfrm>
            <a:off x="6634163" y="2971800"/>
            <a:ext cx="2052637" cy="3465512"/>
            <a:chOff x="6634163" y="2971800"/>
            <a:chExt cx="2052637" cy="3465512"/>
          </a:xfrm>
        </p:grpSpPr>
        <p:grpSp>
          <p:nvGrpSpPr>
            <p:cNvPr id="243" name="Tree3"/>
            <p:cNvGrpSpPr>
              <a:grpSpLocks noChangeAspect="1"/>
            </p:cNvGrpSpPr>
            <p:nvPr/>
          </p:nvGrpSpPr>
          <p:grpSpPr bwMode="auto">
            <a:xfrm>
              <a:off x="6859588" y="3963987"/>
              <a:ext cx="533400" cy="463550"/>
              <a:chOff x="404" y="2136"/>
              <a:chExt cx="2268" cy="1971"/>
            </a:xfrm>
          </p:grpSpPr>
          <p:sp>
            <p:nvSpPr>
              <p:cNvPr id="244" name="Line 33"/>
              <p:cNvSpPr>
                <a:spLocks noChangeAspect="1" noChangeShapeType="1"/>
              </p:cNvSpPr>
              <p:nvPr/>
            </p:nvSpPr>
            <p:spPr bwMode="auto">
              <a:xfrm flipH="1">
                <a:off x="816" y="2260"/>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5" name="Line 34"/>
              <p:cNvSpPr>
                <a:spLocks noChangeAspect="1" noChangeShapeType="1"/>
              </p:cNvSpPr>
              <p:nvPr/>
            </p:nvSpPr>
            <p:spPr bwMode="auto">
              <a:xfrm>
                <a:off x="1392" y="2257"/>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6" name="Line 35"/>
              <p:cNvSpPr>
                <a:spLocks noChangeAspect="1" noChangeShapeType="1"/>
              </p:cNvSpPr>
              <p:nvPr/>
            </p:nvSpPr>
            <p:spPr bwMode="auto">
              <a:xfrm flipH="1">
                <a:off x="52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7" name="Line 36">
                <a:extLst>
                  <a:ext uri="{FF2B5EF4-FFF2-40B4-BE49-F238E27FC236}">
                    <a16:creationId xmlns:a16="http://schemas.microsoft.com/office/drawing/2014/main" id="{029543FE-9EFA-4F11-9E7E-11114912C7BE}"/>
                  </a:ext>
                </a:extLst>
              </p:cNvPr>
              <p:cNvSpPr>
                <a:spLocks noChangeAspect="1" noChangeShapeType="1"/>
              </p:cNvSpPr>
              <p:nvPr/>
            </p:nvSpPr>
            <p:spPr bwMode="auto">
              <a:xfrm flipH="1">
                <a:off x="1680"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48" name="Line 37"/>
              <p:cNvSpPr>
                <a:spLocks noChangeAspect="1" noChangeShapeType="1"/>
              </p:cNvSpPr>
              <p:nvPr/>
            </p:nvSpPr>
            <p:spPr bwMode="auto">
              <a:xfrm>
                <a:off x="816"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9" name="Line 38">
                <a:extLst>
                  <a:ext uri="{FF2B5EF4-FFF2-40B4-BE49-F238E27FC236}">
                    <a16:creationId xmlns:a16="http://schemas.microsoft.com/office/drawing/2014/main" id="{52292EFF-858A-4328-8670-EBD586CF19A3}"/>
                  </a:ext>
                </a:extLst>
              </p:cNvPr>
              <p:cNvSpPr>
                <a:spLocks noChangeAspect="1" noChangeShapeType="1"/>
              </p:cNvSpPr>
              <p:nvPr/>
            </p:nvSpPr>
            <p:spPr bwMode="auto">
              <a:xfrm>
                <a:off x="1970" y="2831"/>
                <a:ext cx="284"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0" name="Line 39">
                <a:extLst>
                  <a:ext uri="{FF2B5EF4-FFF2-40B4-BE49-F238E27FC236}">
                    <a16:creationId xmlns:a16="http://schemas.microsoft.com/office/drawing/2014/main" id="{AA4C79B3-7CEA-4E53-8774-D027F2FE9C63}"/>
                  </a:ext>
                </a:extLst>
              </p:cNvPr>
              <p:cNvSpPr>
                <a:spLocks noChangeAspect="1" noChangeShapeType="1"/>
              </p:cNvSpPr>
              <p:nvPr/>
            </p:nvSpPr>
            <p:spPr bwMode="auto">
              <a:xfrm flipH="1">
                <a:off x="816"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1" name="Line 40">
                <a:extLst>
                  <a:ext uri="{FF2B5EF4-FFF2-40B4-BE49-F238E27FC236}">
                    <a16:creationId xmlns:a16="http://schemas.microsoft.com/office/drawing/2014/main" id="{C52CBCF0-6E42-46F9-8142-5E6E6911E43B}"/>
                  </a:ext>
                </a:extLst>
              </p:cNvPr>
              <p:cNvSpPr>
                <a:spLocks noChangeAspect="1" noChangeShapeType="1"/>
              </p:cNvSpPr>
              <p:nvPr/>
            </p:nvSpPr>
            <p:spPr bwMode="auto">
              <a:xfrm>
                <a:off x="1106"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2" name="Line 41">
                <a:extLst>
                  <a:ext uri="{FF2B5EF4-FFF2-40B4-BE49-F238E27FC236}">
                    <a16:creationId xmlns:a16="http://schemas.microsoft.com/office/drawing/2014/main" id="{45DB750F-0822-4F3C-83A1-ED68027B1588}"/>
                  </a:ext>
                </a:extLst>
              </p:cNvPr>
              <p:cNvSpPr>
                <a:spLocks noChangeAspect="1" noChangeShapeType="1"/>
              </p:cNvSpPr>
              <p:nvPr/>
            </p:nvSpPr>
            <p:spPr bwMode="auto">
              <a:xfrm flipH="1">
                <a:off x="1970"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3" name="Line 42">
                <a:extLst>
                  <a:ext uri="{FF2B5EF4-FFF2-40B4-BE49-F238E27FC236}">
                    <a16:creationId xmlns:a16="http://schemas.microsoft.com/office/drawing/2014/main" id="{8CD1A3CB-40D6-44E1-9EAC-A8AC86A6DD3E}"/>
                  </a:ext>
                </a:extLst>
              </p:cNvPr>
              <p:cNvSpPr>
                <a:spLocks noChangeAspect="1" noChangeShapeType="1"/>
              </p:cNvSpPr>
              <p:nvPr/>
            </p:nvSpPr>
            <p:spPr bwMode="auto">
              <a:xfrm>
                <a:off x="2253"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4" name="Oval 43"/>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55" name="Oval 44"/>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56" name="Oval 45"/>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57" name="Oval 46"/>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58" name="Oval 47">
                <a:extLst>
                  <a:ext uri="{FF2B5EF4-FFF2-40B4-BE49-F238E27FC236}">
                    <a16:creationId xmlns:a16="http://schemas.microsoft.com/office/drawing/2014/main" id="{695A3CE7-9B11-4AD6-A80E-EBAEDAC11F76}"/>
                  </a:ext>
                </a:extLst>
              </p:cNvPr>
              <p:cNvSpPr>
                <a:spLocks noChangeAspect="1" noChangeArrowheads="1"/>
              </p:cNvSpPr>
              <p:nvPr/>
            </p:nvSpPr>
            <p:spPr bwMode="auto">
              <a:xfrm>
                <a:off x="694"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59" name="Oval 48">
                <a:extLst>
                  <a:ext uri="{FF2B5EF4-FFF2-40B4-BE49-F238E27FC236}">
                    <a16:creationId xmlns:a16="http://schemas.microsoft.com/office/drawing/2014/main" id="{6CB6F9F1-176C-4071-AB0C-D3A8B34E1822}"/>
                  </a:ext>
                </a:extLst>
              </p:cNvPr>
              <p:cNvSpPr>
                <a:spLocks noChangeAspect="1" noChangeArrowheads="1"/>
              </p:cNvSpPr>
              <p:nvPr/>
            </p:nvSpPr>
            <p:spPr bwMode="auto">
              <a:xfrm>
                <a:off x="1268"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0" name="Oval 49"/>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61" name="Oval 50">
                <a:extLst>
                  <a:ext uri="{FF2B5EF4-FFF2-40B4-BE49-F238E27FC236}">
                    <a16:creationId xmlns:a16="http://schemas.microsoft.com/office/drawing/2014/main" id="{6843B757-FDB2-4799-BDB5-4CD9D244B665}"/>
                  </a:ext>
                </a:extLst>
              </p:cNvPr>
              <p:cNvSpPr>
                <a:spLocks noChangeAspect="1" noChangeArrowheads="1"/>
              </p:cNvSpPr>
              <p:nvPr/>
            </p:nvSpPr>
            <p:spPr bwMode="auto">
              <a:xfrm>
                <a:off x="1558"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2" name="Oval 51">
                <a:extLst>
                  <a:ext uri="{FF2B5EF4-FFF2-40B4-BE49-F238E27FC236}">
                    <a16:creationId xmlns:a16="http://schemas.microsoft.com/office/drawing/2014/main" id="{195E1528-4643-42C3-A9DC-FECC85D09636}"/>
                  </a:ext>
                </a:extLst>
              </p:cNvPr>
              <p:cNvSpPr>
                <a:spLocks noChangeAspect="1" noChangeArrowheads="1"/>
              </p:cNvSpPr>
              <p:nvPr/>
            </p:nvSpPr>
            <p:spPr bwMode="auto">
              <a:xfrm>
                <a:off x="2132"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3" name="Oval 52">
                <a:extLst>
                  <a:ext uri="{FF2B5EF4-FFF2-40B4-BE49-F238E27FC236}">
                    <a16:creationId xmlns:a16="http://schemas.microsoft.com/office/drawing/2014/main" id="{636F7BBE-8812-4931-977A-385221A057A1}"/>
                  </a:ext>
                </a:extLst>
              </p:cNvPr>
              <p:cNvSpPr>
                <a:spLocks noChangeAspect="1" noChangeArrowheads="1"/>
              </p:cNvSpPr>
              <p:nvPr/>
            </p:nvSpPr>
            <p:spPr bwMode="auto">
              <a:xfrm>
                <a:off x="2429"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4" name="Oval 53">
                <a:extLst>
                  <a:ext uri="{FF2B5EF4-FFF2-40B4-BE49-F238E27FC236}">
                    <a16:creationId xmlns:a16="http://schemas.microsoft.com/office/drawing/2014/main" id="{CC27C23D-9CAE-4EBB-8BDE-A55F3EFD5DB6}"/>
                  </a:ext>
                </a:extLst>
              </p:cNvPr>
              <p:cNvSpPr>
                <a:spLocks noChangeAspect="1" noChangeArrowheads="1"/>
              </p:cNvSpPr>
              <p:nvPr/>
            </p:nvSpPr>
            <p:spPr bwMode="auto">
              <a:xfrm>
                <a:off x="1848"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265" name="Group 253"/>
            <p:cNvGrpSpPr>
              <a:grpSpLocks/>
            </p:cNvGrpSpPr>
            <p:nvPr/>
          </p:nvGrpSpPr>
          <p:grpSpPr bwMode="auto">
            <a:xfrm>
              <a:off x="7820025" y="4160837"/>
              <a:ext cx="688975" cy="153988"/>
              <a:chOff x="4371975" y="4524375"/>
              <a:chExt cx="638175" cy="142875"/>
            </a:xfrm>
          </p:grpSpPr>
          <p:sp>
            <p:nvSpPr>
              <p:cNvPr id="266" name="5-Point Star 265">
                <a:extLst>
                  <a:ext uri="{FF2B5EF4-FFF2-40B4-BE49-F238E27FC236}">
                    <a16:creationId xmlns:a16="http://schemas.microsoft.com/office/drawing/2014/main" id="{CEECD7F6-0784-41FA-BA08-1677AAD1FD03}"/>
                  </a:ext>
                </a:extLst>
              </p:cNvPr>
              <p:cNvSpPr/>
              <p:nvPr/>
            </p:nvSpPr>
            <p:spPr bwMode="auto">
              <a:xfrm>
                <a:off x="4371975" y="4524375"/>
                <a:ext cx="14263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7" name="5-Point Star 266">
                <a:extLst>
                  <a:ext uri="{FF2B5EF4-FFF2-40B4-BE49-F238E27FC236}">
                    <a16:creationId xmlns:a16="http://schemas.microsoft.com/office/drawing/2014/main" id="{D534DE3D-EDD1-47B3-AB48-A18BC39B3076}"/>
                  </a:ext>
                </a:extLst>
              </p:cNvPr>
              <p:cNvSpPr/>
              <p:nvPr/>
            </p:nvSpPr>
            <p:spPr bwMode="auto">
              <a:xfrm>
                <a:off x="4495493" y="4524375"/>
                <a:ext cx="14263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8" name="5-Point Star 267">
                <a:extLst>
                  <a:ext uri="{FF2B5EF4-FFF2-40B4-BE49-F238E27FC236}">
                    <a16:creationId xmlns:a16="http://schemas.microsoft.com/office/drawing/2014/main" id="{2C015E19-DF17-4D90-A0FE-41A824767C3D}"/>
                  </a:ext>
                </a:extLst>
              </p:cNvPr>
              <p:cNvSpPr/>
              <p:nvPr/>
            </p:nvSpPr>
            <p:spPr bwMode="auto">
              <a:xfrm>
                <a:off x="4619010" y="4524375"/>
                <a:ext cx="14410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69" name="5-Point Star 268">
                <a:extLst>
                  <a:ext uri="{FF2B5EF4-FFF2-40B4-BE49-F238E27FC236}">
                    <a16:creationId xmlns:a16="http://schemas.microsoft.com/office/drawing/2014/main" id="{4E9FCCE9-22B5-4B22-88D8-ECC6AA2EEBE3}"/>
                  </a:ext>
                </a:extLst>
              </p:cNvPr>
              <p:cNvSpPr/>
              <p:nvPr/>
            </p:nvSpPr>
            <p:spPr bwMode="auto">
              <a:xfrm>
                <a:off x="4743999" y="4524375"/>
                <a:ext cx="14263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270" name="5-Point Star 269">
                <a:extLst>
                  <a:ext uri="{FF2B5EF4-FFF2-40B4-BE49-F238E27FC236}">
                    <a16:creationId xmlns:a16="http://schemas.microsoft.com/office/drawing/2014/main" id="{FAE3D6C5-7806-4C17-B00F-63E8FEB565A9}"/>
                  </a:ext>
                </a:extLst>
              </p:cNvPr>
              <p:cNvSpPr/>
              <p:nvPr/>
            </p:nvSpPr>
            <p:spPr bwMode="auto">
              <a:xfrm>
                <a:off x="4867517" y="4524375"/>
                <a:ext cx="14263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271" name="Text Box 10"/>
            <p:cNvSpPr txBox="1">
              <a:spLocks noChangeArrowheads="1"/>
            </p:cNvSpPr>
            <p:nvPr/>
          </p:nvSpPr>
          <p:spPr bwMode="auto">
            <a:xfrm>
              <a:off x="6634163" y="5911850"/>
              <a:ext cx="9556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400" b="1" i="1">
                  <a:solidFill>
                    <a:srgbClr val="B3B3B3"/>
                  </a:solidFill>
                  <a:latin typeface="Arial Narrow" panose="020B0606020202030204" pitchFamily="34" charset="0"/>
                </a:rPr>
                <a:t>model</a:t>
              </a:r>
            </a:p>
            <a:p>
              <a:pPr algn="ctr">
                <a:spcBef>
                  <a:spcPct val="0"/>
                </a:spcBef>
                <a:buClrTx/>
                <a:buFontTx/>
                <a:buNone/>
              </a:pPr>
              <a:r>
                <a:rPr lang="en-US" altLang="en-US" sz="1400" b="1" i="1">
                  <a:solidFill>
                    <a:srgbClr val="B3B3B3"/>
                  </a:solidFill>
                  <a:latin typeface="Arial Narrow" panose="020B0606020202030204" pitchFamily="34" charset="0"/>
                </a:rPr>
                <a:t>complexity</a:t>
              </a:r>
            </a:p>
          </p:txBody>
        </p:sp>
        <p:grpSp>
          <p:nvGrpSpPr>
            <p:cNvPr id="272" name="Tree6"/>
            <p:cNvGrpSpPr>
              <a:grpSpLocks noChangeAspect="1"/>
            </p:cNvGrpSpPr>
            <p:nvPr/>
          </p:nvGrpSpPr>
          <p:grpSpPr bwMode="auto">
            <a:xfrm>
              <a:off x="6854825" y="5489575"/>
              <a:ext cx="544513" cy="474662"/>
              <a:chOff x="404" y="2136"/>
              <a:chExt cx="2268" cy="1971"/>
            </a:xfrm>
          </p:grpSpPr>
          <p:sp>
            <p:nvSpPr>
              <p:cNvPr id="273" name="Line 255"/>
              <p:cNvSpPr>
                <a:spLocks noChangeAspect="1" noChangeShapeType="1"/>
              </p:cNvSpPr>
              <p:nvPr/>
            </p:nvSpPr>
            <p:spPr bwMode="auto">
              <a:xfrm flipH="1">
                <a:off x="816" y="2260"/>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4" name="Line 256"/>
              <p:cNvSpPr>
                <a:spLocks noChangeAspect="1" noChangeShapeType="1"/>
              </p:cNvSpPr>
              <p:nvPr/>
            </p:nvSpPr>
            <p:spPr bwMode="auto">
              <a:xfrm>
                <a:off x="1392" y="2257"/>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5" name="Line 257"/>
              <p:cNvSpPr>
                <a:spLocks noChangeAspect="1" noChangeShapeType="1"/>
              </p:cNvSpPr>
              <p:nvPr/>
            </p:nvSpPr>
            <p:spPr bwMode="auto">
              <a:xfrm flipH="1">
                <a:off x="52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6" name="Line 258"/>
              <p:cNvSpPr>
                <a:spLocks noChangeAspect="1" noChangeShapeType="1"/>
              </p:cNvSpPr>
              <p:nvPr/>
            </p:nvSpPr>
            <p:spPr bwMode="auto">
              <a:xfrm flipH="1">
                <a:off x="1680"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7" name="Line 259"/>
              <p:cNvSpPr>
                <a:spLocks noChangeAspect="1" noChangeShapeType="1"/>
              </p:cNvSpPr>
              <p:nvPr/>
            </p:nvSpPr>
            <p:spPr bwMode="auto">
              <a:xfrm>
                <a:off x="816"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8" name="Line 260"/>
              <p:cNvSpPr>
                <a:spLocks noChangeAspect="1" noChangeShapeType="1"/>
              </p:cNvSpPr>
              <p:nvPr/>
            </p:nvSpPr>
            <p:spPr bwMode="auto">
              <a:xfrm>
                <a:off x="196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9" name="Line 261"/>
              <p:cNvSpPr>
                <a:spLocks noChangeAspect="1" noChangeShapeType="1"/>
              </p:cNvSpPr>
              <p:nvPr/>
            </p:nvSpPr>
            <p:spPr bwMode="auto">
              <a:xfrm flipH="1">
                <a:off x="816" y="3409"/>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0" name="Line 262"/>
              <p:cNvSpPr>
                <a:spLocks noChangeAspect="1" noChangeShapeType="1"/>
              </p:cNvSpPr>
              <p:nvPr/>
            </p:nvSpPr>
            <p:spPr bwMode="auto">
              <a:xfrm>
                <a:off x="1104" y="3409"/>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1" name="Line 263"/>
              <p:cNvSpPr>
                <a:spLocks noChangeAspect="1" noChangeShapeType="1"/>
              </p:cNvSpPr>
              <p:nvPr/>
            </p:nvSpPr>
            <p:spPr bwMode="auto">
              <a:xfrm flipH="1">
                <a:off x="1968" y="3409"/>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2" name="Line 264"/>
              <p:cNvSpPr>
                <a:spLocks noChangeAspect="1" noChangeShapeType="1"/>
              </p:cNvSpPr>
              <p:nvPr/>
            </p:nvSpPr>
            <p:spPr bwMode="auto">
              <a:xfrm>
                <a:off x="2256" y="3409"/>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3" name="Oval 265"/>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4" name="Oval 266"/>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5" name="Oval 267"/>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6" name="Oval 268"/>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7" name="Oval 269"/>
              <p:cNvSpPr>
                <a:spLocks noChangeAspect="1" noChangeArrowheads="1"/>
              </p:cNvSpPr>
              <p:nvPr/>
            </p:nvSpPr>
            <p:spPr bwMode="auto">
              <a:xfrm>
                <a:off x="692"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8" name="Oval 270"/>
              <p:cNvSpPr>
                <a:spLocks noChangeAspect="1" noChangeArrowheads="1"/>
              </p:cNvSpPr>
              <p:nvPr/>
            </p:nvSpPr>
            <p:spPr bwMode="auto">
              <a:xfrm>
                <a:off x="1269"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89" name="Oval 271"/>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90" name="Oval 272"/>
              <p:cNvSpPr>
                <a:spLocks noChangeAspect="1" noChangeArrowheads="1"/>
              </p:cNvSpPr>
              <p:nvPr/>
            </p:nvSpPr>
            <p:spPr bwMode="auto">
              <a:xfrm>
                <a:off x="1558"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91" name="Oval 273"/>
              <p:cNvSpPr>
                <a:spLocks noChangeAspect="1" noChangeArrowheads="1"/>
              </p:cNvSpPr>
              <p:nvPr/>
            </p:nvSpPr>
            <p:spPr bwMode="auto">
              <a:xfrm>
                <a:off x="2135"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92" name="Oval 274"/>
              <p:cNvSpPr>
                <a:spLocks noChangeAspect="1" noChangeArrowheads="1"/>
              </p:cNvSpPr>
              <p:nvPr/>
            </p:nvSpPr>
            <p:spPr bwMode="auto">
              <a:xfrm>
                <a:off x="2431"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293" name="Oval 275"/>
              <p:cNvSpPr>
                <a:spLocks noChangeAspect="1" noChangeArrowheads="1"/>
              </p:cNvSpPr>
              <p:nvPr/>
            </p:nvSpPr>
            <p:spPr bwMode="auto">
              <a:xfrm>
                <a:off x="1846" y="3867"/>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grpSp>
        <p:grpSp>
          <p:nvGrpSpPr>
            <p:cNvPr id="294" name="Tree5"/>
            <p:cNvGrpSpPr>
              <a:grpSpLocks noChangeAspect="1"/>
            </p:cNvGrpSpPr>
            <p:nvPr/>
          </p:nvGrpSpPr>
          <p:grpSpPr bwMode="auto">
            <a:xfrm>
              <a:off x="6864350" y="4984750"/>
              <a:ext cx="533400" cy="463550"/>
              <a:chOff x="404" y="2136"/>
              <a:chExt cx="2268" cy="1971"/>
            </a:xfrm>
          </p:grpSpPr>
          <p:sp>
            <p:nvSpPr>
              <p:cNvPr id="295" name="Line 33"/>
              <p:cNvSpPr>
                <a:spLocks noChangeAspect="1" noChangeShapeType="1"/>
              </p:cNvSpPr>
              <p:nvPr/>
            </p:nvSpPr>
            <p:spPr bwMode="auto">
              <a:xfrm flipH="1">
                <a:off x="816" y="2260"/>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6" name="Line 34"/>
              <p:cNvSpPr>
                <a:spLocks noChangeAspect="1" noChangeShapeType="1"/>
              </p:cNvSpPr>
              <p:nvPr/>
            </p:nvSpPr>
            <p:spPr bwMode="auto">
              <a:xfrm>
                <a:off x="1392" y="2257"/>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7" name="Line 35"/>
              <p:cNvSpPr>
                <a:spLocks noChangeAspect="1" noChangeShapeType="1"/>
              </p:cNvSpPr>
              <p:nvPr/>
            </p:nvSpPr>
            <p:spPr bwMode="auto">
              <a:xfrm flipH="1">
                <a:off x="52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8" name="Line 36"/>
              <p:cNvSpPr>
                <a:spLocks noChangeAspect="1" noChangeShapeType="1"/>
              </p:cNvSpPr>
              <p:nvPr/>
            </p:nvSpPr>
            <p:spPr bwMode="auto">
              <a:xfrm flipH="1">
                <a:off x="1680"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9" name="Line 37"/>
              <p:cNvSpPr>
                <a:spLocks noChangeAspect="1" noChangeShapeType="1"/>
              </p:cNvSpPr>
              <p:nvPr/>
            </p:nvSpPr>
            <p:spPr bwMode="auto">
              <a:xfrm>
                <a:off x="816"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0" name="Line 38"/>
              <p:cNvSpPr>
                <a:spLocks noChangeAspect="1" noChangeShapeType="1"/>
              </p:cNvSpPr>
              <p:nvPr/>
            </p:nvSpPr>
            <p:spPr bwMode="auto">
              <a:xfrm>
                <a:off x="196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1" name="Line 39"/>
              <p:cNvSpPr>
                <a:spLocks noChangeAspect="1" noChangeShapeType="1"/>
              </p:cNvSpPr>
              <p:nvPr/>
            </p:nvSpPr>
            <p:spPr bwMode="auto">
              <a:xfrm flipH="1">
                <a:off x="816" y="3412"/>
                <a:ext cx="290" cy="567"/>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2" name="Line 40"/>
              <p:cNvSpPr>
                <a:spLocks noChangeAspect="1" noChangeShapeType="1"/>
              </p:cNvSpPr>
              <p:nvPr/>
            </p:nvSpPr>
            <p:spPr bwMode="auto">
              <a:xfrm>
                <a:off x="1106" y="3412"/>
                <a:ext cx="284" cy="567"/>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3" name="Line 41">
                <a:extLst>
                  <a:ext uri="{FF2B5EF4-FFF2-40B4-BE49-F238E27FC236}">
                    <a16:creationId xmlns:a16="http://schemas.microsoft.com/office/drawing/2014/main" id="{4528C009-529F-42C5-BF0D-4188053BBA9B}"/>
                  </a:ext>
                </a:extLst>
              </p:cNvPr>
              <p:cNvSpPr>
                <a:spLocks noChangeAspect="1" noChangeShapeType="1"/>
              </p:cNvSpPr>
              <p:nvPr/>
            </p:nvSpPr>
            <p:spPr bwMode="auto">
              <a:xfrm flipH="1">
                <a:off x="1970"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04" name="Line 42">
                <a:extLst>
                  <a:ext uri="{FF2B5EF4-FFF2-40B4-BE49-F238E27FC236}">
                    <a16:creationId xmlns:a16="http://schemas.microsoft.com/office/drawing/2014/main" id="{5919B5CB-9E92-4318-9F01-B7893AA77BD5}"/>
                  </a:ext>
                </a:extLst>
              </p:cNvPr>
              <p:cNvSpPr>
                <a:spLocks noChangeAspect="1" noChangeShapeType="1"/>
              </p:cNvSpPr>
              <p:nvPr/>
            </p:nvSpPr>
            <p:spPr bwMode="auto">
              <a:xfrm>
                <a:off x="2253"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05" name="Oval 43"/>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06" name="Oval 44"/>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07" name="Oval 45"/>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08" name="Oval 46"/>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09" name="Oval 47">
                <a:extLst>
                  <a:ext uri="{FF2B5EF4-FFF2-40B4-BE49-F238E27FC236}">
                    <a16:creationId xmlns:a16="http://schemas.microsoft.com/office/drawing/2014/main" id="{FE92E4EB-1D97-44F1-B09C-D13BFC13B8BC}"/>
                  </a:ext>
                </a:extLst>
              </p:cNvPr>
              <p:cNvSpPr>
                <a:spLocks noChangeAspect="1" noChangeArrowheads="1"/>
              </p:cNvSpPr>
              <p:nvPr/>
            </p:nvSpPr>
            <p:spPr bwMode="auto">
              <a:xfrm>
                <a:off x="694" y="3864"/>
                <a:ext cx="236" cy="243"/>
              </a:xfrm>
              <a:prstGeom prst="ellipse">
                <a:avLst/>
              </a:prstGeom>
              <a:solidFill>
                <a:srgbClr val="003399">
                  <a:lumMod val="75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10" name="Oval 48">
                <a:extLst>
                  <a:ext uri="{FF2B5EF4-FFF2-40B4-BE49-F238E27FC236}">
                    <a16:creationId xmlns:a16="http://schemas.microsoft.com/office/drawing/2014/main" id="{DCCE1D30-AB6E-4F35-BAA6-BE10117A53A6}"/>
                  </a:ext>
                </a:extLst>
              </p:cNvPr>
              <p:cNvSpPr>
                <a:spLocks noChangeAspect="1" noChangeArrowheads="1"/>
              </p:cNvSpPr>
              <p:nvPr/>
            </p:nvSpPr>
            <p:spPr bwMode="auto">
              <a:xfrm>
                <a:off x="1268" y="3864"/>
                <a:ext cx="243" cy="243"/>
              </a:xfrm>
              <a:prstGeom prst="ellipse">
                <a:avLst/>
              </a:prstGeom>
              <a:solidFill>
                <a:srgbClr val="003399">
                  <a:lumMod val="75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11" name="Oval 49"/>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12" name="Oval 50"/>
              <p:cNvSpPr>
                <a:spLocks noChangeAspect="1" noChangeArrowheads="1"/>
              </p:cNvSpPr>
              <p:nvPr/>
            </p:nvSpPr>
            <p:spPr bwMode="auto">
              <a:xfrm>
                <a:off x="1558"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13" name="Oval 51"/>
              <p:cNvSpPr>
                <a:spLocks noChangeAspect="1" noChangeArrowheads="1"/>
              </p:cNvSpPr>
              <p:nvPr/>
            </p:nvSpPr>
            <p:spPr bwMode="auto">
              <a:xfrm>
                <a:off x="2135"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14" name="Oval 52">
                <a:extLst>
                  <a:ext uri="{FF2B5EF4-FFF2-40B4-BE49-F238E27FC236}">
                    <a16:creationId xmlns:a16="http://schemas.microsoft.com/office/drawing/2014/main" id="{143F8D5F-A012-4BB7-AD44-AECF1BF232E0}"/>
                  </a:ext>
                </a:extLst>
              </p:cNvPr>
              <p:cNvSpPr>
                <a:spLocks noChangeAspect="1" noChangeArrowheads="1"/>
              </p:cNvSpPr>
              <p:nvPr/>
            </p:nvSpPr>
            <p:spPr bwMode="auto">
              <a:xfrm>
                <a:off x="2429"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15" name="Oval 53">
                <a:extLst>
                  <a:ext uri="{FF2B5EF4-FFF2-40B4-BE49-F238E27FC236}">
                    <a16:creationId xmlns:a16="http://schemas.microsoft.com/office/drawing/2014/main" id="{6A27D40B-893C-49A3-9650-4943C9CDE1EE}"/>
                  </a:ext>
                </a:extLst>
              </p:cNvPr>
              <p:cNvSpPr>
                <a:spLocks noChangeAspect="1" noChangeArrowheads="1"/>
              </p:cNvSpPr>
              <p:nvPr/>
            </p:nvSpPr>
            <p:spPr bwMode="auto">
              <a:xfrm>
                <a:off x="1848"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16" name="Tree2"/>
            <p:cNvGrpSpPr>
              <a:grpSpLocks noChangeAspect="1"/>
            </p:cNvGrpSpPr>
            <p:nvPr/>
          </p:nvGrpSpPr>
          <p:grpSpPr bwMode="auto">
            <a:xfrm>
              <a:off x="6854825" y="3475037"/>
              <a:ext cx="533400" cy="463550"/>
              <a:chOff x="404" y="2136"/>
              <a:chExt cx="2268" cy="1971"/>
            </a:xfrm>
          </p:grpSpPr>
          <p:sp>
            <p:nvSpPr>
              <p:cNvPr id="317" name="Line 33"/>
              <p:cNvSpPr>
                <a:spLocks noChangeAspect="1" noChangeShapeType="1"/>
              </p:cNvSpPr>
              <p:nvPr/>
            </p:nvSpPr>
            <p:spPr bwMode="auto">
              <a:xfrm flipH="1">
                <a:off x="816" y="2260"/>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8" name="Line 34"/>
              <p:cNvSpPr>
                <a:spLocks noChangeAspect="1" noChangeShapeType="1"/>
              </p:cNvSpPr>
              <p:nvPr/>
            </p:nvSpPr>
            <p:spPr bwMode="auto">
              <a:xfrm>
                <a:off x="1392" y="2257"/>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9" name="Line 35">
                <a:extLst>
                  <a:ext uri="{FF2B5EF4-FFF2-40B4-BE49-F238E27FC236}">
                    <a16:creationId xmlns:a16="http://schemas.microsoft.com/office/drawing/2014/main" id="{D90EB3DD-3C74-4B28-93FE-DBE19E86CD3B}"/>
                  </a:ext>
                </a:extLst>
              </p:cNvPr>
              <p:cNvSpPr>
                <a:spLocks noChangeAspect="1" noChangeShapeType="1"/>
              </p:cNvSpPr>
              <p:nvPr/>
            </p:nvSpPr>
            <p:spPr bwMode="auto">
              <a:xfrm flipH="1">
                <a:off x="526"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0" name="Line 36">
                <a:extLst>
                  <a:ext uri="{FF2B5EF4-FFF2-40B4-BE49-F238E27FC236}">
                    <a16:creationId xmlns:a16="http://schemas.microsoft.com/office/drawing/2014/main" id="{1DA913E7-7FAB-4ED2-A331-368689A5DD1F}"/>
                  </a:ext>
                </a:extLst>
              </p:cNvPr>
              <p:cNvSpPr>
                <a:spLocks noChangeAspect="1" noChangeShapeType="1"/>
              </p:cNvSpPr>
              <p:nvPr/>
            </p:nvSpPr>
            <p:spPr bwMode="auto">
              <a:xfrm flipH="1">
                <a:off x="1680"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1" name="Line 37">
                <a:extLst>
                  <a:ext uri="{FF2B5EF4-FFF2-40B4-BE49-F238E27FC236}">
                    <a16:creationId xmlns:a16="http://schemas.microsoft.com/office/drawing/2014/main" id="{30147B7A-3E29-4E22-AFE0-6FD2D07B00F8}"/>
                  </a:ext>
                </a:extLst>
              </p:cNvPr>
              <p:cNvSpPr>
                <a:spLocks noChangeAspect="1" noChangeShapeType="1"/>
              </p:cNvSpPr>
              <p:nvPr/>
            </p:nvSpPr>
            <p:spPr bwMode="auto">
              <a:xfrm>
                <a:off x="816"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2" name="Line 38">
                <a:extLst>
                  <a:ext uri="{FF2B5EF4-FFF2-40B4-BE49-F238E27FC236}">
                    <a16:creationId xmlns:a16="http://schemas.microsoft.com/office/drawing/2014/main" id="{7032A3CD-E779-4369-B543-41FF182E786E}"/>
                  </a:ext>
                </a:extLst>
              </p:cNvPr>
              <p:cNvSpPr>
                <a:spLocks noChangeAspect="1" noChangeShapeType="1"/>
              </p:cNvSpPr>
              <p:nvPr/>
            </p:nvSpPr>
            <p:spPr bwMode="auto">
              <a:xfrm>
                <a:off x="1970" y="2831"/>
                <a:ext cx="284"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3" name="Line 39">
                <a:extLst>
                  <a:ext uri="{FF2B5EF4-FFF2-40B4-BE49-F238E27FC236}">
                    <a16:creationId xmlns:a16="http://schemas.microsoft.com/office/drawing/2014/main" id="{367F351E-322B-4F99-B4C9-146E8E18463F}"/>
                  </a:ext>
                </a:extLst>
              </p:cNvPr>
              <p:cNvSpPr>
                <a:spLocks noChangeAspect="1" noChangeShapeType="1"/>
              </p:cNvSpPr>
              <p:nvPr/>
            </p:nvSpPr>
            <p:spPr bwMode="auto">
              <a:xfrm flipH="1">
                <a:off x="816"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4" name="Line 40">
                <a:extLst>
                  <a:ext uri="{FF2B5EF4-FFF2-40B4-BE49-F238E27FC236}">
                    <a16:creationId xmlns:a16="http://schemas.microsoft.com/office/drawing/2014/main" id="{2E514472-FBC5-4C06-9657-6D1000CD2629}"/>
                  </a:ext>
                </a:extLst>
              </p:cNvPr>
              <p:cNvSpPr>
                <a:spLocks noChangeAspect="1" noChangeShapeType="1"/>
              </p:cNvSpPr>
              <p:nvPr/>
            </p:nvSpPr>
            <p:spPr bwMode="auto">
              <a:xfrm>
                <a:off x="1106"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5" name="Line 41">
                <a:extLst>
                  <a:ext uri="{FF2B5EF4-FFF2-40B4-BE49-F238E27FC236}">
                    <a16:creationId xmlns:a16="http://schemas.microsoft.com/office/drawing/2014/main" id="{3438130D-8816-431A-8303-C641F7F058DA}"/>
                  </a:ext>
                </a:extLst>
              </p:cNvPr>
              <p:cNvSpPr>
                <a:spLocks noChangeAspect="1" noChangeShapeType="1"/>
              </p:cNvSpPr>
              <p:nvPr/>
            </p:nvSpPr>
            <p:spPr bwMode="auto">
              <a:xfrm flipH="1">
                <a:off x="1970"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6" name="Line 42">
                <a:extLst>
                  <a:ext uri="{FF2B5EF4-FFF2-40B4-BE49-F238E27FC236}">
                    <a16:creationId xmlns:a16="http://schemas.microsoft.com/office/drawing/2014/main" id="{CE8D8F4F-6BD5-4E46-A893-FBE29916DB22}"/>
                  </a:ext>
                </a:extLst>
              </p:cNvPr>
              <p:cNvSpPr>
                <a:spLocks noChangeAspect="1" noChangeShapeType="1"/>
              </p:cNvSpPr>
              <p:nvPr/>
            </p:nvSpPr>
            <p:spPr bwMode="auto">
              <a:xfrm>
                <a:off x="2253"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27" name="Oval 43"/>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28" name="Oval 44"/>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29" name="Oval 45">
                <a:extLst>
                  <a:ext uri="{FF2B5EF4-FFF2-40B4-BE49-F238E27FC236}">
                    <a16:creationId xmlns:a16="http://schemas.microsoft.com/office/drawing/2014/main" id="{C0ECCDA9-5C67-4199-820F-3CB3E69866A9}"/>
                  </a:ext>
                </a:extLst>
              </p:cNvPr>
              <p:cNvSpPr>
                <a:spLocks noChangeAspect="1" noChangeArrowheads="1"/>
              </p:cNvSpPr>
              <p:nvPr/>
            </p:nvSpPr>
            <p:spPr bwMode="auto">
              <a:xfrm>
                <a:off x="404"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0" name="Oval 46">
                <a:extLst>
                  <a:ext uri="{FF2B5EF4-FFF2-40B4-BE49-F238E27FC236}">
                    <a16:creationId xmlns:a16="http://schemas.microsoft.com/office/drawing/2014/main" id="{BBB93D73-91B9-4931-B83A-566920C7EB4E}"/>
                  </a:ext>
                </a:extLst>
              </p:cNvPr>
              <p:cNvSpPr>
                <a:spLocks noChangeAspect="1" noChangeArrowheads="1"/>
              </p:cNvSpPr>
              <p:nvPr/>
            </p:nvSpPr>
            <p:spPr bwMode="auto">
              <a:xfrm>
                <a:off x="978"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1" name="Oval 47">
                <a:extLst>
                  <a:ext uri="{FF2B5EF4-FFF2-40B4-BE49-F238E27FC236}">
                    <a16:creationId xmlns:a16="http://schemas.microsoft.com/office/drawing/2014/main" id="{716D78D5-530D-4952-92CD-D84EC6E7BFAF}"/>
                  </a:ext>
                </a:extLst>
              </p:cNvPr>
              <p:cNvSpPr>
                <a:spLocks noChangeAspect="1" noChangeArrowheads="1"/>
              </p:cNvSpPr>
              <p:nvPr/>
            </p:nvSpPr>
            <p:spPr bwMode="auto">
              <a:xfrm>
                <a:off x="694"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2" name="Oval 48">
                <a:extLst>
                  <a:ext uri="{FF2B5EF4-FFF2-40B4-BE49-F238E27FC236}">
                    <a16:creationId xmlns:a16="http://schemas.microsoft.com/office/drawing/2014/main" id="{D0B6B01C-CA8A-46F7-B946-CE7E7921DAF5}"/>
                  </a:ext>
                </a:extLst>
              </p:cNvPr>
              <p:cNvSpPr>
                <a:spLocks noChangeAspect="1" noChangeArrowheads="1"/>
              </p:cNvSpPr>
              <p:nvPr/>
            </p:nvSpPr>
            <p:spPr bwMode="auto">
              <a:xfrm>
                <a:off x="1268"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3" name="Oval 49"/>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34" name="Oval 50">
                <a:extLst>
                  <a:ext uri="{FF2B5EF4-FFF2-40B4-BE49-F238E27FC236}">
                    <a16:creationId xmlns:a16="http://schemas.microsoft.com/office/drawing/2014/main" id="{5525B73B-89EB-4927-B642-33182AD781EF}"/>
                  </a:ext>
                </a:extLst>
              </p:cNvPr>
              <p:cNvSpPr>
                <a:spLocks noChangeAspect="1" noChangeArrowheads="1"/>
              </p:cNvSpPr>
              <p:nvPr/>
            </p:nvSpPr>
            <p:spPr bwMode="auto">
              <a:xfrm>
                <a:off x="1558"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5" name="Oval 51">
                <a:extLst>
                  <a:ext uri="{FF2B5EF4-FFF2-40B4-BE49-F238E27FC236}">
                    <a16:creationId xmlns:a16="http://schemas.microsoft.com/office/drawing/2014/main" id="{56BC54F7-B5EC-4B83-975A-99E1B9A52D5B}"/>
                  </a:ext>
                </a:extLst>
              </p:cNvPr>
              <p:cNvSpPr>
                <a:spLocks noChangeAspect="1" noChangeArrowheads="1"/>
              </p:cNvSpPr>
              <p:nvPr/>
            </p:nvSpPr>
            <p:spPr bwMode="auto">
              <a:xfrm>
                <a:off x="2132"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6" name="Oval 52">
                <a:extLst>
                  <a:ext uri="{FF2B5EF4-FFF2-40B4-BE49-F238E27FC236}">
                    <a16:creationId xmlns:a16="http://schemas.microsoft.com/office/drawing/2014/main" id="{349BA9D3-04D8-4B09-9E08-C7A44BD5AC09}"/>
                  </a:ext>
                </a:extLst>
              </p:cNvPr>
              <p:cNvSpPr>
                <a:spLocks noChangeAspect="1" noChangeArrowheads="1"/>
              </p:cNvSpPr>
              <p:nvPr/>
            </p:nvSpPr>
            <p:spPr bwMode="auto">
              <a:xfrm>
                <a:off x="2429"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37" name="Oval 53">
                <a:extLst>
                  <a:ext uri="{FF2B5EF4-FFF2-40B4-BE49-F238E27FC236}">
                    <a16:creationId xmlns:a16="http://schemas.microsoft.com/office/drawing/2014/main" id="{6D318C99-BCE7-4A01-9898-CE85FB070A3A}"/>
                  </a:ext>
                </a:extLst>
              </p:cNvPr>
              <p:cNvSpPr>
                <a:spLocks noChangeAspect="1" noChangeArrowheads="1"/>
              </p:cNvSpPr>
              <p:nvPr/>
            </p:nvSpPr>
            <p:spPr bwMode="auto">
              <a:xfrm>
                <a:off x="1848"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38" name="Tree4"/>
            <p:cNvGrpSpPr>
              <a:grpSpLocks noChangeAspect="1"/>
            </p:cNvGrpSpPr>
            <p:nvPr/>
          </p:nvGrpSpPr>
          <p:grpSpPr bwMode="auto">
            <a:xfrm>
              <a:off x="6859588" y="4479925"/>
              <a:ext cx="533400" cy="465137"/>
              <a:chOff x="404" y="2136"/>
              <a:chExt cx="2268" cy="1971"/>
            </a:xfrm>
          </p:grpSpPr>
          <p:sp>
            <p:nvSpPr>
              <p:cNvPr id="339" name="Line 95"/>
              <p:cNvSpPr>
                <a:spLocks noChangeAspect="1" noChangeShapeType="1"/>
              </p:cNvSpPr>
              <p:nvPr/>
            </p:nvSpPr>
            <p:spPr bwMode="auto">
              <a:xfrm flipH="1">
                <a:off x="816" y="2260"/>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0" name="Line 96"/>
              <p:cNvSpPr>
                <a:spLocks noChangeAspect="1" noChangeShapeType="1"/>
              </p:cNvSpPr>
              <p:nvPr/>
            </p:nvSpPr>
            <p:spPr bwMode="auto">
              <a:xfrm>
                <a:off x="1392" y="2257"/>
                <a:ext cx="576"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1" name="Line 97"/>
              <p:cNvSpPr>
                <a:spLocks noChangeAspect="1" noChangeShapeType="1"/>
              </p:cNvSpPr>
              <p:nvPr/>
            </p:nvSpPr>
            <p:spPr bwMode="auto">
              <a:xfrm flipH="1">
                <a:off x="52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2" name="Line 98"/>
              <p:cNvSpPr>
                <a:spLocks noChangeAspect="1" noChangeShapeType="1"/>
              </p:cNvSpPr>
              <p:nvPr/>
            </p:nvSpPr>
            <p:spPr bwMode="auto">
              <a:xfrm flipH="1">
                <a:off x="1680"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3" name="Line 99"/>
              <p:cNvSpPr>
                <a:spLocks noChangeAspect="1" noChangeShapeType="1"/>
              </p:cNvSpPr>
              <p:nvPr/>
            </p:nvSpPr>
            <p:spPr bwMode="auto">
              <a:xfrm>
                <a:off x="816"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4" name="Line 100"/>
              <p:cNvSpPr>
                <a:spLocks noChangeAspect="1" noChangeShapeType="1"/>
              </p:cNvSpPr>
              <p:nvPr/>
            </p:nvSpPr>
            <p:spPr bwMode="auto">
              <a:xfrm>
                <a:off x="1968" y="2833"/>
                <a:ext cx="288" cy="573"/>
              </a:xfrm>
              <a:prstGeom prst="line">
                <a:avLst/>
              </a:prstGeom>
              <a:noFill/>
              <a:ln w="28575">
                <a:solidFill>
                  <a:srgbClr val="CC97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5" name="Line 101">
                <a:extLst>
                  <a:ext uri="{FF2B5EF4-FFF2-40B4-BE49-F238E27FC236}">
                    <a16:creationId xmlns:a16="http://schemas.microsoft.com/office/drawing/2014/main" id="{CB8005FD-339A-4B16-A6A7-270C2C91F685}"/>
                  </a:ext>
                </a:extLst>
              </p:cNvPr>
              <p:cNvSpPr>
                <a:spLocks noChangeAspect="1" noChangeShapeType="1"/>
              </p:cNvSpPr>
              <p:nvPr/>
            </p:nvSpPr>
            <p:spPr bwMode="auto">
              <a:xfrm flipH="1">
                <a:off x="816" y="3407"/>
                <a:ext cx="290" cy="572"/>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46" name="Line 102">
                <a:extLst>
                  <a:ext uri="{FF2B5EF4-FFF2-40B4-BE49-F238E27FC236}">
                    <a16:creationId xmlns:a16="http://schemas.microsoft.com/office/drawing/2014/main" id="{A76C2F5D-FF93-4402-8248-5511EB362959}"/>
                  </a:ext>
                </a:extLst>
              </p:cNvPr>
              <p:cNvSpPr>
                <a:spLocks noChangeAspect="1" noChangeShapeType="1"/>
              </p:cNvSpPr>
              <p:nvPr/>
            </p:nvSpPr>
            <p:spPr bwMode="auto">
              <a:xfrm>
                <a:off x="1106" y="3407"/>
                <a:ext cx="284" cy="572"/>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47" name="Line 103">
                <a:extLst>
                  <a:ext uri="{FF2B5EF4-FFF2-40B4-BE49-F238E27FC236}">
                    <a16:creationId xmlns:a16="http://schemas.microsoft.com/office/drawing/2014/main" id="{826B8332-2AAD-45CB-8EBC-4D05C4500AC5}"/>
                  </a:ext>
                </a:extLst>
              </p:cNvPr>
              <p:cNvSpPr>
                <a:spLocks noChangeAspect="1" noChangeShapeType="1"/>
              </p:cNvSpPr>
              <p:nvPr/>
            </p:nvSpPr>
            <p:spPr bwMode="auto">
              <a:xfrm flipH="1">
                <a:off x="1970" y="3407"/>
                <a:ext cx="284" cy="572"/>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48" name="Line 104">
                <a:extLst>
                  <a:ext uri="{FF2B5EF4-FFF2-40B4-BE49-F238E27FC236}">
                    <a16:creationId xmlns:a16="http://schemas.microsoft.com/office/drawing/2014/main" id="{0BA636F5-5A55-4B40-AF0A-3B9FC4B65824}"/>
                  </a:ext>
                </a:extLst>
              </p:cNvPr>
              <p:cNvSpPr>
                <a:spLocks noChangeAspect="1" noChangeShapeType="1"/>
              </p:cNvSpPr>
              <p:nvPr/>
            </p:nvSpPr>
            <p:spPr bwMode="auto">
              <a:xfrm>
                <a:off x="2253" y="3407"/>
                <a:ext cx="290" cy="572"/>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49" name="Oval 105"/>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0" name="Oval 106"/>
              <p:cNvSpPr>
                <a:spLocks noChangeAspect="1" noChangeArrowheads="1"/>
              </p:cNvSpPr>
              <p:nvPr/>
            </p:nvSpPr>
            <p:spPr bwMode="auto">
              <a:xfrm>
                <a:off x="692"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1" name="Oval 107"/>
              <p:cNvSpPr>
                <a:spLocks noChangeAspect="1" noChangeArrowheads="1"/>
              </p:cNvSpPr>
              <p:nvPr/>
            </p:nvSpPr>
            <p:spPr bwMode="auto">
              <a:xfrm>
                <a:off x="404"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2" name="Oval 108"/>
              <p:cNvSpPr>
                <a:spLocks noChangeAspect="1" noChangeArrowheads="1"/>
              </p:cNvSpPr>
              <p:nvPr/>
            </p:nvSpPr>
            <p:spPr bwMode="auto">
              <a:xfrm>
                <a:off x="981"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3" name="Oval 109">
                <a:extLst>
                  <a:ext uri="{FF2B5EF4-FFF2-40B4-BE49-F238E27FC236}">
                    <a16:creationId xmlns:a16="http://schemas.microsoft.com/office/drawing/2014/main" id="{34537361-F8E8-4DD7-AD3F-4AE4F5868552}"/>
                  </a:ext>
                </a:extLst>
              </p:cNvPr>
              <p:cNvSpPr>
                <a:spLocks noChangeAspect="1" noChangeArrowheads="1"/>
              </p:cNvSpPr>
              <p:nvPr/>
            </p:nvSpPr>
            <p:spPr bwMode="auto">
              <a:xfrm>
                <a:off x="694" y="3865"/>
                <a:ext cx="236" cy="242"/>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54" name="Oval 110">
                <a:extLst>
                  <a:ext uri="{FF2B5EF4-FFF2-40B4-BE49-F238E27FC236}">
                    <a16:creationId xmlns:a16="http://schemas.microsoft.com/office/drawing/2014/main" id="{4081DDA3-2B6B-4525-9DDA-3134A93DA2BE}"/>
                  </a:ext>
                </a:extLst>
              </p:cNvPr>
              <p:cNvSpPr>
                <a:spLocks noChangeAspect="1" noChangeArrowheads="1"/>
              </p:cNvSpPr>
              <p:nvPr/>
            </p:nvSpPr>
            <p:spPr bwMode="auto">
              <a:xfrm>
                <a:off x="1268" y="3865"/>
                <a:ext cx="243" cy="242"/>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55" name="Oval 111"/>
              <p:cNvSpPr>
                <a:spLocks noChangeAspect="1" noChangeArrowheads="1"/>
              </p:cNvSpPr>
              <p:nvPr/>
            </p:nvSpPr>
            <p:spPr bwMode="auto">
              <a:xfrm>
                <a:off x="1846" y="2713"/>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6" name="Oval 112"/>
              <p:cNvSpPr>
                <a:spLocks noChangeAspect="1" noChangeArrowheads="1"/>
              </p:cNvSpPr>
              <p:nvPr/>
            </p:nvSpPr>
            <p:spPr bwMode="auto">
              <a:xfrm>
                <a:off x="1558"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7" name="Oval 113"/>
              <p:cNvSpPr>
                <a:spLocks noChangeAspect="1" noChangeArrowheads="1"/>
              </p:cNvSpPr>
              <p:nvPr/>
            </p:nvSpPr>
            <p:spPr bwMode="auto">
              <a:xfrm>
                <a:off x="2135" y="3290"/>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58" name="Oval 114">
                <a:extLst>
                  <a:ext uri="{FF2B5EF4-FFF2-40B4-BE49-F238E27FC236}">
                    <a16:creationId xmlns:a16="http://schemas.microsoft.com/office/drawing/2014/main" id="{2940B1FB-CDE4-43BD-B509-0DABD6FC62AA}"/>
                  </a:ext>
                </a:extLst>
              </p:cNvPr>
              <p:cNvSpPr>
                <a:spLocks noChangeAspect="1" noChangeArrowheads="1"/>
              </p:cNvSpPr>
              <p:nvPr/>
            </p:nvSpPr>
            <p:spPr bwMode="auto">
              <a:xfrm>
                <a:off x="2429" y="3865"/>
                <a:ext cx="243" cy="242"/>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59" name="Oval 115">
                <a:extLst>
                  <a:ext uri="{FF2B5EF4-FFF2-40B4-BE49-F238E27FC236}">
                    <a16:creationId xmlns:a16="http://schemas.microsoft.com/office/drawing/2014/main" id="{318047FE-74A2-4786-97EA-706ED62D7736}"/>
                  </a:ext>
                </a:extLst>
              </p:cNvPr>
              <p:cNvSpPr>
                <a:spLocks noChangeAspect="1" noChangeArrowheads="1"/>
              </p:cNvSpPr>
              <p:nvPr/>
            </p:nvSpPr>
            <p:spPr bwMode="auto">
              <a:xfrm>
                <a:off x="1848" y="3865"/>
                <a:ext cx="236" cy="242"/>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60" name="Tree1"/>
            <p:cNvGrpSpPr>
              <a:grpSpLocks noChangeAspect="1"/>
            </p:cNvGrpSpPr>
            <p:nvPr/>
          </p:nvGrpSpPr>
          <p:grpSpPr bwMode="auto">
            <a:xfrm>
              <a:off x="6858000" y="2971800"/>
              <a:ext cx="533400" cy="463550"/>
              <a:chOff x="404" y="2136"/>
              <a:chExt cx="2268" cy="1971"/>
            </a:xfrm>
          </p:grpSpPr>
          <p:sp>
            <p:nvSpPr>
              <p:cNvPr id="361" name="Line 33">
                <a:extLst>
                  <a:ext uri="{FF2B5EF4-FFF2-40B4-BE49-F238E27FC236}">
                    <a16:creationId xmlns:a16="http://schemas.microsoft.com/office/drawing/2014/main" id="{ADD7A114-D5C9-4706-B987-0ABAFF9D64D4}"/>
                  </a:ext>
                </a:extLst>
              </p:cNvPr>
              <p:cNvSpPr>
                <a:spLocks noChangeAspect="1" noChangeShapeType="1"/>
              </p:cNvSpPr>
              <p:nvPr/>
            </p:nvSpPr>
            <p:spPr bwMode="auto">
              <a:xfrm flipH="1">
                <a:off x="816" y="2257"/>
                <a:ext cx="574"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2" name="Line 34">
                <a:extLst>
                  <a:ext uri="{FF2B5EF4-FFF2-40B4-BE49-F238E27FC236}">
                    <a16:creationId xmlns:a16="http://schemas.microsoft.com/office/drawing/2014/main" id="{8C5E36A1-8A23-4DD4-8DDA-F21E0DE7518D}"/>
                  </a:ext>
                </a:extLst>
              </p:cNvPr>
              <p:cNvSpPr>
                <a:spLocks noChangeAspect="1" noChangeShapeType="1"/>
              </p:cNvSpPr>
              <p:nvPr/>
            </p:nvSpPr>
            <p:spPr bwMode="auto">
              <a:xfrm>
                <a:off x="1390" y="2257"/>
                <a:ext cx="581"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3" name="Line 35">
                <a:extLst>
                  <a:ext uri="{FF2B5EF4-FFF2-40B4-BE49-F238E27FC236}">
                    <a16:creationId xmlns:a16="http://schemas.microsoft.com/office/drawing/2014/main" id="{F13BD9DE-8CBF-4644-86E1-A19BD71F3649}"/>
                  </a:ext>
                </a:extLst>
              </p:cNvPr>
              <p:cNvSpPr>
                <a:spLocks noChangeAspect="1" noChangeShapeType="1"/>
              </p:cNvSpPr>
              <p:nvPr/>
            </p:nvSpPr>
            <p:spPr bwMode="auto">
              <a:xfrm flipH="1">
                <a:off x="526"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4" name="Line 36">
                <a:extLst>
                  <a:ext uri="{FF2B5EF4-FFF2-40B4-BE49-F238E27FC236}">
                    <a16:creationId xmlns:a16="http://schemas.microsoft.com/office/drawing/2014/main" id="{EAB931F9-3C5B-44CC-8E9A-4DC9889D9D91}"/>
                  </a:ext>
                </a:extLst>
              </p:cNvPr>
              <p:cNvSpPr>
                <a:spLocks noChangeAspect="1" noChangeShapeType="1"/>
              </p:cNvSpPr>
              <p:nvPr/>
            </p:nvSpPr>
            <p:spPr bwMode="auto">
              <a:xfrm flipH="1">
                <a:off x="1680"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5" name="Line 37">
                <a:extLst>
                  <a:ext uri="{FF2B5EF4-FFF2-40B4-BE49-F238E27FC236}">
                    <a16:creationId xmlns:a16="http://schemas.microsoft.com/office/drawing/2014/main" id="{FD28A9D7-4E6F-4217-BA7A-A8E4607B1746}"/>
                  </a:ext>
                </a:extLst>
              </p:cNvPr>
              <p:cNvSpPr>
                <a:spLocks noChangeAspect="1" noChangeShapeType="1"/>
              </p:cNvSpPr>
              <p:nvPr/>
            </p:nvSpPr>
            <p:spPr bwMode="auto">
              <a:xfrm>
                <a:off x="816" y="2831"/>
                <a:ext cx="290"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6" name="Line 38">
                <a:extLst>
                  <a:ext uri="{FF2B5EF4-FFF2-40B4-BE49-F238E27FC236}">
                    <a16:creationId xmlns:a16="http://schemas.microsoft.com/office/drawing/2014/main" id="{34E9483B-975A-470F-9BE1-3ADDC85D8FA2}"/>
                  </a:ext>
                </a:extLst>
              </p:cNvPr>
              <p:cNvSpPr>
                <a:spLocks noChangeAspect="1" noChangeShapeType="1"/>
              </p:cNvSpPr>
              <p:nvPr/>
            </p:nvSpPr>
            <p:spPr bwMode="auto">
              <a:xfrm>
                <a:off x="1970" y="2831"/>
                <a:ext cx="284" cy="574"/>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7" name="Line 39">
                <a:extLst>
                  <a:ext uri="{FF2B5EF4-FFF2-40B4-BE49-F238E27FC236}">
                    <a16:creationId xmlns:a16="http://schemas.microsoft.com/office/drawing/2014/main" id="{CEE4EC44-468E-4604-BCBF-C97356A1E09A}"/>
                  </a:ext>
                </a:extLst>
              </p:cNvPr>
              <p:cNvSpPr>
                <a:spLocks noChangeAspect="1" noChangeShapeType="1"/>
              </p:cNvSpPr>
              <p:nvPr/>
            </p:nvSpPr>
            <p:spPr bwMode="auto">
              <a:xfrm flipH="1">
                <a:off x="816"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8" name="Line 40">
                <a:extLst>
                  <a:ext uri="{FF2B5EF4-FFF2-40B4-BE49-F238E27FC236}">
                    <a16:creationId xmlns:a16="http://schemas.microsoft.com/office/drawing/2014/main" id="{C8FCB0C8-7E05-4FA8-A2DF-BB1762B71434}"/>
                  </a:ext>
                </a:extLst>
              </p:cNvPr>
              <p:cNvSpPr>
                <a:spLocks noChangeAspect="1" noChangeShapeType="1"/>
              </p:cNvSpPr>
              <p:nvPr/>
            </p:nvSpPr>
            <p:spPr bwMode="auto">
              <a:xfrm>
                <a:off x="1106"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69" name="Line 41">
                <a:extLst>
                  <a:ext uri="{FF2B5EF4-FFF2-40B4-BE49-F238E27FC236}">
                    <a16:creationId xmlns:a16="http://schemas.microsoft.com/office/drawing/2014/main" id="{5F615848-C877-4C54-BD54-93BA57699E2E}"/>
                  </a:ext>
                </a:extLst>
              </p:cNvPr>
              <p:cNvSpPr>
                <a:spLocks noChangeAspect="1" noChangeShapeType="1"/>
              </p:cNvSpPr>
              <p:nvPr/>
            </p:nvSpPr>
            <p:spPr bwMode="auto">
              <a:xfrm flipH="1">
                <a:off x="1970" y="3412"/>
                <a:ext cx="284"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0" name="Line 42">
                <a:extLst>
                  <a:ext uri="{FF2B5EF4-FFF2-40B4-BE49-F238E27FC236}">
                    <a16:creationId xmlns:a16="http://schemas.microsoft.com/office/drawing/2014/main" id="{5201F45D-9908-4C61-8F0E-CA7FA24BB110}"/>
                  </a:ext>
                </a:extLst>
              </p:cNvPr>
              <p:cNvSpPr>
                <a:spLocks noChangeAspect="1" noChangeShapeType="1"/>
              </p:cNvSpPr>
              <p:nvPr/>
            </p:nvSpPr>
            <p:spPr bwMode="auto">
              <a:xfrm>
                <a:off x="2253" y="3412"/>
                <a:ext cx="290" cy="567"/>
              </a:xfrm>
              <a:prstGeom prst="line">
                <a:avLst/>
              </a:prstGeom>
              <a:noFill/>
              <a:ln w="28575">
                <a:solidFill>
                  <a:srgbClr val="808080">
                    <a:lumMod val="20000"/>
                    <a:lumOff val="80000"/>
                  </a:srgbClr>
                </a:solidFill>
                <a:round/>
                <a:headEnd/>
                <a:tailEnd type="none" w="med" len="lg"/>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1" name="Oval 43"/>
              <p:cNvSpPr>
                <a:spLocks noChangeAspect="1" noChangeArrowheads="1"/>
              </p:cNvSpPr>
              <p:nvPr/>
            </p:nvSpPr>
            <p:spPr bwMode="auto">
              <a:xfrm>
                <a:off x="1269" y="2136"/>
                <a:ext cx="241" cy="240"/>
              </a:xfrm>
              <a:prstGeom prst="ellipse">
                <a:avLst/>
              </a:prstGeom>
              <a:solidFill>
                <a:srgbClr val="003366"/>
              </a:solidFill>
              <a:ln>
                <a:noFill/>
              </a:ln>
              <a:extLst>
                <a:ext uri="{91240B29-F687-4F45-9708-019B960494DF}">
                  <a14:hiddenLine xmlns:a14="http://schemas.microsoft.com/office/drawing/2010/main" w="28575">
                    <a:solidFill>
                      <a:srgbClr val="000000"/>
                    </a:solidFill>
                    <a:round/>
                    <a:headEnd/>
                    <a:tailEnd type="none" w="med" len="lg"/>
                  </a14:hiddenLine>
                </a:ext>
              </a:extLst>
            </p:spPr>
            <p:txBody>
              <a:bodyPr wrap="none" anchor="ct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1">
                  <a:ln>
                    <a:noFill/>
                  </a:ln>
                  <a:solidFill>
                    <a:srgbClr val="000000"/>
                  </a:solidFill>
                  <a:effectLst/>
                  <a:uLnTx/>
                  <a:uFillTx/>
                  <a:latin typeface="Arial" panose="020B0604020202020204" pitchFamily="34" charset="0"/>
                </a:endParaRPr>
              </a:p>
            </p:txBody>
          </p:sp>
          <p:sp>
            <p:nvSpPr>
              <p:cNvPr id="372" name="Oval 44">
                <a:extLst>
                  <a:ext uri="{FF2B5EF4-FFF2-40B4-BE49-F238E27FC236}">
                    <a16:creationId xmlns:a16="http://schemas.microsoft.com/office/drawing/2014/main" id="{E24C885D-273D-4F64-B417-C2A8C5EA5566}"/>
                  </a:ext>
                </a:extLst>
              </p:cNvPr>
              <p:cNvSpPr>
                <a:spLocks noChangeAspect="1" noChangeArrowheads="1"/>
              </p:cNvSpPr>
              <p:nvPr/>
            </p:nvSpPr>
            <p:spPr bwMode="auto">
              <a:xfrm>
                <a:off x="694" y="2710"/>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3" name="Oval 45">
                <a:extLst>
                  <a:ext uri="{FF2B5EF4-FFF2-40B4-BE49-F238E27FC236}">
                    <a16:creationId xmlns:a16="http://schemas.microsoft.com/office/drawing/2014/main" id="{68A50D36-32EC-43E1-BCFC-84D52A230661}"/>
                  </a:ext>
                </a:extLst>
              </p:cNvPr>
              <p:cNvSpPr>
                <a:spLocks noChangeAspect="1" noChangeArrowheads="1"/>
              </p:cNvSpPr>
              <p:nvPr/>
            </p:nvSpPr>
            <p:spPr bwMode="auto">
              <a:xfrm>
                <a:off x="404"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4" name="Oval 46">
                <a:extLst>
                  <a:ext uri="{FF2B5EF4-FFF2-40B4-BE49-F238E27FC236}">
                    <a16:creationId xmlns:a16="http://schemas.microsoft.com/office/drawing/2014/main" id="{A812264D-6C82-405A-A647-C013B5559165}"/>
                  </a:ext>
                </a:extLst>
              </p:cNvPr>
              <p:cNvSpPr>
                <a:spLocks noChangeAspect="1" noChangeArrowheads="1"/>
              </p:cNvSpPr>
              <p:nvPr/>
            </p:nvSpPr>
            <p:spPr bwMode="auto">
              <a:xfrm>
                <a:off x="978"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5" name="Oval 47">
                <a:extLst>
                  <a:ext uri="{FF2B5EF4-FFF2-40B4-BE49-F238E27FC236}">
                    <a16:creationId xmlns:a16="http://schemas.microsoft.com/office/drawing/2014/main" id="{01508DCF-FB2D-4B4C-B7DE-24BD74AB9979}"/>
                  </a:ext>
                </a:extLst>
              </p:cNvPr>
              <p:cNvSpPr>
                <a:spLocks noChangeAspect="1" noChangeArrowheads="1"/>
              </p:cNvSpPr>
              <p:nvPr/>
            </p:nvSpPr>
            <p:spPr bwMode="auto">
              <a:xfrm>
                <a:off x="694"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6" name="Oval 48">
                <a:extLst>
                  <a:ext uri="{FF2B5EF4-FFF2-40B4-BE49-F238E27FC236}">
                    <a16:creationId xmlns:a16="http://schemas.microsoft.com/office/drawing/2014/main" id="{B4B41F02-BF01-4413-AD94-44466346E7E9}"/>
                  </a:ext>
                </a:extLst>
              </p:cNvPr>
              <p:cNvSpPr>
                <a:spLocks noChangeAspect="1" noChangeArrowheads="1"/>
              </p:cNvSpPr>
              <p:nvPr/>
            </p:nvSpPr>
            <p:spPr bwMode="auto">
              <a:xfrm>
                <a:off x="1268"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7" name="Oval 49">
                <a:extLst>
                  <a:ext uri="{FF2B5EF4-FFF2-40B4-BE49-F238E27FC236}">
                    <a16:creationId xmlns:a16="http://schemas.microsoft.com/office/drawing/2014/main" id="{0A0B9C87-7E92-4AD1-9319-3F93C2258C81}"/>
                  </a:ext>
                </a:extLst>
              </p:cNvPr>
              <p:cNvSpPr>
                <a:spLocks noChangeAspect="1" noChangeArrowheads="1"/>
              </p:cNvSpPr>
              <p:nvPr/>
            </p:nvSpPr>
            <p:spPr bwMode="auto">
              <a:xfrm>
                <a:off x="1848" y="2710"/>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8" name="Oval 50">
                <a:extLst>
                  <a:ext uri="{FF2B5EF4-FFF2-40B4-BE49-F238E27FC236}">
                    <a16:creationId xmlns:a16="http://schemas.microsoft.com/office/drawing/2014/main" id="{F64C12CE-DE09-437D-A4D4-AC7A93275D88}"/>
                  </a:ext>
                </a:extLst>
              </p:cNvPr>
              <p:cNvSpPr>
                <a:spLocks noChangeAspect="1" noChangeArrowheads="1"/>
              </p:cNvSpPr>
              <p:nvPr/>
            </p:nvSpPr>
            <p:spPr bwMode="auto">
              <a:xfrm>
                <a:off x="1558"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79" name="Oval 51">
                <a:extLst>
                  <a:ext uri="{FF2B5EF4-FFF2-40B4-BE49-F238E27FC236}">
                    <a16:creationId xmlns:a16="http://schemas.microsoft.com/office/drawing/2014/main" id="{CE5BB44B-FAF7-40CF-A17A-3525DB9C339F}"/>
                  </a:ext>
                </a:extLst>
              </p:cNvPr>
              <p:cNvSpPr>
                <a:spLocks noChangeAspect="1" noChangeArrowheads="1"/>
              </p:cNvSpPr>
              <p:nvPr/>
            </p:nvSpPr>
            <p:spPr bwMode="auto">
              <a:xfrm>
                <a:off x="2132" y="3290"/>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0" name="Oval 52">
                <a:extLst>
                  <a:ext uri="{FF2B5EF4-FFF2-40B4-BE49-F238E27FC236}">
                    <a16:creationId xmlns:a16="http://schemas.microsoft.com/office/drawing/2014/main" id="{20D57720-F877-42D2-BDAB-9E17B9E469B1}"/>
                  </a:ext>
                </a:extLst>
              </p:cNvPr>
              <p:cNvSpPr>
                <a:spLocks noChangeAspect="1" noChangeArrowheads="1"/>
              </p:cNvSpPr>
              <p:nvPr/>
            </p:nvSpPr>
            <p:spPr bwMode="auto">
              <a:xfrm>
                <a:off x="2429" y="3864"/>
                <a:ext cx="243"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1" name="Oval 53">
                <a:extLst>
                  <a:ext uri="{FF2B5EF4-FFF2-40B4-BE49-F238E27FC236}">
                    <a16:creationId xmlns:a16="http://schemas.microsoft.com/office/drawing/2014/main" id="{7D0536DC-0F93-4318-AF2B-CB6319B22BEB}"/>
                  </a:ext>
                </a:extLst>
              </p:cNvPr>
              <p:cNvSpPr>
                <a:spLocks noChangeAspect="1" noChangeArrowheads="1"/>
              </p:cNvSpPr>
              <p:nvPr/>
            </p:nvSpPr>
            <p:spPr bwMode="auto">
              <a:xfrm>
                <a:off x="1848" y="3864"/>
                <a:ext cx="236" cy="243"/>
              </a:xfrm>
              <a:prstGeom prst="ellipse">
                <a:avLst/>
              </a:prstGeom>
              <a:solidFill>
                <a:srgbClr val="808080">
                  <a:lumMod val="20000"/>
                  <a:lumOff val="80000"/>
                </a:srgbClr>
              </a:solidFill>
              <a:ln w="28575">
                <a:noFill/>
                <a:round/>
                <a:headEnd/>
                <a:tailEnd type="none" w="med" len="lg"/>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82" name="Group 241"/>
            <p:cNvGrpSpPr>
              <a:grpSpLocks/>
            </p:cNvGrpSpPr>
            <p:nvPr/>
          </p:nvGrpSpPr>
          <p:grpSpPr bwMode="auto">
            <a:xfrm>
              <a:off x="7813675" y="3141662"/>
              <a:ext cx="687388" cy="153988"/>
              <a:chOff x="4371975" y="4524375"/>
              <a:chExt cx="638175" cy="142875"/>
            </a:xfrm>
          </p:grpSpPr>
          <p:sp>
            <p:nvSpPr>
              <p:cNvPr id="383" name="5-Point Star 382">
                <a:extLst>
                  <a:ext uri="{FF2B5EF4-FFF2-40B4-BE49-F238E27FC236}">
                    <a16:creationId xmlns:a16="http://schemas.microsoft.com/office/drawing/2014/main" id="{F533D62F-2CB2-4F9B-8182-B5D47240342B}"/>
                  </a:ext>
                </a:extLst>
              </p:cNvPr>
              <p:cNvSpPr/>
              <p:nvPr/>
            </p:nvSpPr>
            <p:spPr bwMode="auto">
              <a:xfrm>
                <a:off x="4371975"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4" name="5-Point Star 383">
                <a:extLst>
                  <a:ext uri="{FF2B5EF4-FFF2-40B4-BE49-F238E27FC236}">
                    <a16:creationId xmlns:a16="http://schemas.microsoft.com/office/drawing/2014/main" id="{ADCEE6E2-9204-45C0-ACF0-93C3BF8EFED6}"/>
                  </a:ext>
                </a:extLst>
              </p:cNvPr>
              <p:cNvSpPr/>
              <p:nvPr/>
            </p:nvSpPr>
            <p:spPr bwMode="auto">
              <a:xfrm>
                <a:off x="4495778"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5" name="5-Point Star 384">
                <a:extLst>
                  <a:ext uri="{FF2B5EF4-FFF2-40B4-BE49-F238E27FC236}">
                    <a16:creationId xmlns:a16="http://schemas.microsoft.com/office/drawing/2014/main" id="{87B30F4B-B98A-44D1-BCF9-6A1EACDEEBB9}"/>
                  </a:ext>
                </a:extLst>
              </p:cNvPr>
              <p:cNvSpPr/>
              <p:nvPr/>
            </p:nvSpPr>
            <p:spPr bwMode="auto">
              <a:xfrm>
                <a:off x="4619581"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6" name="5-Point Star 385">
                <a:extLst>
                  <a:ext uri="{FF2B5EF4-FFF2-40B4-BE49-F238E27FC236}">
                    <a16:creationId xmlns:a16="http://schemas.microsoft.com/office/drawing/2014/main" id="{A84CB814-C057-4B39-A9F0-3DBF855685A8}"/>
                  </a:ext>
                </a:extLst>
              </p:cNvPr>
              <p:cNvSpPr/>
              <p:nvPr/>
            </p:nvSpPr>
            <p:spPr bwMode="auto">
              <a:xfrm>
                <a:off x="4743384"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87" name="5-Point Star 386">
                <a:extLst>
                  <a:ext uri="{FF2B5EF4-FFF2-40B4-BE49-F238E27FC236}">
                    <a16:creationId xmlns:a16="http://schemas.microsoft.com/office/drawing/2014/main" id="{3AD1088F-79D1-4CCC-9317-313AC55FEB28}"/>
                  </a:ext>
                </a:extLst>
              </p:cNvPr>
              <p:cNvSpPr/>
              <p:nvPr/>
            </p:nvSpPr>
            <p:spPr bwMode="auto">
              <a:xfrm>
                <a:off x="4867187"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88" name="Group 247"/>
            <p:cNvGrpSpPr>
              <a:grpSpLocks/>
            </p:cNvGrpSpPr>
            <p:nvPr/>
          </p:nvGrpSpPr>
          <p:grpSpPr bwMode="auto">
            <a:xfrm>
              <a:off x="7813675" y="3651250"/>
              <a:ext cx="687388" cy="153987"/>
              <a:chOff x="4371975" y="4524375"/>
              <a:chExt cx="638175" cy="142875"/>
            </a:xfrm>
          </p:grpSpPr>
          <p:sp>
            <p:nvSpPr>
              <p:cNvPr id="389" name="5-Point Star 388">
                <a:extLst>
                  <a:ext uri="{FF2B5EF4-FFF2-40B4-BE49-F238E27FC236}">
                    <a16:creationId xmlns:a16="http://schemas.microsoft.com/office/drawing/2014/main" id="{5CFCBE4E-9AFE-4DC1-973D-F685361521A5}"/>
                  </a:ext>
                </a:extLst>
              </p:cNvPr>
              <p:cNvSpPr/>
              <p:nvPr/>
            </p:nvSpPr>
            <p:spPr bwMode="auto">
              <a:xfrm>
                <a:off x="4371975"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0" name="5-Point Star 389">
                <a:extLst>
                  <a:ext uri="{FF2B5EF4-FFF2-40B4-BE49-F238E27FC236}">
                    <a16:creationId xmlns:a16="http://schemas.microsoft.com/office/drawing/2014/main" id="{8E75DD9B-96A3-4431-BE2C-5A20CB66FDC9}"/>
                  </a:ext>
                </a:extLst>
              </p:cNvPr>
              <p:cNvSpPr/>
              <p:nvPr/>
            </p:nvSpPr>
            <p:spPr bwMode="auto">
              <a:xfrm>
                <a:off x="4495778"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1" name="5-Point Star 390">
                <a:extLst>
                  <a:ext uri="{FF2B5EF4-FFF2-40B4-BE49-F238E27FC236}">
                    <a16:creationId xmlns:a16="http://schemas.microsoft.com/office/drawing/2014/main" id="{7694DCDF-AC25-46DF-9156-86CBFC05311B}"/>
                  </a:ext>
                </a:extLst>
              </p:cNvPr>
              <p:cNvSpPr/>
              <p:nvPr/>
            </p:nvSpPr>
            <p:spPr bwMode="auto">
              <a:xfrm>
                <a:off x="4619581"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2" name="5-Point Star 391">
                <a:extLst>
                  <a:ext uri="{FF2B5EF4-FFF2-40B4-BE49-F238E27FC236}">
                    <a16:creationId xmlns:a16="http://schemas.microsoft.com/office/drawing/2014/main" id="{35D39396-9FA5-42FE-90D2-EEAB4BC7E5C5}"/>
                  </a:ext>
                </a:extLst>
              </p:cNvPr>
              <p:cNvSpPr/>
              <p:nvPr/>
            </p:nvSpPr>
            <p:spPr bwMode="auto">
              <a:xfrm>
                <a:off x="4743384"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3" name="5-Point Star 392">
                <a:extLst>
                  <a:ext uri="{FF2B5EF4-FFF2-40B4-BE49-F238E27FC236}">
                    <a16:creationId xmlns:a16="http://schemas.microsoft.com/office/drawing/2014/main" id="{24E0B5A3-C662-40B1-B018-746B1F8A7AE8}"/>
                  </a:ext>
                </a:extLst>
              </p:cNvPr>
              <p:cNvSpPr/>
              <p:nvPr/>
            </p:nvSpPr>
            <p:spPr bwMode="auto">
              <a:xfrm>
                <a:off x="4867187"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394" name="Group 253"/>
            <p:cNvGrpSpPr>
              <a:grpSpLocks/>
            </p:cNvGrpSpPr>
            <p:nvPr/>
          </p:nvGrpSpPr>
          <p:grpSpPr bwMode="auto">
            <a:xfrm>
              <a:off x="7813675" y="4668837"/>
              <a:ext cx="688975" cy="153988"/>
              <a:chOff x="4371975" y="4524375"/>
              <a:chExt cx="638175" cy="142875"/>
            </a:xfrm>
          </p:grpSpPr>
          <p:sp>
            <p:nvSpPr>
              <p:cNvPr id="395" name="5-Point Star 394">
                <a:extLst>
                  <a:ext uri="{FF2B5EF4-FFF2-40B4-BE49-F238E27FC236}">
                    <a16:creationId xmlns:a16="http://schemas.microsoft.com/office/drawing/2014/main" id="{D34D50B3-8FFF-4F54-AB47-35AEE0935D6A}"/>
                  </a:ext>
                </a:extLst>
              </p:cNvPr>
              <p:cNvSpPr/>
              <p:nvPr/>
            </p:nvSpPr>
            <p:spPr bwMode="auto">
              <a:xfrm>
                <a:off x="4371975" y="4524375"/>
                <a:ext cx="14263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6" name="5-Point Star 395">
                <a:extLst>
                  <a:ext uri="{FF2B5EF4-FFF2-40B4-BE49-F238E27FC236}">
                    <a16:creationId xmlns:a16="http://schemas.microsoft.com/office/drawing/2014/main" id="{48C60A9D-8443-4DCA-84E3-509C76171607}"/>
                  </a:ext>
                </a:extLst>
              </p:cNvPr>
              <p:cNvSpPr/>
              <p:nvPr/>
            </p:nvSpPr>
            <p:spPr bwMode="auto">
              <a:xfrm>
                <a:off x="4495493" y="4524375"/>
                <a:ext cx="14263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7" name="5-Point Star 396">
                <a:extLst>
                  <a:ext uri="{FF2B5EF4-FFF2-40B4-BE49-F238E27FC236}">
                    <a16:creationId xmlns:a16="http://schemas.microsoft.com/office/drawing/2014/main" id="{A9DEEEC8-EAAA-4DCA-8452-CD26F244AB63}"/>
                  </a:ext>
                </a:extLst>
              </p:cNvPr>
              <p:cNvSpPr/>
              <p:nvPr/>
            </p:nvSpPr>
            <p:spPr bwMode="auto">
              <a:xfrm>
                <a:off x="4619010" y="4524375"/>
                <a:ext cx="144104"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8" name="5-Point Star 397">
                <a:extLst>
                  <a:ext uri="{FF2B5EF4-FFF2-40B4-BE49-F238E27FC236}">
                    <a16:creationId xmlns:a16="http://schemas.microsoft.com/office/drawing/2014/main" id="{3EE79632-E059-45CD-B599-7657BF4CF68C}"/>
                  </a:ext>
                </a:extLst>
              </p:cNvPr>
              <p:cNvSpPr/>
              <p:nvPr/>
            </p:nvSpPr>
            <p:spPr bwMode="auto">
              <a:xfrm>
                <a:off x="4743999" y="4524375"/>
                <a:ext cx="14263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399" name="5-Point Star 398">
                <a:extLst>
                  <a:ext uri="{FF2B5EF4-FFF2-40B4-BE49-F238E27FC236}">
                    <a16:creationId xmlns:a16="http://schemas.microsoft.com/office/drawing/2014/main" id="{FD5AF9F1-1DB9-40FE-ADE2-4B8649B55FAC}"/>
                  </a:ext>
                </a:extLst>
              </p:cNvPr>
              <p:cNvSpPr/>
              <p:nvPr/>
            </p:nvSpPr>
            <p:spPr bwMode="auto">
              <a:xfrm>
                <a:off x="4867517" y="4524375"/>
                <a:ext cx="14263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400" name="Group 259"/>
            <p:cNvGrpSpPr>
              <a:grpSpLocks/>
            </p:cNvGrpSpPr>
            <p:nvPr/>
          </p:nvGrpSpPr>
          <p:grpSpPr bwMode="auto">
            <a:xfrm>
              <a:off x="7813675" y="5178425"/>
              <a:ext cx="687388" cy="153987"/>
              <a:chOff x="4371975" y="4524375"/>
              <a:chExt cx="638175" cy="142875"/>
            </a:xfrm>
          </p:grpSpPr>
          <p:sp>
            <p:nvSpPr>
              <p:cNvPr id="401" name="5-Point Star 400">
                <a:extLst>
                  <a:ext uri="{FF2B5EF4-FFF2-40B4-BE49-F238E27FC236}">
                    <a16:creationId xmlns:a16="http://schemas.microsoft.com/office/drawing/2014/main" id="{9C491B04-DD30-4BF5-A741-B9C43B5E71CB}"/>
                  </a:ext>
                </a:extLst>
              </p:cNvPr>
              <p:cNvSpPr/>
              <p:nvPr/>
            </p:nvSpPr>
            <p:spPr bwMode="auto">
              <a:xfrm>
                <a:off x="4371975"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2" name="5-Point Star 401">
                <a:extLst>
                  <a:ext uri="{FF2B5EF4-FFF2-40B4-BE49-F238E27FC236}">
                    <a16:creationId xmlns:a16="http://schemas.microsoft.com/office/drawing/2014/main" id="{107A9286-73A2-4921-A33D-4E01081C4062}"/>
                  </a:ext>
                </a:extLst>
              </p:cNvPr>
              <p:cNvSpPr/>
              <p:nvPr/>
            </p:nvSpPr>
            <p:spPr bwMode="auto">
              <a:xfrm>
                <a:off x="4495778"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3" name="5-Point Star 402">
                <a:extLst>
                  <a:ext uri="{FF2B5EF4-FFF2-40B4-BE49-F238E27FC236}">
                    <a16:creationId xmlns:a16="http://schemas.microsoft.com/office/drawing/2014/main" id="{A00D4853-EDB2-4F07-9542-F5C2194F1648}"/>
                  </a:ext>
                </a:extLst>
              </p:cNvPr>
              <p:cNvSpPr/>
              <p:nvPr/>
            </p:nvSpPr>
            <p:spPr bwMode="auto">
              <a:xfrm>
                <a:off x="4619581"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4" name="5-Point Star 403">
                <a:extLst>
                  <a:ext uri="{FF2B5EF4-FFF2-40B4-BE49-F238E27FC236}">
                    <a16:creationId xmlns:a16="http://schemas.microsoft.com/office/drawing/2014/main" id="{33879FAE-E0C4-4987-BE72-8A838A7CE3CA}"/>
                  </a:ext>
                </a:extLst>
              </p:cNvPr>
              <p:cNvSpPr/>
              <p:nvPr/>
            </p:nvSpPr>
            <p:spPr bwMode="auto">
              <a:xfrm>
                <a:off x="4743384"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5" name="5-Point Star 404">
                <a:extLst>
                  <a:ext uri="{FF2B5EF4-FFF2-40B4-BE49-F238E27FC236}">
                    <a16:creationId xmlns:a16="http://schemas.microsoft.com/office/drawing/2014/main" id="{3E97C5F5-3384-4A3A-B28E-33DF0BE791DC}"/>
                  </a:ext>
                </a:extLst>
              </p:cNvPr>
              <p:cNvSpPr/>
              <p:nvPr/>
            </p:nvSpPr>
            <p:spPr bwMode="auto">
              <a:xfrm>
                <a:off x="4867187"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grpSp>
          <p:nvGrpSpPr>
            <p:cNvPr id="406" name="Group 265"/>
            <p:cNvGrpSpPr>
              <a:grpSpLocks/>
            </p:cNvGrpSpPr>
            <p:nvPr/>
          </p:nvGrpSpPr>
          <p:grpSpPr bwMode="auto">
            <a:xfrm>
              <a:off x="7813675" y="5688012"/>
              <a:ext cx="687388" cy="153988"/>
              <a:chOff x="4371975" y="4524375"/>
              <a:chExt cx="638175" cy="142875"/>
            </a:xfrm>
          </p:grpSpPr>
          <p:sp>
            <p:nvSpPr>
              <p:cNvPr id="407" name="5-Point Star 406">
                <a:extLst>
                  <a:ext uri="{FF2B5EF4-FFF2-40B4-BE49-F238E27FC236}">
                    <a16:creationId xmlns:a16="http://schemas.microsoft.com/office/drawing/2014/main" id="{A854052B-2F1E-4132-A15C-A1C19FBF74B4}"/>
                  </a:ext>
                </a:extLst>
              </p:cNvPr>
              <p:cNvSpPr/>
              <p:nvPr/>
            </p:nvSpPr>
            <p:spPr bwMode="auto">
              <a:xfrm>
                <a:off x="4371975"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8" name="5-Point Star 407">
                <a:extLst>
                  <a:ext uri="{FF2B5EF4-FFF2-40B4-BE49-F238E27FC236}">
                    <a16:creationId xmlns:a16="http://schemas.microsoft.com/office/drawing/2014/main" id="{D2C2A74D-D7F8-451F-A90C-2B03064D35D7}"/>
                  </a:ext>
                </a:extLst>
              </p:cNvPr>
              <p:cNvSpPr/>
              <p:nvPr/>
            </p:nvSpPr>
            <p:spPr bwMode="auto">
              <a:xfrm>
                <a:off x="4495778" y="4524375"/>
                <a:ext cx="142963" cy="142875"/>
              </a:xfrm>
              <a:prstGeom prst="star5">
                <a:avLst/>
              </a:prstGeom>
              <a:solidFill>
                <a:srgbClr val="FFCC00"/>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09" name="5-Point Star 408">
                <a:extLst>
                  <a:ext uri="{FF2B5EF4-FFF2-40B4-BE49-F238E27FC236}">
                    <a16:creationId xmlns:a16="http://schemas.microsoft.com/office/drawing/2014/main" id="{31A069E9-CEF3-4CAC-B20D-3BCB7B645F9C}"/>
                  </a:ext>
                </a:extLst>
              </p:cNvPr>
              <p:cNvSpPr/>
              <p:nvPr/>
            </p:nvSpPr>
            <p:spPr bwMode="auto">
              <a:xfrm>
                <a:off x="4619581"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10" name="5-Point Star 409">
                <a:extLst>
                  <a:ext uri="{FF2B5EF4-FFF2-40B4-BE49-F238E27FC236}">
                    <a16:creationId xmlns:a16="http://schemas.microsoft.com/office/drawing/2014/main" id="{44CC3B47-5D42-48BF-A0E1-FA55C79BBC24}"/>
                  </a:ext>
                </a:extLst>
              </p:cNvPr>
              <p:cNvSpPr/>
              <p:nvPr/>
            </p:nvSpPr>
            <p:spPr bwMode="auto">
              <a:xfrm>
                <a:off x="4743384"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sp>
            <p:nvSpPr>
              <p:cNvPr id="411" name="5-Point Star 410">
                <a:extLst>
                  <a:ext uri="{FF2B5EF4-FFF2-40B4-BE49-F238E27FC236}">
                    <a16:creationId xmlns:a16="http://schemas.microsoft.com/office/drawing/2014/main" id="{BEE14E27-6706-4597-8E60-ADABC7CB03E9}"/>
                  </a:ext>
                </a:extLst>
              </p:cNvPr>
              <p:cNvSpPr/>
              <p:nvPr/>
            </p:nvSpPr>
            <p:spPr bwMode="auto">
              <a:xfrm>
                <a:off x="4867187" y="4524375"/>
                <a:ext cx="142963" cy="142875"/>
              </a:xfrm>
              <a:prstGeom prst="star5">
                <a:avLst/>
              </a:prstGeom>
              <a:solidFill>
                <a:srgbClr val="FFFFFF"/>
              </a:solidFill>
              <a:ln w="3175" cap="flat" cmpd="sng" algn="ctr">
                <a:solidFill>
                  <a:srgbClr val="000000"/>
                </a:solidFill>
                <a:prstDash val="solid"/>
                <a:round/>
                <a:headEnd type="none" w="med" len="med"/>
                <a:tailEnd type="none" w="med" len="med"/>
              </a:ln>
              <a:effectLst/>
            </p:spPr>
            <p:txBody>
              <a:bodyPr lIns="88900" tIns="88900" rIns="88900" bIns="8890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ndParaRPr>
              </a:p>
            </p:txBody>
          </p:sp>
        </p:grpSp>
        <p:sp>
          <p:nvSpPr>
            <p:cNvPr id="412" name="Text Box 10"/>
            <p:cNvSpPr txBox="1">
              <a:spLocks noChangeArrowheads="1"/>
            </p:cNvSpPr>
            <p:nvPr/>
          </p:nvSpPr>
          <p:spPr bwMode="auto">
            <a:xfrm>
              <a:off x="7658100" y="5913437"/>
              <a:ext cx="1028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med" len="lg"/>
                </a14:hiddenLine>
              </a:ext>
            </a:extLst>
          </p:spPr>
          <p:txBody>
            <a:bodyPr wrap="none">
              <a:spAutoFit/>
            </a:bodyPr>
            <a:lstStyle>
              <a:lvl1pPr>
                <a:spcBef>
                  <a:spcPct val="20000"/>
                </a:spcBef>
                <a:buClr>
                  <a:schemeClr val="tx1"/>
                </a:buClr>
                <a:buFont typeface="Monotype Sorts" pitchFamily="2" charset="2"/>
                <a:buChar char="•"/>
                <a:defRPr sz="2400">
                  <a:solidFill>
                    <a:schemeClr val="tx1"/>
                  </a:solidFill>
                  <a:latin typeface="Arial" panose="020B0604020202020204" pitchFamily="34" charset="0"/>
                </a:defRPr>
              </a:lvl1pPr>
              <a:lvl2pPr marL="742950" indent="-285750">
                <a:spcBef>
                  <a:spcPct val="20000"/>
                </a:spcBef>
                <a:buClr>
                  <a:schemeClr val="tx2"/>
                </a:buClr>
                <a:buSzPct val="70000"/>
                <a:buFont typeface="Wingdings" panose="05000000000000000000" pitchFamily="2" charset="2"/>
                <a:buChar char="n"/>
                <a:defRPr sz="24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algn="ctr">
                <a:spcBef>
                  <a:spcPct val="0"/>
                </a:spcBef>
                <a:buClrTx/>
                <a:buFontTx/>
                <a:buNone/>
              </a:pPr>
              <a:r>
                <a:rPr lang="en-US" altLang="en-US" sz="1400" b="1" i="1">
                  <a:solidFill>
                    <a:srgbClr val="B3B3B3"/>
                  </a:solidFill>
                  <a:latin typeface="Arial Narrow" panose="020B0606020202030204" pitchFamily="34" charset="0"/>
                </a:rPr>
                <a:t>validation</a:t>
              </a:r>
            </a:p>
            <a:p>
              <a:pPr algn="ctr">
                <a:spcBef>
                  <a:spcPct val="0"/>
                </a:spcBef>
                <a:buClrTx/>
                <a:buFontTx/>
                <a:buNone/>
              </a:pPr>
              <a:r>
                <a:rPr lang="en-US" altLang="en-US" sz="1400" b="1" i="1">
                  <a:solidFill>
                    <a:srgbClr val="B3B3B3"/>
                  </a:solidFill>
                  <a:latin typeface="Arial Narrow" panose="020B0606020202030204" pitchFamily="34" charset="0"/>
                </a:rPr>
                <a:t>assessment</a:t>
              </a:r>
            </a:p>
          </p:txBody>
        </p:sp>
        <p:sp>
          <p:nvSpPr>
            <p:cNvPr id="2" name="Rounded Rectangle 1"/>
            <p:cNvSpPr/>
            <p:nvPr/>
          </p:nvSpPr>
          <p:spPr>
            <a:xfrm>
              <a:off x="6735763" y="3908483"/>
              <a:ext cx="1874837" cy="571442"/>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 name="Straight Arrow Connector 5"/>
          <p:cNvCxnSpPr/>
          <p:nvPr/>
        </p:nvCxnSpPr>
        <p:spPr>
          <a:xfrm flipV="1">
            <a:off x="5791200" y="4508480"/>
            <a:ext cx="944563" cy="1259005"/>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906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122E-0132-D550-6B1B-283342A61A61}"/>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F122B433-E3F6-6050-F534-ED728AAD5901}"/>
              </a:ext>
            </a:extLst>
          </p:cNvPr>
          <p:cNvSpPr>
            <a:spLocks noGrp="1"/>
          </p:cNvSpPr>
          <p:nvPr>
            <p:ph type="title"/>
          </p:nvPr>
        </p:nvSpPr>
        <p:spPr/>
        <p:txBody>
          <a:bodyPr/>
          <a:lstStyle/>
          <a:p>
            <a:pPr eaLnBrk="1" hangingPunct="1"/>
            <a:r>
              <a:rPr lang="en-US" altLang="en-US" dirty="0"/>
              <a:t>Hyperparameter Tuning</a:t>
            </a:r>
          </a:p>
        </p:txBody>
      </p:sp>
      <p:sp>
        <p:nvSpPr>
          <p:cNvPr id="4" name="Slide Number Placeholder 5">
            <a:extLst>
              <a:ext uri="{FF2B5EF4-FFF2-40B4-BE49-F238E27FC236}">
                <a16:creationId xmlns:a16="http://schemas.microsoft.com/office/drawing/2014/main" id="{23A73DCD-2786-40ED-409F-A1B381E518A8}"/>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32</a:t>
            </a:fld>
            <a:endParaRPr lang="en-US" altLang="en-US" sz="1400" dirty="0"/>
          </a:p>
        </p:txBody>
      </p:sp>
      <p:sp>
        <p:nvSpPr>
          <p:cNvPr id="5" name="Content Placeholder 2">
            <a:extLst>
              <a:ext uri="{FF2B5EF4-FFF2-40B4-BE49-F238E27FC236}">
                <a16:creationId xmlns:a16="http://schemas.microsoft.com/office/drawing/2014/main" id="{B44C631F-6733-D08C-990F-745FFED90C00}"/>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dirty="0"/>
              <a:t>Set parameters to use in stopping rules on how big to grow the tree</a:t>
            </a:r>
          </a:p>
          <a:p>
            <a:pPr lvl="1" eaLnBrk="1" hangingPunct="1">
              <a:spcBef>
                <a:spcPts val="600"/>
              </a:spcBef>
              <a:spcAft>
                <a:spcPts val="1200"/>
              </a:spcAft>
            </a:pPr>
            <a:r>
              <a:rPr lang="en-US" altLang="en-US" b="1" dirty="0" err="1"/>
              <a:t>Max_depth</a:t>
            </a:r>
            <a:r>
              <a:rPr lang="en-US" altLang="en-US" b="1" dirty="0"/>
              <a:t> </a:t>
            </a:r>
            <a:r>
              <a:rPr lang="en-US" altLang="en-US" dirty="0"/>
              <a:t>– limits how deep the tree can grow</a:t>
            </a:r>
          </a:p>
          <a:p>
            <a:pPr lvl="1" eaLnBrk="1" hangingPunct="1">
              <a:spcBef>
                <a:spcPts val="600"/>
              </a:spcBef>
              <a:spcAft>
                <a:spcPts val="1200"/>
              </a:spcAft>
            </a:pPr>
            <a:r>
              <a:rPr lang="en-US" altLang="en-US" b="1" dirty="0" err="1"/>
              <a:t>Min_samples_split</a:t>
            </a:r>
            <a:r>
              <a:rPr lang="en-US" altLang="en-US" b="1" dirty="0"/>
              <a:t> </a:t>
            </a:r>
            <a:r>
              <a:rPr lang="en-US" altLang="en-US" dirty="0"/>
              <a:t>– sets the minimum number of records in a node for it to split again</a:t>
            </a:r>
          </a:p>
          <a:p>
            <a:pPr lvl="1" eaLnBrk="1" hangingPunct="1">
              <a:spcBef>
                <a:spcPts val="600"/>
              </a:spcBef>
              <a:spcAft>
                <a:spcPts val="1200"/>
              </a:spcAft>
            </a:pPr>
            <a:r>
              <a:rPr lang="en-US" altLang="en-US" b="1" dirty="0" err="1"/>
              <a:t>Min_samples_leaf</a:t>
            </a:r>
            <a:r>
              <a:rPr lang="en-US" altLang="en-US" b="1" dirty="0"/>
              <a:t> </a:t>
            </a:r>
            <a:r>
              <a:rPr lang="en-US" altLang="en-US" dirty="0"/>
              <a:t>– sets the minimum number of samples allowed to be in a leaf</a:t>
            </a:r>
          </a:p>
          <a:p>
            <a:pPr eaLnBrk="1" hangingPunct="1">
              <a:spcBef>
                <a:spcPts val="600"/>
              </a:spcBef>
              <a:spcAft>
                <a:spcPts val="1200"/>
              </a:spcAft>
            </a:pPr>
            <a:endParaRPr lang="en-US" altLang="en-US" dirty="0"/>
          </a:p>
        </p:txBody>
      </p:sp>
    </p:spTree>
    <p:extLst>
      <p:ext uri="{BB962C8B-B14F-4D97-AF65-F5344CB8AC3E}">
        <p14:creationId xmlns:p14="http://schemas.microsoft.com/office/powerpoint/2010/main" val="1958319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93F8-903A-A273-FD98-B97AB1CCCB95}"/>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0A28655E-2AB8-3EB0-29C0-4C267DC575DE}"/>
              </a:ext>
            </a:extLst>
          </p:cNvPr>
          <p:cNvSpPr>
            <a:spLocks noGrp="1"/>
          </p:cNvSpPr>
          <p:nvPr>
            <p:ph type="title"/>
          </p:nvPr>
        </p:nvSpPr>
        <p:spPr/>
        <p:txBody>
          <a:bodyPr/>
          <a:lstStyle/>
          <a:p>
            <a:pPr eaLnBrk="1" hangingPunct="1"/>
            <a:r>
              <a:rPr lang="en-US" altLang="en-US" dirty="0"/>
              <a:t>Grid Search</a:t>
            </a:r>
          </a:p>
        </p:txBody>
      </p:sp>
      <p:sp>
        <p:nvSpPr>
          <p:cNvPr id="4" name="Slide Number Placeholder 5">
            <a:extLst>
              <a:ext uri="{FF2B5EF4-FFF2-40B4-BE49-F238E27FC236}">
                <a16:creationId xmlns:a16="http://schemas.microsoft.com/office/drawing/2014/main" id="{EB8C1BED-4CF7-2422-39AC-4BEB7AC881E1}"/>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33</a:t>
            </a:fld>
            <a:endParaRPr lang="en-US" altLang="en-US" sz="1400" dirty="0"/>
          </a:p>
        </p:txBody>
      </p:sp>
      <p:sp>
        <p:nvSpPr>
          <p:cNvPr id="5" name="Content Placeholder 2">
            <a:extLst>
              <a:ext uri="{FF2B5EF4-FFF2-40B4-BE49-F238E27FC236}">
                <a16:creationId xmlns:a16="http://schemas.microsoft.com/office/drawing/2014/main" id="{A3D747BA-CA4F-03BC-EF0B-EF6B26626CCB}"/>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dirty="0"/>
              <a:t>Define ranges of values for each parameter</a:t>
            </a:r>
          </a:p>
          <a:p>
            <a:pPr eaLnBrk="1" hangingPunct="1">
              <a:spcBef>
                <a:spcPts val="600"/>
              </a:spcBef>
              <a:spcAft>
                <a:spcPts val="1200"/>
              </a:spcAft>
            </a:pPr>
            <a:r>
              <a:rPr lang="en-US" altLang="en-US" dirty="0"/>
              <a:t>Retunes the model varying each parameter one at a time</a:t>
            </a:r>
          </a:p>
        </p:txBody>
      </p:sp>
      <p:pic>
        <p:nvPicPr>
          <p:cNvPr id="2" name="Picture 1" descr="Screen shot of Python code setting the grid search parameter ranges.">
            <a:extLst>
              <a:ext uri="{FF2B5EF4-FFF2-40B4-BE49-F238E27FC236}">
                <a16:creationId xmlns:a16="http://schemas.microsoft.com/office/drawing/2014/main" id="{D92E7B04-9D99-841C-FCD4-00EC92F9238F}"/>
              </a:ext>
            </a:extLst>
          </p:cNvPr>
          <p:cNvPicPr>
            <a:picLocks noChangeAspect="1"/>
          </p:cNvPicPr>
          <p:nvPr/>
        </p:nvPicPr>
        <p:blipFill>
          <a:blip r:embed="rId3"/>
          <a:stretch>
            <a:fillRect/>
          </a:stretch>
        </p:blipFill>
        <p:spPr>
          <a:xfrm>
            <a:off x="2246054" y="3581400"/>
            <a:ext cx="4651891" cy="1866980"/>
          </a:xfrm>
          <a:prstGeom prst="rect">
            <a:avLst/>
          </a:prstGeom>
        </p:spPr>
      </p:pic>
    </p:spTree>
    <p:extLst>
      <p:ext uri="{BB962C8B-B14F-4D97-AF65-F5344CB8AC3E}">
        <p14:creationId xmlns:p14="http://schemas.microsoft.com/office/powerpoint/2010/main" val="665467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9015-0BF7-79D7-D22C-156E66C0E8B5}"/>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53E5033E-0522-64AA-890A-A8DDECF48C79}"/>
              </a:ext>
            </a:extLst>
          </p:cNvPr>
          <p:cNvSpPr>
            <a:spLocks noGrp="1"/>
          </p:cNvSpPr>
          <p:nvPr>
            <p:ph type="title"/>
          </p:nvPr>
        </p:nvSpPr>
        <p:spPr/>
        <p:txBody>
          <a:bodyPr/>
          <a:lstStyle/>
          <a:p>
            <a:pPr eaLnBrk="1" hangingPunct="1"/>
            <a:r>
              <a:rPr lang="en-US" altLang="en-US" dirty="0"/>
              <a:t>K-fold Cross Validation</a:t>
            </a:r>
          </a:p>
        </p:txBody>
      </p:sp>
      <p:sp>
        <p:nvSpPr>
          <p:cNvPr id="4" name="Slide Number Placeholder 5">
            <a:extLst>
              <a:ext uri="{FF2B5EF4-FFF2-40B4-BE49-F238E27FC236}">
                <a16:creationId xmlns:a16="http://schemas.microsoft.com/office/drawing/2014/main" id="{A3615F19-3299-74EE-1474-A4A1923B3CF0}"/>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34</a:t>
            </a:fld>
            <a:endParaRPr lang="en-US" altLang="en-US" sz="1400" dirty="0"/>
          </a:p>
        </p:txBody>
      </p:sp>
      <p:sp>
        <p:nvSpPr>
          <p:cNvPr id="5" name="Content Placeholder 2">
            <a:extLst>
              <a:ext uri="{FF2B5EF4-FFF2-40B4-BE49-F238E27FC236}">
                <a16:creationId xmlns:a16="http://schemas.microsoft.com/office/drawing/2014/main" id="{946A9E06-F92E-0290-FDD4-B2F9383F6C7D}"/>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sz="2400" dirty="0"/>
              <a:t>Split the training data into K partitions</a:t>
            </a:r>
          </a:p>
          <a:p>
            <a:pPr eaLnBrk="1" hangingPunct="1">
              <a:spcBef>
                <a:spcPts val="600"/>
              </a:spcBef>
              <a:spcAft>
                <a:spcPts val="1200"/>
              </a:spcAft>
            </a:pPr>
            <a:r>
              <a:rPr lang="en-US" altLang="en-US" sz="2400" dirty="0"/>
              <a:t>Hold out the first portion of the data and train the model on the other four portions</a:t>
            </a:r>
          </a:p>
          <a:p>
            <a:pPr eaLnBrk="1" hangingPunct="1">
              <a:spcBef>
                <a:spcPts val="600"/>
              </a:spcBef>
              <a:spcAft>
                <a:spcPts val="1200"/>
              </a:spcAft>
            </a:pPr>
            <a:r>
              <a:rPr lang="en-US" altLang="en-US" sz="2400" dirty="0"/>
              <a:t>Apply the model to Fold 1</a:t>
            </a:r>
          </a:p>
          <a:p>
            <a:pPr eaLnBrk="1" hangingPunct="1">
              <a:spcBef>
                <a:spcPts val="600"/>
              </a:spcBef>
              <a:spcAft>
                <a:spcPts val="1200"/>
              </a:spcAft>
            </a:pPr>
            <a:r>
              <a:rPr lang="en-US" altLang="en-US" sz="2400" dirty="0"/>
              <a:t>Record the F1 Score from Fold 1</a:t>
            </a:r>
          </a:p>
          <a:p>
            <a:pPr eaLnBrk="1" hangingPunct="1">
              <a:spcBef>
                <a:spcPts val="600"/>
              </a:spcBef>
              <a:spcAft>
                <a:spcPts val="1200"/>
              </a:spcAft>
            </a:pPr>
            <a:r>
              <a:rPr lang="en-US" altLang="en-US" sz="2400" dirty="0"/>
              <a:t>Retrain the model on </a:t>
            </a:r>
            <a:br>
              <a:rPr lang="en-US" altLang="en-US" sz="2400" dirty="0"/>
            </a:br>
            <a:r>
              <a:rPr lang="en-US" altLang="en-US" sz="2400" dirty="0"/>
              <a:t>Folds 1, 3, 4, and 5</a:t>
            </a:r>
          </a:p>
          <a:p>
            <a:pPr eaLnBrk="1" hangingPunct="1">
              <a:spcBef>
                <a:spcPts val="600"/>
              </a:spcBef>
              <a:spcAft>
                <a:spcPts val="1200"/>
              </a:spcAft>
            </a:pPr>
            <a:r>
              <a:rPr lang="en-US" altLang="en-US" sz="2400" dirty="0"/>
              <a:t>Apply the model to Fold 2</a:t>
            </a:r>
          </a:p>
          <a:p>
            <a:pPr eaLnBrk="1" hangingPunct="1">
              <a:spcBef>
                <a:spcPts val="600"/>
              </a:spcBef>
              <a:spcAft>
                <a:spcPts val="1200"/>
              </a:spcAft>
            </a:pPr>
            <a:r>
              <a:rPr lang="en-US" altLang="en-US" sz="2400" dirty="0"/>
              <a:t>Record the F1 Score from</a:t>
            </a:r>
            <a:br>
              <a:rPr lang="en-US" altLang="en-US" sz="2400" dirty="0"/>
            </a:br>
            <a:r>
              <a:rPr lang="en-US" altLang="en-US" sz="2400" dirty="0"/>
              <a:t>Fold 2</a:t>
            </a:r>
          </a:p>
          <a:p>
            <a:pPr eaLnBrk="1" hangingPunct="1">
              <a:spcBef>
                <a:spcPts val="600"/>
              </a:spcBef>
              <a:spcAft>
                <a:spcPts val="1200"/>
              </a:spcAft>
            </a:pPr>
            <a:endParaRPr lang="en-US" altLang="en-US" sz="2400" dirty="0"/>
          </a:p>
        </p:txBody>
      </p:sp>
      <p:pic>
        <p:nvPicPr>
          <p:cNvPr id="3" name="Picture 2">
            <a:extLst>
              <a:ext uri="{FF2B5EF4-FFF2-40B4-BE49-F238E27FC236}">
                <a16:creationId xmlns:a16="http://schemas.microsoft.com/office/drawing/2014/main" id="{826203F4-91BB-C3F0-4E71-BCDBD02092B0}"/>
              </a:ext>
            </a:extLst>
          </p:cNvPr>
          <p:cNvPicPr>
            <a:picLocks noChangeAspect="1"/>
          </p:cNvPicPr>
          <p:nvPr/>
        </p:nvPicPr>
        <p:blipFill>
          <a:blip r:embed="rId3"/>
          <a:stretch>
            <a:fillRect/>
          </a:stretch>
        </p:blipFill>
        <p:spPr>
          <a:xfrm>
            <a:off x="5105400" y="4306569"/>
            <a:ext cx="3715268" cy="2276793"/>
          </a:xfrm>
          <a:prstGeom prst="rect">
            <a:avLst/>
          </a:prstGeom>
        </p:spPr>
      </p:pic>
    </p:spTree>
    <p:extLst>
      <p:ext uri="{BB962C8B-B14F-4D97-AF65-F5344CB8AC3E}">
        <p14:creationId xmlns:p14="http://schemas.microsoft.com/office/powerpoint/2010/main" val="1560724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2599-2044-4A15-9320-CF6F91258C0B}"/>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0279E0AE-19DE-94DC-6661-F6CD7B3FDF20}"/>
              </a:ext>
            </a:extLst>
          </p:cNvPr>
          <p:cNvSpPr>
            <a:spLocks noGrp="1"/>
          </p:cNvSpPr>
          <p:nvPr>
            <p:ph type="title"/>
          </p:nvPr>
        </p:nvSpPr>
        <p:spPr/>
        <p:txBody>
          <a:bodyPr/>
          <a:lstStyle/>
          <a:p>
            <a:pPr eaLnBrk="1" hangingPunct="1"/>
            <a:r>
              <a:rPr lang="en-US" altLang="en-US" dirty="0"/>
              <a:t>K-fold Cross Validation</a:t>
            </a:r>
          </a:p>
        </p:txBody>
      </p:sp>
      <p:sp>
        <p:nvSpPr>
          <p:cNvPr id="4" name="Slide Number Placeholder 5">
            <a:extLst>
              <a:ext uri="{FF2B5EF4-FFF2-40B4-BE49-F238E27FC236}">
                <a16:creationId xmlns:a16="http://schemas.microsoft.com/office/drawing/2014/main" id="{7BB66DBD-93EF-6400-87D3-7BBE878076A6}"/>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35</a:t>
            </a:fld>
            <a:endParaRPr lang="en-US" altLang="en-US" sz="1400" dirty="0"/>
          </a:p>
        </p:txBody>
      </p:sp>
      <p:sp>
        <p:nvSpPr>
          <p:cNvPr id="5" name="Content Placeholder 2">
            <a:extLst>
              <a:ext uri="{FF2B5EF4-FFF2-40B4-BE49-F238E27FC236}">
                <a16:creationId xmlns:a16="http://schemas.microsoft.com/office/drawing/2014/main" id="{19CF9A2F-205B-EC48-58EF-EB54F318CB6D}"/>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sz="2400" dirty="0"/>
              <a:t>Repeat until you have 5 F1 Scores for the 5 training runs</a:t>
            </a:r>
          </a:p>
          <a:p>
            <a:pPr eaLnBrk="1" hangingPunct="1">
              <a:spcBef>
                <a:spcPts val="600"/>
              </a:spcBef>
              <a:spcAft>
                <a:spcPts val="1200"/>
              </a:spcAft>
            </a:pPr>
            <a:r>
              <a:rPr lang="en-US" altLang="en-US" sz="2400" dirty="0"/>
              <a:t>Average the 5 F1 Scores</a:t>
            </a:r>
          </a:p>
          <a:p>
            <a:pPr eaLnBrk="1" hangingPunct="1">
              <a:spcBef>
                <a:spcPts val="600"/>
              </a:spcBef>
              <a:spcAft>
                <a:spcPts val="1200"/>
              </a:spcAft>
            </a:pPr>
            <a:endParaRPr lang="en-US" altLang="en-US" sz="2400" dirty="0"/>
          </a:p>
        </p:txBody>
      </p:sp>
      <p:pic>
        <p:nvPicPr>
          <p:cNvPr id="3" name="Picture 2">
            <a:extLst>
              <a:ext uri="{FF2B5EF4-FFF2-40B4-BE49-F238E27FC236}">
                <a16:creationId xmlns:a16="http://schemas.microsoft.com/office/drawing/2014/main" id="{63A05751-FE14-32A1-5A6E-3E6B441EA58D}"/>
              </a:ext>
            </a:extLst>
          </p:cNvPr>
          <p:cNvPicPr>
            <a:picLocks noChangeAspect="1"/>
          </p:cNvPicPr>
          <p:nvPr/>
        </p:nvPicPr>
        <p:blipFill>
          <a:blip r:embed="rId3"/>
          <a:stretch>
            <a:fillRect/>
          </a:stretch>
        </p:blipFill>
        <p:spPr>
          <a:xfrm>
            <a:off x="5105400" y="4306569"/>
            <a:ext cx="3715268" cy="2276793"/>
          </a:xfrm>
          <a:prstGeom prst="rect">
            <a:avLst/>
          </a:prstGeom>
        </p:spPr>
      </p:pic>
    </p:spTree>
    <p:extLst>
      <p:ext uri="{BB962C8B-B14F-4D97-AF65-F5344CB8AC3E}">
        <p14:creationId xmlns:p14="http://schemas.microsoft.com/office/powerpoint/2010/main" val="16892745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F601-F276-5DF2-ECA5-6B5F839DBA88}"/>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B023E97F-5C9D-3582-18EF-4C03550AF6B7}"/>
              </a:ext>
            </a:extLst>
          </p:cNvPr>
          <p:cNvSpPr>
            <a:spLocks noGrp="1"/>
          </p:cNvSpPr>
          <p:nvPr>
            <p:ph type="title"/>
          </p:nvPr>
        </p:nvSpPr>
        <p:spPr/>
        <p:txBody>
          <a:bodyPr/>
          <a:lstStyle/>
          <a:p>
            <a:pPr eaLnBrk="1" hangingPunct="1"/>
            <a:r>
              <a:rPr lang="en-US" altLang="en-US" dirty="0"/>
              <a:t>Grid Search with K-fold Validation</a:t>
            </a:r>
          </a:p>
        </p:txBody>
      </p:sp>
      <p:sp>
        <p:nvSpPr>
          <p:cNvPr id="4" name="Slide Number Placeholder 5">
            <a:extLst>
              <a:ext uri="{FF2B5EF4-FFF2-40B4-BE49-F238E27FC236}">
                <a16:creationId xmlns:a16="http://schemas.microsoft.com/office/drawing/2014/main" id="{10FC1B6D-6116-F47A-1BF7-324D2BD4F2F1}"/>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36</a:t>
            </a:fld>
            <a:endParaRPr lang="en-US" altLang="en-US" sz="1400" dirty="0"/>
          </a:p>
        </p:txBody>
      </p:sp>
      <p:sp>
        <p:nvSpPr>
          <p:cNvPr id="5" name="Content Placeholder 2">
            <a:extLst>
              <a:ext uri="{FF2B5EF4-FFF2-40B4-BE49-F238E27FC236}">
                <a16:creationId xmlns:a16="http://schemas.microsoft.com/office/drawing/2014/main" id="{80EEAA62-C77A-B044-5F5C-F5707DEB5F49}"/>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sz="2400" dirty="0"/>
              <a:t>Set the starting parameters</a:t>
            </a:r>
          </a:p>
          <a:p>
            <a:pPr eaLnBrk="1" hangingPunct="1">
              <a:spcBef>
                <a:spcPts val="600"/>
              </a:spcBef>
              <a:spcAft>
                <a:spcPts val="1200"/>
              </a:spcAft>
            </a:pPr>
            <a:r>
              <a:rPr lang="en-US" altLang="en-US" sz="2400" dirty="0"/>
              <a:t>Train the model 5 times, once for each fold</a:t>
            </a:r>
          </a:p>
          <a:p>
            <a:pPr eaLnBrk="1" hangingPunct="1">
              <a:spcBef>
                <a:spcPts val="600"/>
              </a:spcBef>
              <a:spcAft>
                <a:spcPts val="1200"/>
              </a:spcAft>
            </a:pPr>
            <a:r>
              <a:rPr lang="en-US" altLang="en-US" sz="2400" dirty="0"/>
              <a:t>Record the average F1 Score from 5 runs</a:t>
            </a:r>
          </a:p>
          <a:p>
            <a:pPr eaLnBrk="1" hangingPunct="1">
              <a:spcBef>
                <a:spcPts val="600"/>
              </a:spcBef>
              <a:spcAft>
                <a:spcPts val="1200"/>
              </a:spcAft>
            </a:pPr>
            <a:r>
              <a:rPr lang="en-US" altLang="en-US" sz="2400" dirty="0"/>
              <a:t>Set the next parameters</a:t>
            </a:r>
          </a:p>
          <a:p>
            <a:pPr eaLnBrk="1" hangingPunct="1">
              <a:spcBef>
                <a:spcPts val="600"/>
              </a:spcBef>
              <a:spcAft>
                <a:spcPts val="1200"/>
              </a:spcAft>
            </a:pPr>
            <a:r>
              <a:rPr lang="en-US" altLang="en-US" sz="2400" dirty="0"/>
              <a:t>Train the model 5 times, once for each fold</a:t>
            </a:r>
          </a:p>
          <a:p>
            <a:pPr eaLnBrk="1" hangingPunct="1">
              <a:spcBef>
                <a:spcPts val="600"/>
              </a:spcBef>
              <a:spcAft>
                <a:spcPts val="1200"/>
              </a:spcAft>
            </a:pPr>
            <a:r>
              <a:rPr lang="en-US" altLang="en-US" sz="2400" dirty="0"/>
              <a:t>Record the average F1 Score form 5 runs</a:t>
            </a:r>
          </a:p>
          <a:p>
            <a:pPr eaLnBrk="1" hangingPunct="1">
              <a:spcBef>
                <a:spcPts val="600"/>
              </a:spcBef>
              <a:spcAft>
                <a:spcPts val="1200"/>
              </a:spcAft>
            </a:pPr>
            <a:r>
              <a:rPr lang="en-US" altLang="en-US" sz="2400" dirty="0"/>
              <a:t>Repeat until all parameters have been tried</a:t>
            </a:r>
          </a:p>
          <a:p>
            <a:pPr eaLnBrk="1" hangingPunct="1">
              <a:spcBef>
                <a:spcPts val="600"/>
              </a:spcBef>
              <a:spcAft>
                <a:spcPts val="1200"/>
              </a:spcAft>
            </a:pPr>
            <a:r>
              <a:rPr lang="en-US" altLang="en-US" sz="2400" dirty="0"/>
              <a:t>Select the parameters that yielded the lowest average F1 Score</a:t>
            </a:r>
          </a:p>
        </p:txBody>
      </p:sp>
    </p:spTree>
    <p:extLst>
      <p:ext uri="{BB962C8B-B14F-4D97-AF65-F5344CB8AC3E}">
        <p14:creationId xmlns:p14="http://schemas.microsoft.com/office/powerpoint/2010/main" val="28907745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BA32-0B85-5238-E9F4-FDB243130539}"/>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721120D0-B078-C157-5BDD-563A3EF8155B}"/>
              </a:ext>
            </a:extLst>
          </p:cNvPr>
          <p:cNvSpPr>
            <a:spLocks noGrp="1"/>
          </p:cNvSpPr>
          <p:nvPr>
            <p:ph type="title"/>
          </p:nvPr>
        </p:nvSpPr>
        <p:spPr/>
        <p:txBody>
          <a:bodyPr/>
          <a:lstStyle/>
          <a:p>
            <a:pPr eaLnBrk="1" hangingPunct="1"/>
            <a:r>
              <a:rPr lang="en-US" altLang="en-US" dirty="0"/>
              <a:t>Grid Search with K-fold Validation</a:t>
            </a:r>
          </a:p>
        </p:txBody>
      </p:sp>
      <p:sp>
        <p:nvSpPr>
          <p:cNvPr id="4" name="Slide Number Placeholder 5">
            <a:extLst>
              <a:ext uri="{FF2B5EF4-FFF2-40B4-BE49-F238E27FC236}">
                <a16:creationId xmlns:a16="http://schemas.microsoft.com/office/drawing/2014/main" id="{70622AD6-8E49-BBAB-C204-3A8602C8AAD7}"/>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37</a:t>
            </a:fld>
            <a:endParaRPr lang="en-US" altLang="en-US" sz="1400" dirty="0"/>
          </a:p>
        </p:txBody>
      </p:sp>
      <p:sp>
        <p:nvSpPr>
          <p:cNvPr id="5" name="Content Placeholder 2">
            <a:extLst>
              <a:ext uri="{FF2B5EF4-FFF2-40B4-BE49-F238E27FC236}">
                <a16:creationId xmlns:a16="http://schemas.microsoft.com/office/drawing/2014/main" id="{14F0C91D-0A3C-1407-E95F-56B9EE64179A}"/>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dirty="0"/>
              <a:t>For this set up…</a:t>
            </a:r>
          </a:p>
          <a:p>
            <a:pPr eaLnBrk="1" hangingPunct="1">
              <a:spcBef>
                <a:spcPts val="600"/>
              </a:spcBef>
              <a:spcAft>
                <a:spcPts val="1200"/>
              </a:spcAft>
            </a:pPr>
            <a:endParaRPr lang="en-US" altLang="en-US" dirty="0"/>
          </a:p>
          <a:p>
            <a:pPr eaLnBrk="1" hangingPunct="1">
              <a:spcBef>
                <a:spcPts val="600"/>
              </a:spcBef>
              <a:spcAft>
                <a:spcPts val="1200"/>
              </a:spcAft>
            </a:pPr>
            <a:endParaRPr lang="en-US" altLang="en-US" dirty="0"/>
          </a:p>
          <a:p>
            <a:pPr eaLnBrk="1" hangingPunct="1">
              <a:spcBef>
                <a:spcPts val="600"/>
              </a:spcBef>
              <a:spcAft>
                <a:spcPts val="1200"/>
              </a:spcAft>
            </a:pPr>
            <a:r>
              <a:rPr lang="en-US" altLang="en-US" dirty="0"/>
              <a:t>… there are 19 x 19 x 10 parameter combinations!</a:t>
            </a:r>
          </a:p>
          <a:p>
            <a:pPr eaLnBrk="1" hangingPunct="1">
              <a:spcBef>
                <a:spcPts val="600"/>
              </a:spcBef>
              <a:spcAft>
                <a:spcPts val="1200"/>
              </a:spcAft>
            </a:pPr>
            <a:r>
              <a:rPr lang="en-US" altLang="en-US" dirty="0"/>
              <a:t>And each parameter configuration is run 5 times with different holdout samples.</a:t>
            </a:r>
          </a:p>
          <a:p>
            <a:pPr eaLnBrk="1" hangingPunct="1">
              <a:spcBef>
                <a:spcPts val="600"/>
              </a:spcBef>
              <a:spcAft>
                <a:spcPts val="1200"/>
              </a:spcAft>
            </a:pPr>
            <a:r>
              <a:rPr lang="en-US" altLang="en-US" dirty="0"/>
              <a:t>That’s a total of 3610 x 5, or 18,050 runs!</a:t>
            </a:r>
          </a:p>
          <a:p>
            <a:pPr marL="0" indent="0" eaLnBrk="1" hangingPunct="1">
              <a:spcBef>
                <a:spcPts val="600"/>
              </a:spcBef>
              <a:spcAft>
                <a:spcPts val="1200"/>
              </a:spcAft>
              <a:buNone/>
            </a:pPr>
            <a:r>
              <a:rPr lang="en-US" altLang="en-US" sz="1800" dirty="0"/>
              <a:t>Note: The ranges above are not inclusive of the last number.</a:t>
            </a:r>
          </a:p>
        </p:txBody>
      </p:sp>
      <p:pic>
        <p:nvPicPr>
          <p:cNvPr id="3" name="Picture 2" descr="Screen shot of Python code setting the grid search parameter ranges.">
            <a:extLst>
              <a:ext uri="{FF2B5EF4-FFF2-40B4-BE49-F238E27FC236}">
                <a16:creationId xmlns:a16="http://schemas.microsoft.com/office/drawing/2014/main" id="{41D1419C-122C-9AC3-6770-DC5DA643DA8B}"/>
              </a:ext>
            </a:extLst>
          </p:cNvPr>
          <p:cNvPicPr>
            <a:picLocks noChangeAspect="1"/>
          </p:cNvPicPr>
          <p:nvPr/>
        </p:nvPicPr>
        <p:blipFill>
          <a:blip r:embed="rId3"/>
          <a:stretch>
            <a:fillRect/>
          </a:stretch>
        </p:blipFill>
        <p:spPr>
          <a:xfrm>
            <a:off x="3733800" y="1664208"/>
            <a:ext cx="4651891" cy="1866980"/>
          </a:xfrm>
          <a:prstGeom prst="rect">
            <a:avLst/>
          </a:prstGeom>
        </p:spPr>
      </p:pic>
    </p:spTree>
    <p:extLst>
      <p:ext uri="{BB962C8B-B14F-4D97-AF65-F5344CB8AC3E}">
        <p14:creationId xmlns:p14="http://schemas.microsoft.com/office/powerpoint/2010/main" val="3805221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6F82-20A5-3274-EA71-196FC80A197A}"/>
            </a:ext>
          </a:extLst>
        </p:cNvPr>
        <p:cNvGrpSpPr/>
        <p:nvPr/>
      </p:nvGrpSpPr>
      <p:grpSpPr>
        <a:xfrm>
          <a:off x="0" y="0"/>
          <a:ext cx="0" cy="0"/>
          <a:chOff x="0" y="0"/>
          <a:chExt cx="0" cy="0"/>
        </a:xfrm>
      </p:grpSpPr>
      <p:sp>
        <p:nvSpPr>
          <p:cNvPr id="25602" name="Title 1">
            <a:extLst>
              <a:ext uri="{FF2B5EF4-FFF2-40B4-BE49-F238E27FC236}">
                <a16:creationId xmlns:a16="http://schemas.microsoft.com/office/drawing/2014/main" id="{01E7AB63-182C-12A5-C0A2-A11EE2583CDB}"/>
              </a:ext>
            </a:extLst>
          </p:cNvPr>
          <p:cNvSpPr>
            <a:spLocks noGrp="1"/>
          </p:cNvSpPr>
          <p:nvPr>
            <p:ph type="title"/>
          </p:nvPr>
        </p:nvSpPr>
        <p:spPr/>
        <p:txBody>
          <a:bodyPr/>
          <a:lstStyle/>
          <a:p>
            <a:pPr eaLnBrk="1" hangingPunct="1"/>
            <a:r>
              <a:rPr lang="en-US" altLang="en-US" dirty="0"/>
              <a:t>Variable Selection</a:t>
            </a:r>
          </a:p>
        </p:txBody>
      </p:sp>
      <p:sp>
        <p:nvSpPr>
          <p:cNvPr id="4" name="Slide Number Placeholder 5">
            <a:extLst>
              <a:ext uri="{FF2B5EF4-FFF2-40B4-BE49-F238E27FC236}">
                <a16:creationId xmlns:a16="http://schemas.microsoft.com/office/drawing/2014/main" id="{6207A180-16D0-4B14-D0F3-EC5D475F367A}"/>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38</a:t>
            </a:fld>
            <a:endParaRPr lang="en-US" altLang="en-US" sz="1400" dirty="0"/>
          </a:p>
        </p:txBody>
      </p:sp>
      <p:sp>
        <p:nvSpPr>
          <p:cNvPr id="5" name="Content Placeholder 2">
            <a:extLst>
              <a:ext uri="{FF2B5EF4-FFF2-40B4-BE49-F238E27FC236}">
                <a16:creationId xmlns:a16="http://schemas.microsoft.com/office/drawing/2014/main" id="{663FBDDD-8501-7C9B-214F-1987B7A1A6D2}"/>
              </a:ext>
            </a:extLst>
          </p:cNvPr>
          <p:cNvSpPr>
            <a:spLocks noGrp="1"/>
          </p:cNvSpPr>
          <p:nvPr>
            <p:ph sz="quarter" idx="1"/>
          </p:nvPr>
        </p:nvSpPr>
        <p:spPr>
          <a:xfrm>
            <a:off x="914399" y="1676400"/>
            <a:ext cx="6788151" cy="4648200"/>
          </a:xfrm>
        </p:spPr>
        <p:txBody>
          <a:bodyPr/>
          <a:lstStyle/>
          <a:p>
            <a:pPr eaLnBrk="1" hangingPunct="1">
              <a:spcBef>
                <a:spcPts val="600"/>
              </a:spcBef>
              <a:spcAft>
                <a:spcPts val="1200"/>
              </a:spcAft>
            </a:pPr>
            <a:r>
              <a:rPr lang="en-US" altLang="en-US" dirty="0"/>
              <a:t>This is automatic! Splits only happen on the next best variable</a:t>
            </a:r>
          </a:p>
          <a:p>
            <a:pPr eaLnBrk="1" hangingPunct="1">
              <a:spcBef>
                <a:spcPts val="600"/>
              </a:spcBef>
              <a:spcAft>
                <a:spcPts val="1200"/>
              </a:spcAft>
            </a:pPr>
            <a:r>
              <a:rPr lang="en-US" altLang="en-US" dirty="0"/>
              <a:t>Feature Importance shows us this</a:t>
            </a:r>
          </a:p>
          <a:p>
            <a:pPr eaLnBrk="1" hangingPunct="1">
              <a:spcBef>
                <a:spcPts val="600"/>
              </a:spcBef>
              <a:spcAft>
                <a:spcPts val="1200"/>
              </a:spcAft>
            </a:pPr>
            <a:r>
              <a:rPr lang="en-US" altLang="en-US" dirty="0"/>
              <a:t>UG Education is </a:t>
            </a:r>
            <a:br>
              <a:rPr lang="en-US" altLang="en-US" dirty="0"/>
            </a:br>
            <a:r>
              <a:rPr lang="en-US" altLang="en-US" dirty="0"/>
              <a:t>the most important</a:t>
            </a:r>
          </a:p>
          <a:p>
            <a:pPr eaLnBrk="1" hangingPunct="1">
              <a:spcBef>
                <a:spcPts val="600"/>
              </a:spcBef>
              <a:spcAft>
                <a:spcPts val="1200"/>
              </a:spcAft>
            </a:pPr>
            <a:r>
              <a:rPr lang="en-US" altLang="en-US" dirty="0"/>
              <a:t>Some variables </a:t>
            </a:r>
            <a:br>
              <a:rPr lang="en-US" altLang="en-US" dirty="0"/>
            </a:br>
            <a:r>
              <a:rPr lang="en-US" altLang="en-US" dirty="0"/>
              <a:t>remain unused</a:t>
            </a:r>
            <a:br>
              <a:rPr lang="en-US" altLang="en-US" dirty="0"/>
            </a:br>
            <a:r>
              <a:rPr lang="en-US" altLang="en-US" dirty="0"/>
              <a:t>like </a:t>
            </a:r>
            <a:r>
              <a:rPr lang="en-US" altLang="en-US" dirty="0" err="1"/>
              <a:t>CreditCard</a:t>
            </a:r>
            <a:endParaRPr lang="en-US" altLang="en-US" dirty="0"/>
          </a:p>
        </p:txBody>
      </p:sp>
      <p:pic>
        <p:nvPicPr>
          <p:cNvPr id="6" name="Picture 5" descr="Screen shot of Feature Importance output from Python code">
            <a:extLst>
              <a:ext uri="{FF2B5EF4-FFF2-40B4-BE49-F238E27FC236}">
                <a16:creationId xmlns:a16="http://schemas.microsoft.com/office/drawing/2014/main" id="{B8321FB2-A5AC-4A1F-F149-690246086E24}"/>
              </a:ext>
            </a:extLst>
          </p:cNvPr>
          <p:cNvPicPr>
            <a:picLocks noChangeAspect="1"/>
          </p:cNvPicPr>
          <p:nvPr/>
        </p:nvPicPr>
        <p:blipFill>
          <a:blip r:embed="rId3"/>
          <a:stretch>
            <a:fillRect/>
          </a:stretch>
        </p:blipFill>
        <p:spPr>
          <a:xfrm>
            <a:off x="4209812" y="3429000"/>
            <a:ext cx="4857988" cy="3048149"/>
          </a:xfrm>
          <a:prstGeom prst="rect">
            <a:avLst/>
          </a:prstGeom>
        </p:spPr>
      </p:pic>
    </p:spTree>
    <p:extLst>
      <p:ext uri="{BB962C8B-B14F-4D97-AF65-F5344CB8AC3E}">
        <p14:creationId xmlns:p14="http://schemas.microsoft.com/office/powerpoint/2010/main" val="30931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4"/>
          <p:cNvSpPr>
            <a:spLocks noGrp="1"/>
          </p:cNvSpPr>
          <p:nvPr>
            <p:ph type="title"/>
          </p:nvPr>
        </p:nvSpPr>
        <p:spPr>
          <a:xfrm>
            <a:off x="685800" y="2286000"/>
            <a:ext cx="7772400" cy="1143000"/>
          </a:xfrm>
        </p:spPr>
        <p:txBody>
          <a:bodyPr/>
          <a:lstStyle/>
          <a:p>
            <a:pPr algn="ctr" eaLnBrk="1" hangingPunct="1"/>
            <a:r>
              <a:rPr lang="en-US" altLang="en-US"/>
              <a:t>Regression Trees</a:t>
            </a:r>
          </a:p>
        </p:txBody>
      </p:sp>
      <p:sp>
        <p:nvSpPr>
          <p:cNvPr id="3"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39</a:t>
            </a:fld>
            <a:endParaRPr lang="en-US" altLang="en-US" sz="1400" dirty="0"/>
          </a:p>
        </p:txBody>
      </p:sp>
    </p:spTree>
    <p:extLst>
      <p:ext uri="{BB962C8B-B14F-4D97-AF65-F5344CB8AC3E}">
        <p14:creationId xmlns:p14="http://schemas.microsoft.com/office/powerpoint/2010/main" val="446864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2"/>
          <p:cNvSpPr>
            <a:spLocks noGrp="1"/>
          </p:cNvSpPr>
          <p:nvPr>
            <p:ph type="title"/>
          </p:nvPr>
        </p:nvSpPr>
        <p:spPr/>
        <p:txBody>
          <a:bodyPr/>
          <a:lstStyle/>
          <a:p>
            <a:pPr eaLnBrk="1" hangingPunct="1"/>
            <a:r>
              <a:rPr lang="en-US" altLang="en-US"/>
              <a:t>Regression Trees for Prediction</a:t>
            </a:r>
          </a:p>
        </p:txBody>
      </p:sp>
      <p:sp>
        <p:nvSpPr>
          <p:cNvPr id="63491" name="Content Placeholder 3"/>
          <p:cNvSpPr>
            <a:spLocks noGrp="1"/>
          </p:cNvSpPr>
          <p:nvPr>
            <p:ph sz="quarter" idx="1"/>
          </p:nvPr>
        </p:nvSpPr>
        <p:spPr>
          <a:xfrm>
            <a:off x="914400" y="1981200"/>
            <a:ext cx="7772400" cy="4038600"/>
          </a:xfrm>
        </p:spPr>
        <p:txBody>
          <a:bodyPr/>
          <a:lstStyle/>
          <a:p>
            <a:pPr eaLnBrk="1" hangingPunct="1">
              <a:spcBef>
                <a:spcPts val="600"/>
              </a:spcBef>
              <a:spcAft>
                <a:spcPts val="1200"/>
              </a:spcAft>
            </a:pPr>
            <a:r>
              <a:rPr lang="en-US" altLang="en-US" dirty="0"/>
              <a:t>Used with continuous outcome variable</a:t>
            </a:r>
          </a:p>
          <a:p>
            <a:pPr eaLnBrk="1" hangingPunct="1">
              <a:spcBef>
                <a:spcPts val="600"/>
              </a:spcBef>
              <a:spcAft>
                <a:spcPts val="1200"/>
              </a:spcAft>
            </a:pPr>
            <a:r>
              <a:rPr lang="en-US" altLang="en-US" dirty="0"/>
              <a:t>Procedure similar to classification tree</a:t>
            </a:r>
          </a:p>
          <a:p>
            <a:pPr eaLnBrk="1" hangingPunct="1">
              <a:spcBef>
                <a:spcPts val="600"/>
              </a:spcBef>
              <a:spcAft>
                <a:spcPts val="1200"/>
              </a:spcAft>
            </a:pPr>
            <a:r>
              <a:rPr lang="en-US" altLang="en-US" dirty="0"/>
              <a:t>Many splits attempted, choose the one that minimizes the variance within subgroup</a:t>
            </a:r>
          </a:p>
          <a:p>
            <a:pPr eaLnBrk="1" hangingPunct="1">
              <a:spcBef>
                <a:spcPts val="600"/>
              </a:spcBef>
              <a:spcAft>
                <a:spcPts val="1200"/>
              </a:spcAft>
            </a:pPr>
            <a:r>
              <a:rPr lang="en-US" altLang="en-US" dirty="0"/>
              <a:t>Prediction is the </a:t>
            </a:r>
            <a:r>
              <a:rPr lang="en-US" altLang="en-US" b="1" dirty="0"/>
              <a:t>average</a:t>
            </a:r>
            <a:r>
              <a:rPr lang="en-US" altLang="en-US" dirty="0"/>
              <a:t> of the numerical target variable (rather than a probability)</a:t>
            </a:r>
          </a:p>
          <a:p>
            <a:pPr eaLnBrk="1" hangingPunct="1"/>
            <a:endParaRPr lang="en-US" altLang="en-US" dirty="0"/>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40</a:t>
            </a:fld>
            <a:endParaRPr lang="en-US" altLang="en-US" sz="1400" dirty="0"/>
          </a:p>
        </p:txBody>
      </p:sp>
    </p:spTree>
    <p:extLst>
      <p:ext uri="{BB962C8B-B14F-4D97-AF65-F5344CB8AC3E}">
        <p14:creationId xmlns:p14="http://schemas.microsoft.com/office/powerpoint/2010/main" val="193920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D7611-EA5D-830F-F305-C6475F50722F}"/>
            </a:ext>
          </a:extLst>
        </p:cNvPr>
        <p:cNvGrpSpPr/>
        <p:nvPr/>
      </p:nvGrpSpPr>
      <p:grpSpPr>
        <a:xfrm>
          <a:off x="0" y="0"/>
          <a:ext cx="0" cy="0"/>
          <a:chOff x="0" y="0"/>
          <a:chExt cx="0" cy="0"/>
        </a:xfrm>
      </p:grpSpPr>
      <p:sp>
        <p:nvSpPr>
          <p:cNvPr id="63490" name="Title 2">
            <a:extLst>
              <a:ext uri="{FF2B5EF4-FFF2-40B4-BE49-F238E27FC236}">
                <a16:creationId xmlns:a16="http://schemas.microsoft.com/office/drawing/2014/main" id="{7E751662-0DD0-1F10-6CD2-DE62B7BC97F2}"/>
              </a:ext>
            </a:extLst>
          </p:cNvPr>
          <p:cNvSpPr>
            <a:spLocks noGrp="1"/>
          </p:cNvSpPr>
          <p:nvPr>
            <p:ph type="title"/>
          </p:nvPr>
        </p:nvSpPr>
        <p:spPr/>
        <p:txBody>
          <a:bodyPr/>
          <a:lstStyle/>
          <a:p>
            <a:pPr eaLnBrk="1" hangingPunct="1"/>
            <a:r>
              <a:rPr lang="en-US" altLang="en-US"/>
              <a:t>Regression Trees for Prediction</a:t>
            </a:r>
          </a:p>
        </p:txBody>
      </p:sp>
      <p:sp>
        <p:nvSpPr>
          <p:cNvPr id="63491" name="Content Placeholder 3">
            <a:extLst>
              <a:ext uri="{FF2B5EF4-FFF2-40B4-BE49-F238E27FC236}">
                <a16:creationId xmlns:a16="http://schemas.microsoft.com/office/drawing/2014/main" id="{B3A1321E-4681-AB2B-72D2-2FA46DCB39D0}"/>
              </a:ext>
            </a:extLst>
          </p:cNvPr>
          <p:cNvSpPr>
            <a:spLocks noGrp="1"/>
          </p:cNvSpPr>
          <p:nvPr>
            <p:ph sz="quarter" idx="1"/>
          </p:nvPr>
        </p:nvSpPr>
        <p:spPr>
          <a:xfrm>
            <a:off x="914400" y="1981200"/>
            <a:ext cx="7772400" cy="4038600"/>
          </a:xfrm>
        </p:spPr>
        <p:txBody>
          <a:bodyPr/>
          <a:lstStyle/>
          <a:p>
            <a:pPr eaLnBrk="1" hangingPunct="1">
              <a:spcBef>
                <a:spcPts val="600"/>
              </a:spcBef>
              <a:spcAft>
                <a:spcPts val="1200"/>
              </a:spcAft>
            </a:pPr>
            <a:r>
              <a:rPr lang="en-US" altLang="en-US" dirty="0"/>
              <a:t>Use hyperparameter tuning to get the optimal tree size</a:t>
            </a:r>
          </a:p>
          <a:p>
            <a:pPr lvl="1" eaLnBrk="1" hangingPunct="1">
              <a:spcBef>
                <a:spcPts val="600"/>
              </a:spcBef>
              <a:spcAft>
                <a:spcPts val="1200"/>
              </a:spcAft>
            </a:pPr>
            <a:r>
              <a:rPr lang="en-US" altLang="en-US" b="1" dirty="0" err="1"/>
              <a:t>Max_depth</a:t>
            </a:r>
            <a:r>
              <a:rPr lang="en-US" altLang="en-US" b="1" dirty="0"/>
              <a:t> </a:t>
            </a:r>
            <a:r>
              <a:rPr lang="en-US" altLang="en-US" dirty="0"/>
              <a:t>– limits how deep the tree can grow</a:t>
            </a:r>
          </a:p>
          <a:p>
            <a:pPr lvl="1" eaLnBrk="1" hangingPunct="1">
              <a:spcBef>
                <a:spcPts val="600"/>
              </a:spcBef>
              <a:spcAft>
                <a:spcPts val="1200"/>
              </a:spcAft>
            </a:pPr>
            <a:r>
              <a:rPr lang="en-US" altLang="en-US" b="1" dirty="0" err="1"/>
              <a:t>Min_samples_split</a:t>
            </a:r>
            <a:r>
              <a:rPr lang="en-US" altLang="en-US" b="1" dirty="0"/>
              <a:t> </a:t>
            </a:r>
            <a:r>
              <a:rPr lang="en-US" altLang="en-US" dirty="0"/>
              <a:t>– sets the minimum number of records in a node for it to split again</a:t>
            </a:r>
          </a:p>
          <a:p>
            <a:pPr lvl="1" eaLnBrk="1" hangingPunct="1">
              <a:spcBef>
                <a:spcPts val="600"/>
              </a:spcBef>
              <a:spcAft>
                <a:spcPts val="1200"/>
              </a:spcAft>
            </a:pPr>
            <a:r>
              <a:rPr lang="en-US" altLang="en-US" b="1" dirty="0" err="1"/>
              <a:t>Min_samples_leaf</a:t>
            </a:r>
            <a:r>
              <a:rPr lang="en-US" altLang="en-US" b="1" dirty="0"/>
              <a:t> </a:t>
            </a:r>
            <a:r>
              <a:rPr lang="en-US" altLang="en-US" dirty="0"/>
              <a:t>– sets the minimum number of samples allowed to be in a leaf</a:t>
            </a:r>
          </a:p>
          <a:p>
            <a:pPr eaLnBrk="1" hangingPunct="1">
              <a:spcBef>
                <a:spcPts val="600"/>
              </a:spcBef>
              <a:spcAft>
                <a:spcPts val="1200"/>
              </a:spcAft>
            </a:pPr>
            <a:r>
              <a:rPr lang="en-US" altLang="en-US" dirty="0"/>
              <a:t>Feature importance shows which variables were used in the model</a:t>
            </a:r>
          </a:p>
          <a:p>
            <a:pPr eaLnBrk="1" hangingPunct="1">
              <a:spcBef>
                <a:spcPts val="600"/>
              </a:spcBef>
              <a:spcAft>
                <a:spcPts val="1200"/>
              </a:spcAft>
            </a:pPr>
            <a:endParaRPr lang="en-US" altLang="en-US" dirty="0"/>
          </a:p>
          <a:p>
            <a:pPr eaLnBrk="1" hangingPunct="1"/>
            <a:endParaRPr lang="en-US" altLang="en-US" dirty="0"/>
          </a:p>
        </p:txBody>
      </p:sp>
      <p:sp>
        <p:nvSpPr>
          <p:cNvPr id="4" name="Slide Number Placeholder 5">
            <a:extLst>
              <a:ext uri="{FF2B5EF4-FFF2-40B4-BE49-F238E27FC236}">
                <a16:creationId xmlns:a16="http://schemas.microsoft.com/office/drawing/2014/main" id="{B8AE5E36-A764-9ACF-5FEC-0DD1401731B1}"/>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41</a:t>
            </a:fld>
            <a:endParaRPr lang="en-US" altLang="en-US" sz="1400" dirty="0"/>
          </a:p>
        </p:txBody>
      </p:sp>
    </p:spTree>
    <p:extLst>
      <p:ext uri="{BB962C8B-B14F-4D97-AF65-F5344CB8AC3E}">
        <p14:creationId xmlns:p14="http://schemas.microsoft.com/office/powerpoint/2010/main" val="1885042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eaLnBrk="1" hangingPunct="1"/>
            <a:r>
              <a:rPr lang="en-US" altLang="en-US"/>
              <a:t>Advantages of trees</a:t>
            </a:r>
          </a:p>
        </p:txBody>
      </p:sp>
      <p:sp>
        <p:nvSpPr>
          <p:cNvPr id="66563" name="Content Placeholder 2"/>
          <p:cNvSpPr>
            <a:spLocks noGrp="1"/>
          </p:cNvSpPr>
          <p:nvPr>
            <p:ph sz="quarter" idx="1"/>
          </p:nvPr>
        </p:nvSpPr>
        <p:spPr>
          <a:xfrm>
            <a:off x="914400" y="1600200"/>
            <a:ext cx="7543800" cy="4419600"/>
          </a:xfrm>
        </p:spPr>
        <p:txBody>
          <a:bodyPr/>
          <a:lstStyle/>
          <a:p>
            <a:pPr eaLnBrk="1" hangingPunct="1">
              <a:spcBef>
                <a:spcPts val="600"/>
              </a:spcBef>
              <a:spcAft>
                <a:spcPts val="1200"/>
              </a:spcAft>
            </a:pPr>
            <a:r>
              <a:rPr lang="en-US" altLang="en-US" dirty="0"/>
              <a:t>Easy to use, understand</a:t>
            </a:r>
          </a:p>
          <a:p>
            <a:pPr eaLnBrk="1" hangingPunct="1">
              <a:spcBef>
                <a:spcPts val="600"/>
              </a:spcBef>
              <a:spcAft>
                <a:spcPts val="1200"/>
              </a:spcAft>
            </a:pPr>
            <a:r>
              <a:rPr lang="en-US" altLang="en-US" dirty="0"/>
              <a:t>Produce rules that are easy to interpret &amp; implement</a:t>
            </a:r>
          </a:p>
          <a:p>
            <a:pPr eaLnBrk="1" hangingPunct="1">
              <a:spcBef>
                <a:spcPts val="600"/>
              </a:spcBef>
              <a:spcAft>
                <a:spcPts val="1200"/>
              </a:spcAft>
            </a:pPr>
            <a:r>
              <a:rPr lang="en-US" altLang="en-US" dirty="0"/>
              <a:t>Variable selection &amp; reduction is automatic</a:t>
            </a:r>
          </a:p>
          <a:p>
            <a:pPr eaLnBrk="1" hangingPunct="1">
              <a:spcBef>
                <a:spcPts val="600"/>
              </a:spcBef>
              <a:spcAft>
                <a:spcPts val="1200"/>
              </a:spcAft>
            </a:pPr>
            <a:r>
              <a:rPr lang="en-US" altLang="en-US" dirty="0"/>
              <a:t>Do not require the assumptions of statistical models</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42</a:t>
            </a:fld>
            <a:endParaRPr lang="en-US" altLang="en-US" sz="1400" dirty="0"/>
          </a:p>
        </p:txBody>
      </p:sp>
    </p:spTree>
    <p:extLst>
      <p:ext uri="{BB962C8B-B14F-4D97-AF65-F5344CB8AC3E}">
        <p14:creationId xmlns:p14="http://schemas.microsoft.com/office/powerpoint/2010/main" val="3361129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r>
              <a:rPr lang="en-US" altLang="en-US"/>
              <a:t>Disadvantages</a:t>
            </a:r>
          </a:p>
        </p:txBody>
      </p:sp>
      <p:sp>
        <p:nvSpPr>
          <p:cNvPr id="68611" name="Content Placeholder 2"/>
          <p:cNvSpPr>
            <a:spLocks noGrp="1"/>
          </p:cNvSpPr>
          <p:nvPr>
            <p:ph sz="quarter" idx="1"/>
          </p:nvPr>
        </p:nvSpPr>
        <p:spPr>
          <a:xfrm>
            <a:off x="914400" y="1905000"/>
            <a:ext cx="7543800" cy="4114800"/>
          </a:xfrm>
        </p:spPr>
        <p:txBody>
          <a:bodyPr/>
          <a:lstStyle/>
          <a:p>
            <a:pPr eaLnBrk="1" hangingPunct="1">
              <a:spcBef>
                <a:spcPts val="600"/>
              </a:spcBef>
              <a:spcAft>
                <a:spcPts val="1200"/>
              </a:spcAft>
            </a:pPr>
            <a:r>
              <a:rPr lang="en-US" altLang="en-US"/>
              <a:t>May not perform well where there is structure in the data that is not well captured by horizontal or vertical splits</a:t>
            </a:r>
          </a:p>
          <a:p>
            <a:pPr eaLnBrk="1" hangingPunct="1">
              <a:spcBef>
                <a:spcPts val="600"/>
              </a:spcBef>
              <a:spcAft>
                <a:spcPts val="1200"/>
              </a:spcAft>
            </a:pPr>
            <a:r>
              <a:rPr lang="en-US" altLang="en-US"/>
              <a:t>Since the process deals with one variable at a time, no way to capture interactions between variables</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43</a:t>
            </a:fld>
            <a:endParaRPr lang="en-US" altLang="en-US" sz="1400" dirty="0"/>
          </a:p>
        </p:txBody>
      </p:sp>
    </p:spTree>
    <p:extLst>
      <p:ext uri="{BB962C8B-B14F-4D97-AF65-F5344CB8AC3E}">
        <p14:creationId xmlns:p14="http://schemas.microsoft.com/office/powerpoint/2010/main" val="3954938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p:txBody>
          <a:bodyPr/>
          <a:lstStyle/>
          <a:p>
            <a:pPr eaLnBrk="1" hangingPunct="1"/>
            <a:r>
              <a:rPr lang="en-US" altLang="en-US"/>
              <a:t>Summary</a:t>
            </a:r>
          </a:p>
        </p:txBody>
      </p:sp>
      <p:sp>
        <p:nvSpPr>
          <p:cNvPr id="75779" name="Rectangle 3"/>
          <p:cNvSpPr>
            <a:spLocks noGrp="1"/>
          </p:cNvSpPr>
          <p:nvPr>
            <p:ph type="body" idx="1"/>
          </p:nvPr>
        </p:nvSpPr>
        <p:spPr>
          <a:xfrm>
            <a:off x="914400" y="1676400"/>
            <a:ext cx="7772400" cy="4572000"/>
          </a:xfrm>
        </p:spPr>
        <p:txBody>
          <a:bodyPr/>
          <a:lstStyle/>
          <a:p>
            <a:pPr eaLnBrk="1" hangingPunct="1">
              <a:spcBef>
                <a:spcPts val="600"/>
              </a:spcBef>
              <a:spcAft>
                <a:spcPts val="1200"/>
              </a:spcAft>
            </a:pPr>
            <a:r>
              <a:rPr lang="en-US" altLang="en-US" dirty="0"/>
              <a:t>Classification and Regression Trees are an easily understandable and transparent method for predicting or classifying new records</a:t>
            </a:r>
          </a:p>
          <a:p>
            <a:pPr eaLnBrk="1" hangingPunct="1">
              <a:spcBef>
                <a:spcPts val="600"/>
              </a:spcBef>
              <a:spcAft>
                <a:spcPts val="1200"/>
              </a:spcAft>
            </a:pPr>
            <a:r>
              <a:rPr lang="en-US" altLang="en-US" dirty="0"/>
              <a:t>A tree is a graphical representation of a set of rules</a:t>
            </a:r>
          </a:p>
          <a:p>
            <a:pPr eaLnBrk="1" hangingPunct="1">
              <a:spcBef>
                <a:spcPts val="600"/>
              </a:spcBef>
              <a:spcAft>
                <a:spcPts val="1200"/>
              </a:spcAft>
            </a:pPr>
            <a:r>
              <a:rPr lang="en-US" altLang="en-US" dirty="0"/>
              <a:t>Trees must be pruned to avoid over-fitting of the training data</a:t>
            </a:r>
          </a:p>
          <a:p>
            <a:pPr eaLnBrk="1" hangingPunct="1">
              <a:spcBef>
                <a:spcPts val="600"/>
              </a:spcBef>
              <a:spcAft>
                <a:spcPts val="1200"/>
              </a:spcAft>
            </a:pPr>
            <a:r>
              <a:rPr lang="en-US" altLang="en-US" dirty="0"/>
              <a:t>Gini Impurity and Information Gain help find optimal tree size</a:t>
            </a:r>
          </a:p>
          <a:p>
            <a:pPr eaLnBrk="1" hangingPunct="1">
              <a:spcBef>
                <a:spcPts val="600"/>
              </a:spcBef>
              <a:spcAft>
                <a:spcPts val="1200"/>
              </a:spcAft>
            </a:pPr>
            <a:r>
              <a:rPr lang="en-US" altLang="en-US" dirty="0"/>
              <a:t>As trees do not make any assumptions about the data structure, they usually require large samples </a:t>
            </a:r>
          </a:p>
        </p:txBody>
      </p:sp>
      <p:sp>
        <p:nvSpPr>
          <p:cNvPr id="4"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44</a:t>
            </a:fld>
            <a:endParaRPr lang="en-US" altLang="en-US" sz="1400" dirty="0"/>
          </a:p>
        </p:txBody>
      </p:sp>
    </p:spTree>
    <p:extLst>
      <p:ext uri="{BB962C8B-B14F-4D97-AF65-F5344CB8AC3E}">
        <p14:creationId xmlns:p14="http://schemas.microsoft.com/office/powerpoint/2010/main" val="4066770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Data Mining and Business Intelligence&amp;quot;&quot;/&gt;&lt;property id=&quot;20307&quot; value=&quot;256&quot;/&gt;&lt;/object&gt;&lt;object type=&quot;3&quot; unique_id=&quot;10005&quot;&gt;&lt;property id=&quot;20148&quot; value=&quot;5&quot;/&gt;&lt;property id=&quot;20300&quot; value=&quot;Slide 2 - &amp;quot;Introduction&amp;quot;&quot;/&gt;&lt;property id=&quot;20307&quot; value=&quot;257&quot;/&gt;&lt;/object&gt;&lt;object type=&quot;3&quot; unique_id=&quot;10006&quot;&gt;&lt;property id=&quot;20148&quot; value=&quot;5&quot;/&gt;&lt;property id=&quot;20300&quot; value=&quot;Slide 17 - &amp;quot;Data Mining: the downside&amp;quot;&quot;/&gt;&lt;property id=&quot;20307&quot; value=&quot;263&quot;/&gt;&lt;/object&gt;&lt;object type=&quot;3&quot; unique_id=&quot;10007&quot;&gt;&lt;property id=&quot;20148&quot; value=&quot;5&quot;/&gt;&lt;property id=&quot;20300&quot; value=&quot;Slide 19 - &amp;quot;Example of “data fishing”&amp;quot;&quot;/&gt;&lt;property id=&quot;20307&quot; value=&quot;264&quot;/&gt;&lt;/object&gt;&lt;object type=&quot;3&quot; unique_id=&quot;10170&quot;&gt;&lt;property id=&quot;20148&quot; value=&quot;5&quot;/&gt;&lt;property id=&quot;20300&quot; value=&quot;Slide 3 - &amp;quot;What is Data Mining&amp;quot;&quot;/&gt;&lt;property id=&quot;20307&quot; value=&quot;271&quot;/&gt;&lt;/object&gt;&lt;object type=&quot;3&quot; unique_id=&quot;10171&quot;&gt;&lt;property id=&quot;20148&quot; value=&quot;5&quot;/&gt;&lt;property id=&quot;20300&quot; value=&quot;Slide 4 - &amp;quot;Of “laws”, Monsters, and Giants…&amp;quot;&quot;/&gt;&lt;property id=&quot;20307&quot; value=&quot;279&quot;/&gt;&lt;/object&gt;&lt;object type=&quot;3&quot; unique_id=&quot;10172&quot;&gt;&lt;property id=&quot;20148&quot; value=&quot;5&quot;/&gt;&lt;property id=&quot;20300&quot; value=&quot;Slide 5 - &amp;quot;Need for Data Mining and Analytics&amp;quot;&quot;/&gt;&lt;property id=&quot;20307&quot; value=&quot;272&quot;/&gt;&lt;/object&gt;&lt;object type=&quot;3&quot; unique_id=&quot;10173&quot;&gt;&lt;property id=&quot;20148&quot; value=&quot;5&quot;/&gt;&lt;property id=&quot;20300&quot; value=&quot;Slide 6 - &amp;quot;Why Mine Data?&amp;quot;&quot;/&gt;&lt;property id=&quot;20307&quot; value=&quot;276&quot;/&gt;&lt;/object&gt;&lt;object type=&quot;3&quot; unique_id=&quot;10174&quot;&gt;&lt;property id=&quot;20148&quot; value=&quot;5&quot;/&gt;&lt;property id=&quot;20300&quot; value=&quot;Slide 7 - &amp;quot;Different Data Mining Tasks&amp;quot;&quot;/&gt;&lt;property id=&quot;20307&quot; value=&quot;267&quot;/&gt;&lt;/object&gt;&lt;object type=&quot;3&quot; unique_id=&quot;10175&quot;&gt;&lt;property id=&quot;20148&quot; value=&quot;5&quot;/&gt;&lt;property id=&quot;20300&quot; value=&quot;Slide 8 - &amp;quot;Data Mining Models&amp;quot;&quot;/&gt;&lt;property id=&quot;20307&quot; value=&quot;278&quot;/&gt;&lt;/object&gt;&lt;object type=&quot;3&quot; unique_id=&quot;10176&quot;&gt;&lt;property id=&quot;20148&quot; value=&quot;5&quot;/&gt;&lt;property id=&quot;20300&quot; value=&quot;Slide 9 - &amp;quot;Classification Example&amp;quot;&quot;/&gt;&lt;property id=&quot;20307&quot; value=&quot;273&quot;/&gt;&lt;/object&gt;&lt;object type=&quot;3&quot; unique_id=&quot;10177&quot;&gt;&lt;property id=&quot;20148&quot; value=&quot;5&quot;/&gt;&lt;property id=&quot;20300&quot; value=&quot;Slide 10 - &amp;quot;Pattern Discovery&amp;quot;&quot;/&gt;&lt;property id=&quot;20307&quot; value=&quot;268&quot;/&gt;&lt;/object&gt;&lt;object type=&quot;3&quot; unique_id=&quot;10178&quot;&gt;&lt;property id=&quot;20148&quot; value=&quot;5&quot;/&gt;&lt;property id=&quot;20300&quot; value=&quot;Slide 11 - &amp;quot;Example of Pattern Discovery&amp;quot;&quot;/&gt;&lt;property id=&quot;20307&quot; value=&quot;269&quot;/&gt;&lt;/object&gt;&lt;object type=&quot;3&quot; unique_id=&quot;10179&quot;&gt;&lt;property id=&quot;20148&quot; value=&quot;5&quot;/&gt;&lt;property id=&quot;20300&quot; value=&quot;Slide 12 - &amp;quot;Example of Pattern Discovery&amp;quot;&quot;/&gt;&lt;property id=&quot;20307&quot; value=&quot;270&quot;/&gt;&lt;/object&gt;&lt;object type=&quot;3&quot; unique_id=&quot;10180&quot;&gt;&lt;property id=&quot;20148&quot; value=&quot;5&quot;/&gt;&lt;property id=&quot;20300&quot; value=&quot;Slide 13 - &amp;quot;Are All the “Discovered” Patterns Interesting?&amp;quot;&quot;/&gt;&lt;property id=&quot;20307&quot; value=&quot;274&quot;/&gt;&lt;/object&gt;&lt;object type=&quot;3&quot; unique_id=&quot;10181&quot;&gt;&lt;property id=&quot;20148&quot; value=&quot;5&quot;/&gt;&lt;property id=&quot;20300&quot; value=&quot;Slide 14 - &amp;quot;Data Mining: Success Stories&amp;quot;&quot;/&gt;&lt;property id=&quot;20307&quot; value=&quot;266&quot;/&gt;&lt;/object&gt;&lt;object type=&quot;3&quot; unique_id=&quot;10182&quot;&gt;&lt;property id=&quot;20148&quot; value=&quot;5&quot;/&gt;&lt;property id=&quot;20300&quot; value=&quot;Slide 15&quot;/&gt;&lt;property id=&quot;20307&quot; value=&quot;280&quot;/&gt;&lt;/object&gt;&lt;object type=&quot;3&quot; unique_id=&quot;10183&quot;&gt;&lt;property id=&quot;20148&quot; value=&quot;5&quot;/&gt;&lt;property id=&quot;20300&quot; value=&quot;Slide 16&quot;/&gt;&lt;property id=&quot;20307&quot; value=&quot;282&quot;/&gt;&lt;/object&gt;&lt;object type=&quot;3&quot; unique_id=&quot;10184&quot;&gt;&lt;property id=&quot;20148&quot; value=&quot;5&quot;/&gt;&lt;property id=&quot;20300&quot; value=&quot;Slide 18&quot;/&gt;&lt;property id=&quot;20307&quot; value=&quot;283&quot;/&gt;&lt;/object&gt;&lt;object type=&quot;3&quot; unique_id=&quot;10185&quot;&gt;&lt;property id=&quot;20148&quot; value=&quot;5&quot;/&gt;&lt;property id=&quot;20300&quot; value=&quot;Slide 20 - &amp;quot;Data Mining Steps&amp;quot;&quot;/&gt;&lt;property id=&quot;20307&quot; value=&quot;275&quot;/&gt;&lt;/object&gt;&lt;object type=&quot;3&quot; unique_id=&quot;10186&quot;&gt;&lt;property id=&quot;20148&quot; value=&quot;5&quot;/&gt;&lt;property id=&quot;20300&quot; value=&quot;Slide 21&quot;/&gt;&lt;property id=&quot;20307&quot; value=&quot;277&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MMPROD_SUBSTITUTION_ID" val="{602CD72C-74E0-45B0-942D-29224A065683}"/>
</p:tagLst>
</file>

<file path=ppt/tags/tag3.xml><?xml version="1.0" encoding="utf-8"?>
<p:tagLst xmlns:a="http://schemas.openxmlformats.org/drawingml/2006/main" xmlns:r="http://schemas.openxmlformats.org/officeDocument/2006/relationships" xmlns:p="http://schemas.openxmlformats.org/presentationml/2006/main">
  <p:tag name="MMPROD_SUBSTITUTION_ID" val="{1DD9365D-9726-4546-8CF6-F7C1D6459CB5}"/>
</p:tagLst>
</file>

<file path=ppt/tags/tag4.xml><?xml version="1.0" encoding="utf-8"?>
<p:tagLst xmlns:a="http://schemas.openxmlformats.org/drawingml/2006/main" xmlns:r="http://schemas.openxmlformats.org/officeDocument/2006/relationships" xmlns:p="http://schemas.openxmlformats.org/presentationml/2006/main">
  <p:tag name="MMPROD_SUBSTITUTION_ID" val="{79BD919B-9901-48B9-8380-C5563210AB50}"/>
</p:tagLst>
</file>

<file path=ppt/tags/tag5.xml><?xml version="1.0" encoding="utf-8"?>
<p:tagLst xmlns:a="http://schemas.openxmlformats.org/drawingml/2006/main" xmlns:r="http://schemas.openxmlformats.org/officeDocument/2006/relationships" xmlns:p="http://schemas.openxmlformats.org/presentationml/2006/main">
  <p:tag name="MMPROD_SUBSTITUTION_ID" val="{38C47E9F-E0BB-47DD-AAB5-E59F2F779F3D}"/>
</p:tagLst>
</file>

<file path=ppt/tags/tag6.xml><?xml version="1.0" encoding="utf-8"?>
<p:tagLst xmlns:a="http://schemas.openxmlformats.org/drawingml/2006/main" xmlns:r="http://schemas.openxmlformats.org/officeDocument/2006/relationships" xmlns:p="http://schemas.openxmlformats.org/presentationml/2006/main">
  <p:tag name="MMPROD_SUBSTITUTION_ID" val="{8D467EF9-DD88-49B0-94C4-638404D8EE3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3055</TotalTime>
  <Words>2198</Words>
  <Application>Microsoft Office PowerPoint</Application>
  <PresentationFormat>On-screen Show (4:3)</PresentationFormat>
  <Paragraphs>743</Paragraphs>
  <Slides>44</Slides>
  <Notes>44</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44</vt:i4>
      </vt:variant>
    </vt:vector>
  </HeadingPairs>
  <TitlesOfParts>
    <vt:vector size="55" baseType="lpstr">
      <vt:lpstr>ＭＳ Ｐゴシック</vt:lpstr>
      <vt:lpstr>Arial</vt:lpstr>
      <vt:lpstr>Arial Narrow</vt:lpstr>
      <vt:lpstr>Calibri</vt:lpstr>
      <vt:lpstr>Franklin Gothic Book</vt:lpstr>
      <vt:lpstr>Perpetua</vt:lpstr>
      <vt:lpstr>Tahoma</vt:lpstr>
      <vt:lpstr>Wingdings 2</vt:lpstr>
      <vt:lpstr>Equity</vt:lpstr>
      <vt:lpstr>1_Equity</vt:lpstr>
      <vt:lpstr>Chart</vt:lpstr>
      <vt:lpstr>OPIM 5604</vt:lpstr>
      <vt:lpstr>Tree Overview</vt:lpstr>
      <vt:lpstr>Tree Models</vt:lpstr>
      <vt:lpstr>Decision Trees and Rules</vt:lpstr>
      <vt:lpstr>Simple Prediction Example</vt:lpstr>
      <vt:lpstr>Simple Prediction Example</vt:lpstr>
      <vt:lpstr>Simple Prediction Example</vt:lpstr>
      <vt:lpstr>Recursive Partitioning (Growing the Tree)</vt:lpstr>
      <vt:lpstr>Splitting on Categorical Variables</vt:lpstr>
      <vt:lpstr>Splitting on Categorical Variables</vt:lpstr>
      <vt:lpstr>Splitting on Continuous Variables</vt:lpstr>
      <vt:lpstr>Desirable Splits</vt:lpstr>
      <vt:lpstr>Desirable Splits</vt:lpstr>
      <vt:lpstr>Measuring Desirable Splits</vt:lpstr>
      <vt:lpstr>Measuring Desirable Splits</vt:lpstr>
      <vt:lpstr>Measuring Desirable Splits</vt:lpstr>
      <vt:lpstr>Measuring Desirable Splits</vt:lpstr>
      <vt:lpstr>Decision Tree Split Search</vt:lpstr>
      <vt:lpstr>Decision Tree Split Search</vt:lpstr>
      <vt:lpstr>Decision Tree Split Search</vt:lpstr>
      <vt:lpstr>Decision Tree Split Search</vt:lpstr>
      <vt:lpstr>Decision Tree Split Search</vt:lpstr>
      <vt:lpstr>Decision Tree Split Search</vt:lpstr>
      <vt:lpstr>Decision Tree Split Search</vt:lpstr>
      <vt:lpstr>Decision Tree Split Search</vt:lpstr>
      <vt:lpstr>Decision Tree Split Search</vt:lpstr>
      <vt:lpstr>Decision Tree Split Search</vt:lpstr>
      <vt:lpstr>Maximal Tree</vt:lpstr>
      <vt:lpstr>Avoid Overfitting (Pruning the Tree)</vt:lpstr>
      <vt:lpstr>Full Tree Error Rate</vt:lpstr>
      <vt:lpstr>Pruning the Tree</vt:lpstr>
      <vt:lpstr>Hyperparameter Tuning</vt:lpstr>
      <vt:lpstr>Grid Search</vt:lpstr>
      <vt:lpstr>K-fold Cross Validation</vt:lpstr>
      <vt:lpstr>K-fold Cross Validation</vt:lpstr>
      <vt:lpstr>Grid Search with K-fold Validation</vt:lpstr>
      <vt:lpstr>Grid Search with K-fold Validation</vt:lpstr>
      <vt:lpstr>Variable Selection</vt:lpstr>
      <vt:lpstr>Regression Trees</vt:lpstr>
      <vt:lpstr>Regression Trees for Prediction</vt:lpstr>
      <vt:lpstr>Regression Trees for Prediction</vt:lpstr>
      <vt:lpstr>Advantages of trees</vt:lpstr>
      <vt:lpstr>Disadvantages</vt:lpstr>
      <vt:lpstr>Summary</vt:lpstr>
    </vt:vector>
  </TitlesOfParts>
  <Company>University of Connecticut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Business Information Systems</dc:title>
  <dc:creator>Kumar Mehta</dc:creator>
  <cp:lastModifiedBy>Eigo, Jennifer</cp:lastModifiedBy>
  <cp:revision>179</cp:revision>
  <cp:lastPrinted>2004-01-27T15:30:49Z</cp:lastPrinted>
  <dcterms:created xsi:type="dcterms:W3CDTF">2004-01-26T02:50:35Z</dcterms:created>
  <dcterms:modified xsi:type="dcterms:W3CDTF">2025-08-16T14:42:16Z</dcterms:modified>
</cp:coreProperties>
</file>