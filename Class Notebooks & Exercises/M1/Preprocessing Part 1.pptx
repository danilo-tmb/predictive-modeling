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5" r:id="rId2"/>
  </p:sldMasterIdLst>
  <p:notesMasterIdLst>
    <p:notesMasterId r:id="rId33"/>
  </p:notesMasterIdLst>
  <p:sldIdLst>
    <p:sldId id="257" r:id="rId3"/>
    <p:sldId id="259" r:id="rId4"/>
    <p:sldId id="301" r:id="rId5"/>
    <p:sldId id="332" r:id="rId6"/>
    <p:sldId id="302" r:id="rId7"/>
    <p:sldId id="260" r:id="rId8"/>
    <p:sldId id="296" r:id="rId9"/>
    <p:sldId id="303" r:id="rId10"/>
    <p:sldId id="304" r:id="rId11"/>
    <p:sldId id="305" r:id="rId12"/>
    <p:sldId id="290" r:id="rId13"/>
    <p:sldId id="270" r:id="rId14"/>
    <p:sldId id="308" r:id="rId15"/>
    <p:sldId id="309" r:id="rId16"/>
    <p:sldId id="264" r:id="rId17"/>
    <p:sldId id="265" r:id="rId18"/>
    <p:sldId id="258" r:id="rId19"/>
    <p:sldId id="311" r:id="rId20"/>
    <p:sldId id="312" r:id="rId21"/>
    <p:sldId id="310" r:id="rId22"/>
    <p:sldId id="268" r:id="rId23"/>
    <p:sldId id="314" r:id="rId24"/>
    <p:sldId id="275" r:id="rId25"/>
    <p:sldId id="313" r:id="rId26"/>
    <p:sldId id="291" r:id="rId27"/>
    <p:sldId id="306" r:id="rId28"/>
    <p:sldId id="307" r:id="rId29"/>
    <p:sldId id="330" r:id="rId30"/>
    <p:sldId id="331" r:id="rId31"/>
    <p:sldId id="295" r:id="rId3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664BE-474A-48A7-BE3B-DEE44B971C9E}" v="1" dt="2025-06-09T14:59:24.3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93"/>
    <p:restoredTop sz="94690"/>
  </p:normalViewPr>
  <p:slideViewPr>
    <p:cSldViewPr snapToGrid="0">
      <p:cViewPr varScale="1">
        <p:scale>
          <a:sx n="70" d="100"/>
          <a:sy n="70" d="100"/>
        </p:scale>
        <p:origin x="133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42"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40"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igo, Jennifer" userId="e3b471ce-3052-4ace-a868-147a95701c6a" providerId="ADAL" clId="{0B3664BE-474A-48A7-BE3B-DEE44B971C9E}"/>
    <pc:docChg chg="undo custSel addSld delSld modSld sldOrd">
      <pc:chgData name="Eigo, Jennifer" userId="e3b471ce-3052-4ace-a868-147a95701c6a" providerId="ADAL" clId="{0B3664BE-474A-48A7-BE3B-DEE44B971C9E}" dt="2025-06-17T18:12:46.827" v="5113" actId="20577"/>
      <pc:docMkLst>
        <pc:docMk/>
      </pc:docMkLst>
      <pc:sldChg chg="delSp modSp mod">
        <pc:chgData name="Eigo, Jennifer" userId="e3b471ce-3052-4ace-a868-147a95701c6a" providerId="ADAL" clId="{0B3664BE-474A-48A7-BE3B-DEE44B971C9E}" dt="2025-06-09T14:59:24.316" v="103" actId="478"/>
        <pc:sldMkLst>
          <pc:docMk/>
          <pc:sldMk cId="0" sldId="257"/>
        </pc:sldMkLst>
        <pc:spChg chg="mod">
          <ac:chgData name="Eigo, Jennifer" userId="e3b471ce-3052-4ace-a868-147a95701c6a" providerId="ADAL" clId="{0B3664BE-474A-48A7-BE3B-DEE44B971C9E}" dt="2025-06-09T14:58:04.462" v="19" actId="20577"/>
          <ac:spMkLst>
            <pc:docMk/>
            <pc:sldMk cId="0" sldId="257"/>
            <ac:spMk id="7170" creationId="{00000000-0000-0000-0000-000000000000}"/>
          </ac:spMkLst>
        </pc:spChg>
        <pc:spChg chg="mod">
          <ac:chgData name="Eigo, Jennifer" userId="e3b471ce-3052-4ace-a868-147a95701c6a" providerId="ADAL" clId="{0B3664BE-474A-48A7-BE3B-DEE44B971C9E}" dt="2025-06-09T14:59:17.290" v="102" actId="20577"/>
          <ac:spMkLst>
            <pc:docMk/>
            <pc:sldMk cId="0" sldId="257"/>
            <ac:spMk id="7172" creationId="{00000000-0000-0000-0000-000000000000}"/>
          </ac:spMkLst>
        </pc:spChg>
      </pc:sldChg>
      <pc:sldChg chg="addSp delSp modSp add mod">
        <pc:chgData name="Eigo, Jennifer" userId="e3b471ce-3052-4ace-a868-147a95701c6a" providerId="ADAL" clId="{0B3664BE-474A-48A7-BE3B-DEE44B971C9E}" dt="2025-06-10T22:44:42.003" v="3961" actId="962"/>
        <pc:sldMkLst>
          <pc:docMk/>
          <pc:sldMk cId="0" sldId="258"/>
        </pc:sldMkLst>
        <pc:spChg chg="mod">
          <ac:chgData name="Eigo, Jennifer" userId="e3b471ce-3052-4ace-a868-147a95701c6a" providerId="ADAL" clId="{0B3664BE-474A-48A7-BE3B-DEE44B971C9E}" dt="2025-06-10T13:41:51.158" v="1490" actId="313"/>
          <ac:spMkLst>
            <pc:docMk/>
            <pc:sldMk cId="0" sldId="258"/>
            <ac:spMk id="8195" creationId="{9B339D54-4FC7-4334-3311-611E93A897F9}"/>
          </ac:spMkLst>
        </pc:spChg>
        <pc:spChg chg="mod">
          <ac:chgData name="Eigo, Jennifer" userId="e3b471ce-3052-4ace-a868-147a95701c6a" providerId="ADAL" clId="{0B3664BE-474A-48A7-BE3B-DEE44B971C9E}" dt="2025-06-09T16:23:11.804" v="1428" actId="20577"/>
          <ac:spMkLst>
            <pc:docMk/>
            <pc:sldMk cId="0" sldId="258"/>
            <ac:spMk id="18434" creationId="{DDFDEB02-89F0-78DC-C2CD-38010A0EEE4A}"/>
          </ac:spMkLst>
        </pc:spChg>
        <pc:picChg chg="add mod">
          <ac:chgData name="Eigo, Jennifer" userId="e3b471ce-3052-4ace-a868-147a95701c6a" providerId="ADAL" clId="{0B3664BE-474A-48A7-BE3B-DEE44B971C9E}" dt="2025-06-10T22:44:42.003" v="3961" actId="962"/>
          <ac:picMkLst>
            <pc:docMk/>
            <pc:sldMk cId="0" sldId="258"/>
            <ac:picMk id="8194" creationId="{7EA2D37D-7CAF-46EB-6874-381B9075691E}"/>
          </ac:picMkLst>
        </pc:picChg>
      </pc:sldChg>
      <pc:sldChg chg="modSp mod ord">
        <pc:chgData name="Eigo, Jennifer" userId="e3b471ce-3052-4ace-a868-147a95701c6a" providerId="ADAL" clId="{0B3664BE-474A-48A7-BE3B-DEE44B971C9E}" dt="2025-06-17T15:11:21.919" v="5108" actId="20577"/>
        <pc:sldMkLst>
          <pc:docMk/>
          <pc:sldMk cId="0" sldId="259"/>
        </pc:sldMkLst>
        <pc:spChg chg="mod">
          <ac:chgData name="Eigo, Jennifer" userId="e3b471ce-3052-4ace-a868-147a95701c6a" providerId="ADAL" clId="{0B3664BE-474A-48A7-BE3B-DEE44B971C9E}" dt="2025-06-17T15:10:18.490" v="5009" actId="20577"/>
          <ac:spMkLst>
            <pc:docMk/>
            <pc:sldMk cId="0" sldId="259"/>
            <ac:spMk id="11266" creationId="{00000000-0000-0000-0000-000000000000}"/>
          </ac:spMkLst>
        </pc:spChg>
        <pc:spChg chg="mod">
          <ac:chgData name="Eigo, Jennifer" userId="e3b471ce-3052-4ace-a868-147a95701c6a" providerId="ADAL" clId="{0B3664BE-474A-48A7-BE3B-DEE44B971C9E}" dt="2025-06-17T15:11:21.919" v="5108" actId="20577"/>
          <ac:spMkLst>
            <pc:docMk/>
            <pc:sldMk cId="0" sldId="259"/>
            <ac:spMk id="11267" creationId="{00000000-0000-0000-0000-000000000000}"/>
          </ac:spMkLst>
        </pc:spChg>
      </pc:sldChg>
      <pc:sldChg chg="del">
        <pc:chgData name="Eigo, Jennifer" userId="e3b471ce-3052-4ace-a868-147a95701c6a" providerId="ADAL" clId="{0B3664BE-474A-48A7-BE3B-DEE44B971C9E}" dt="2025-06-09T15:01:58.070" v="106" actId="47"/>
        <pc:sldMkLst>
          <pc:docMk/>
          <pc:sldMk cId="0" sldId="261"/>
        </pc:sldMkLst>
      </pc:sldChg>
      <pc:sldChg chg="del">
        <pc:chgData name="Eigo, Jennifer" userId="e3b471ce-3052-4ace-a868-147a95701c6a" providerId="ADAL" clId="{0B3664BE-474A-48A7-BE3B-DEE44B971C9E}" dt="2025-06-09T15:01:55.886" v="104" actId="47"/>
        <pc:sldMkLst>
          <pc:docMk/>
          <pc:sldMk cId="0" sldId="262"/>
        </pc:sldMkLst>
      </pc:sldChg>
      <pc:sldChg chg="del">
        <pc:chgData name="Eigo, Jennifer" userId="e3b471ce-3052-4ace-a868-147a95701c6a" providerId="ADAL" clId="{0B3664BE-474A-48A7-BE3B-DEE44B971C9E}" dt="2025-06-09T15:06:30.071" v="107" actId="47"/>
        <pc:sldMkLst>
          <pc:docMk/>
          <pc:sldMk cId="0" sldId="263"/>
        </pc:sldMkLst>
      </pc:sldChg>
      <pc:sldChg chg="addSp delSp modSp add del mod">
        <pc:chgData name="Eigo, Jennifer" userId="e3b471ce-3052-4ace-a868-147a95701c6a" providerId="ADAL" clId="{0B3664BE-474A-48A7-BE3B-DEE44B971C9E}" dt="2025-06-13T19:13:54.853" v="4948" actId="1038"/>
        <pc:sldMkLst>
          <pc:docMk/>
          <pc:sldMk cId="0" sldId="264"/>
        </pc:sldMkLst>
        <pc:spChg chg="mod">
          <ac:chgData name="Eigo, Jennifer" userId="e3b471ce-3052-4ace-a868-147a95701c6a" providerId="ADAL" clId="{0B3664BE-474A-48A7-BE3B-DEE44B971C9E}" dt="2025-06-09T16:26:08.771" v="1489" actId="20577"/>
          <ac:spMkLst>
            <pc:docMk/>
            <pc:sldMk cId="0" sldId="264"/>
            <ac:spMk id="5124" creationId="{EE5421F7-E358-8E6A-95CA-A838A61119E7}"/>
          </ac:spMkLst>
        </pc:spChg>
        <pc:picChg chg="add mod">
          <ac:chgData name="Eigo, Jennifer" userId="e3b471ce-3052-4ace-a868-147a95701c6a" providerId="ADAL" clId="{0B3664BE-474A-48A7-BE3B-DEE44B971C9E}" dt="2025-06-13T19:13:54.853" v="4948" actId="1038"/>
          <ac:picMkLst>
            <pc:docMk/>
            <pc:sldMk cId="0" sldId="264"/>
            <ac:picMk id="1026" creationId="{D3BDC031-6DD0-E5BD-7B0F-A93D41DA7F18}"/>
          </ac:picMkLst>
        </pc:picChg>
      </pc:sldChg>
      <pc:sldChg chg="addSp delSp modSp add del mod">
        <pc:chgData name="Eigo, Jennifer" userId="e3b471ce-3052-4ace-a868-147a95701c6a" providerId="ADAL" clId="{0B3664BE-474A-48A7-BE3B-DEE44B971C9E}" dt="2025-06-10T22:44:09.196" v="3843" actId="962"/>
        <pc:sldMkLst>
          <pc:docMk/>
          <pc:sldMk cId="0" sldId="265"/>
        </pc:sldMkLst>
        <pc:spChg chg="mod">
          <ac:chgData name="Eigo, Jennifer" userId="e3b471ce-3052-4ace-a868-147a95701c6a" providerId="ADAL" clId="{0B3664BE-474A-48A7-BE3B-DEE44B971C9E}" dt="2025-06-10T16:29:57.898" v="2215" actId="20577"/>
          <ac:spMkLst>
            <pc:docMk/>
            <pc:sldMk cId="0" sldId="265"/>
            <ac:spMk id="10243" creationId="{A312D0FA-E466-8297-6C44-1DE033DC6F8D}"/>
          </ac:spMkLst>
        </pc:spChg>
        <pc:picChg chg="add mod">
          <ac:chgData name="Eigo, Jennifer" userId="e3b471ce-3052-4ace-a868-147a95701c6a" providerId="ADAL" clId="{0B3664BE-474A-48A7-BE3B-DEE44B971C9E}" dt="2025-06-10T22:44:09.196" v="3843" actId="962"/>
          <ac:picMkLst>
            <pc:docMk/>
            <pc:sldMk cId="0" sldId="265"/>
            <ac:picMk id="10242" creationId="{824B83D9-72D1-D151-8D1E-2557838E4969}"/>
          </ac:picMkLst>
        </pc:picChg>
      </pc:sldChg>
      <pc:sldChg chg="del">
        <pc:chgData name="Eigo, Jennifer" userId="e3b471ce-3052-4ace-a868-147a95701c6a" providerId="ADAL" clId="{0B3664BE-474A-48A7-BE3B-DEE44B971C9E}" dt="2025-06-09T15:06:32.807" v="110" actId="47"/>
        <pc:sldMkLst>
          <pc:docMk/>
          <pc:sldMk cId="0" sldId="266"/>
        </pc:sldMkLst>
      </pc:sldChg>
      <pc:sldChg chg="del">
        <pc:chgData name="Eigo, Jennifer" userId="e3b471ce-3052-4ace-a868-147a95701c6a" providerId="ADAL" clId="{0B3664BE-474A-48A7-BE3B-DEE44B971C9E}" dt="2025-06-09T15:06:39.789" v="111" actId="47"/>
        <pc:sldMkLst>
          <pc:docMk/>
          <pc:sldMk cId="0" sldId="267"/>
        </pc:sldMkLst>
      </pc:sldChg>
      <pc:sldChg chg="addSp delSp modSp add del mod">
        <pc:chgData name="Eigo, Jennifer" userId="e3b471ce-3052-4ace-a868-147a95701c6a" providerId="ADAL" clId="{0B3664BE-474A-48A7-BE3B-DEE44B971C9E}" dt="2025-06-13T19:16:21.257" v="4991" actId="1035"/>
        <pc:sldMkLst>
          <pc:docMk/>
          <pc:sldMk cId="0" sldId="268"/>
        </pc:sldMkLst>
        <pc:spChg chg="mod">
          <ac:chgData name="Eigo, Jennifer" userId="e3b471ce-3052-4ace-a868-147a95701c6a" providerId="ADAL" clId="{0B3664BE-474A-48A7-BE3B-DEE44B971C9E}" dt="2025-06-10T16:59:38.302" v="2297" actId="20577"/>
          <ac:spMkLst>
            <pc:docMk/>
            <pc:sldMk cId="0" sldId="268"/>
            <ac:spMk id="10" creationId="{8CA64D72-A26A-B2A8-FBD9-29720EF95E29}"/>
          </ac:spMkLst>
        </pc:spChg>
        <pc:spChg chg="mod">
          <ac:chgData name="Eigo, Jennifer" userId="e3b471ce-3052-4ace-a868-147a95701c6a" providerId="ADAL" clId="{0B3664BE-474A-48A7-BE3B-DEE44B971C9E}" dt="2025-06-10T15:23:28.875" v="1740" actId="20577"/>
          <ac:spMkLst>
            <pc:docMk/>
            <pc:sldMk cId="0" sldId="268"/>
            <ac:spMk id="26626" creationId="{67CBDB39-D989-C2F6-FAB1-8AAABF169AA8}"/>
          </ac:spMkLst>
        </pc:spChg>
        <pc:picChg chg="add mod">
          <ac:chgData name="Eigo, Jennifer" userId="e3b471ce-3052-4ace-a868-147a95701c6a" providerId="ADAL" clId="{0B3664BE-474A-48A7-BE3B-DEE44B971C9E}" dt="2025-06-13T19:16:21.257" v="4991" actId="1035"/>
          <ac:picMkLst>
            <pc:docMk/>
            <pc:sldMk cId="0" sldId="268"/>
            <ac:picMk id="4" creationId="{0CA75CBD-1730-244D-154C-E79A90245CDC}"/>
          </ac:picMkLst>
        </pc:picChg>
      </pc:sldChg>
      <pc:sldChg chg="modSp mod">
        <pc:chgData name="Eigo, Jennifer" userId="e3b471ce-3052-4ace-a868-147a95701c6a" providerId="ADAL" clId="{0B3664BE-474A-48A7-BE3B-DEE44B971C9E}" dt="2025-06-09T15:27:34.368" v="743" actId="20577"/>
        <pc:sldMkLst>
          <pc:docMk/>
          <pc:sldMk cId="0" sldId="270"/>
        </pc:sldMkLst>
        <pc:spChg chg="mod">
          <ac:chgData name="Eigo, Jennifer" userId="e3b471ce-3052-4ace-a868-147a95701c6a" providerId="ADAL" clId="{0B3664BE-474A-48A7-BE3B-DEE44B971C9E}" dt="2025-06-09T15:27:34.368" v="743" actId="20577"/>
          <ac:spMkLst>
            <pc:docMk/>
            <pc:sldMk cId="0" sldId="270"/>
            <ac:spMk id="39939" creationId="{00000000-0000-0000-0000-000000000000}"/>
          </ac:spMkLst>
        </pc:spChg>
      </pc:sldChg>
      <pc:sldChg chg="del">
        <pc:chgData name="Eigo, Jennifer" userId="e3b471ce-3052-4ace-a868-147a95701c6a" providerId="ADAL" clId="{0B3664BE-474A-48A7-BE3B-DEE44B971C9E}" dt="2025-06-09T15:31:44.815" v="982" actId="47"/>
        <pc:sldMkLst>
          <pc:docMk/>
          <pc:sldMk cId="0" sldId="271"/>
        </pc:sldMkLst>
      </pc:sldChg>
      <pc:sldChg chg="modSp add del mod">
        <pc:chgData name="Eigo, Jennifer" userId="e3b471ce-3052-4ace-a868-147a95701c6a" providerId="ADAL" clId="{0B3664BE-474A-48A7-BE3B-DEE44B971C9E}" dt="2025-06-10T15:30:23.994" v="2203" actId="13926"/>
        <pc:sldMkLst>
          <pc:docMk/>
          <pc:sldMk cId="0" sldId="275"/>
        </pc:sldMkLst>
        <pc:spChg chg="mod">
          <ac:chgData name="Eigo, Jennifer" userId="e3b471ce-3052-4ace-a868-147a95701c6a" providerId="ADAL" clId="{0B3664BE-474A-48A7-BE3B-DEE44B971C9E}" dt="2025-06-10T13:54:00.390" v="1511" actId="20577"/>
          <ac:spMkLst>
            <pc:docMk/>
            <pc:sldMk cId="0" sldId="275"/>
            <ac:spMk id="45058" creationId="{00000000-0000-0000-0000-000000000000}"/>
          </ac:spMkLst>
        </pc:spChg>
        <pc:spChg chg="mod">
          <ac:chgData name="Eigo, Jennifer" userId="e3b471ce-3052-4ace-a868-147a95701c6a" providerId="ADAL" clId="{0B3664BE-474A-48A7-BE3B-DEE44B971C9E}" dt="2025-06-10T15:30:23.994" v="2203" actId="13926"/>
          <ac:spMkLst>
            <pc:docMk/>
            <pc:sldMk cId="0" sldId="275"/>
            <ac:spMk id="45059" creationId="{00000000-0000-0000-0000-000000000000}"/>
          </ac:spMkLst>
        </pc:spChg>
      </pc:sldChg>
      <pc:sldChg chg="del">
        <pc:chgData name="Eigo, Jennifer" userId="e3b471ce-3052-4ace-a868-147a95701c6a" providerId="ADAL" clId="{0B3664BE-474A-48A7-BE3B-DEE44B971C9E}" dt="2025-06-10T14:04:33.511" v="1514" actId="47"/>
        <pc:sldMkLst>
          <pc:docMk/>
          <pc:sldMk cId="0" sldId="276"/>
        </pc:sldMkLst>
      </pc:sldChg>
      <pc:sldChg chg="del">
        <pc:chgData name="Eigo, Jennifer" userId="e3b471ce-3052-4ace-a868-147a95701c6a" providerId="ADAL" clId="{0B3664BE-474A-48A7-BE3B-DEE44B971C9E}" dt="2025-06-10T14:04:37.389" v="1516" actId="47"/>
        <pc:sldMkLst>
          <pc:docMk/>
          <pc:sldMk cId="0" sldId="277"/>
        </pc:sldMkLst>
      </pc:sldChg>
      <pc:sldChg chg="del">
        <pc:chgData name="Eigo, Jennifer" userId="e3b471ce-3052-4ace-a868-147a95701c6a" providerId="ADAL" clId="{0B3664BE-474A-48A7-BE3B-DEE44B971C9E}" dt="2025-06-10T14:04:44.799" v="1520" actId="47"/>
        <pc:sldMkLst>
          <pc:docMk/>
          <pc:sldMk cId="0" sldId="278"/>
        </pc:sldMkLst>
      </pc:sldChg>
      <pc:sldChg chg="del">
        <pc:chgData name="Eigo, Jennifer" userId="e3b471ce-3052-4ace-a868-147a95701c6a" providerId="ADAL" clId="{0B3664BE-474A-48A7-BE3B-DEE44B971C9E}" dt="2025-06-10T14:04:46.357" v="1521" actId="47"/>
        <pc:sldMkLst>
          <pc:docMk/>
          <pc:sldMk cId="0" sldId="279"/>
        </pc:sldMkLst>
      </pc:sldChg>
      <pc:sldChg chg="del">
        <pc:chgData name="Eigo, Jennifer" userId="e3b471ce-3052-4ace-a868-147a95701c6a" providerId="ADAL" clId="{0B3664BE-474A-48A7-BE3B-DEE44B971C9E}" dt="2025-06-10T14:04:47.775" v="1522" actId="47"/>
        <pc:sldMkLst>
          <pc:docMk/>
          <pc:sldMk cId="0" sldId="280"/>
        </pc:sldMkLst>
      </pc:sldChg>
      <pc:sldChg chg="del">
        <pc:chgData name="Eigo, Jennifer" userId="e3b471ce-3052-4ace-a868-147a95701c6a" providerId="ADAL" clId="{0B3664BE-474A-48A7-BE3B-DEE44B971C9E}" dt="2025-06-10T14:04:49.134" v="1523" actId="47"/>
        <pc:sldMkLst>
          <pc:docMk/>
          <pc:sldMk cId="0" sldId="281"/>
        </pc:sldMkLst>
      </pc:sldChg>
      <pc:sldChg chg="del">
        <pc:chgData name="Eigo, Jennifer" userId="e3b471ce-3052-4ace-a868-147a95701c6a" providerId="ADAL" clId="{0B3664BE-474A-48A7-BE3B-DEE44B971C9E}" dt="2025-06-10T14:04:51.027" v="1524" actId="47"/>
        <pc:sldMkLst>
          <pc:docMk/>
          <pc:sldMk cId="0" sldId="282"/>
        </pc:sldMkLst>
      </pc:sldChg>
      <pc:sldChg chg="del">
        <pc:chgData name="Eigo, Jennifer" userId="e3b471ce-3052-4ace-a868-147a95701c6a" providerId="ADAL" clId="{0B3664BE-474A-48A7-BE3B-DEE44B971C9E}" dt="2025-06-10T14:04:52.370" v="1525" actId="47"/>
        <pc:sldMkLst>
          <pc:docMk/>
          <pc:sldMk cId="0" sldId="283"/>
        </pc:sldMkLst>
      </pc:sldChg>
      <pc:sldChg chg="del">
        <pc:chgData name="Eigo, Jennifer" userId="e3b471ce-3052-4ace-a868-147a95701c6a" providerId="ADAL" clId="{0B3664BE-474A-48A7-BE3B-DEE44B971C9E}" dt="2025-06-10T14:04:52.916" v="1526" actId="47"/>
        <pc:sldMkLst>
          <pc:docMk/>
          <pc:sldMk cId="0" sldId="284"/>
        </pc:sldMkLst>
      </pc:sldChg>
      <pc:sldChg chg="del">
        <pc:chgData name="Eigo, Jennifer" userId="e3b471ce-3052-4ace-a868-147a95701c6a" providerId="ADAL" clId="{0B3664BE-474A-48A7-BE3B-DEE44B971C9E}" dt="2025-06-10T14:04:53.862" v="1527" actId="47"/>
        <pc:sldMkLst>
          <pc:docMk/>
          <pc:sldMk cId="0" sldId="285"/>
        </pc:sldMkLst>
      </pc:sldChg>
      <pc:sldChg chg="del">
        <pc:chgData name="Eigo, Jennifer" userId="e3b471ce-3052-4ace-a868-147a95701c6a" providerId="ADAL" clId="{0B3664BE-474A-48A7-BE3B-DEE44B971C9E}" dt="2025-06-10T14:04:54.567" v="1528" actId="47"/>
        <pc:sldMkLst>
          <pc:docMk/>
          <pc:sldMk cId="0" sldId="287"/>
        </pc:sldMkLst>
      </pc:sldChg>
      <pc:sldChg chg="del">
        <pc:chgData name="Eigo, Jennifer" userId="e3b471ce-3052-4ace-a868-147a95701c6a" providerId="ADAL" clId="{0B3664BE-474A-48A7-BE3B-DEE44B971C9E}" dt="2025-06-10T14:04:55.215" v="1529" actId="47"/>
        <pc:sldMkLst>
          <pc:docMk/>
          <pc:sldMk cId="0" sldId="288"/>
        </pc:sldMkLst>
      </pc:sldChg>
      <pc:sldChg chg="modSp mod">
        <pc:chgData name="Eigo, Jennifer" userId="e3b471ce-3052-4ace-a868-147a95701c6a" providerId="ADAL" clId="{0B3664BE-474A-48A7-BE3B-DEE44B971C9E}" dt="2025-06-09T16:11:10.848" v="992" actId="20577"/>
        <pc:sldMkLst>
          <pc:docMk/>
          <pc:sldMk cId="0" sldId="290"/>
        </pc:sldMkLst>
        <pc:spChg chg="mod">
          <ac:chgData name="Eigo, Jennifer" userId="e3b471ce-3052-4ace-a868-147a95701c6a" providerId="ADAL" clId="{0B3664BE-474A-48A7-BE3B-DEE44B971C9E}" dt="2025-06-09T16:11:10.848" v="992" actId="20577"/>
          <ac:spMkLst>
            <pc:docMk/>
            <pc:sldMk cId="0" sldId="290"/>
            <ac:spMk id="37890" creationId="{00000000-0000-0000-0000-000000000000}"/>
          </ac:spMkLst>
        </pc:spChg>
      </pc:sldChg>
      <pc:sldChg chg="modSp mod">
        <pc:chgData name="Eigo, Jennifer" userId="e3b471ce-3052-4ace-a868-147a95701c6a" providerId="ADAL" clId="{0B3664BE-474A-48A7-BE3B-DEE44B971C9E}" dt="2025-06-10T15:36:02.238" v="2204" actId="6549"/>
        <pc:sldMkLst>
          <pc:docMk/>
          <pc:sldMk cId="0" sldId="291"/>
        </pc:sldMkLst>
        <pc:spChg chg="mod">
          <ac:chgData name="Eigo, Jennifer" userId="e3b471ce-3052-4ace-a868-147a95701c6a" providerId="ADAL" clId="{0B3664BE-474A-48A7-BE3B-DEE44B971C9E}" dt="2025-06-10T15:36:02.238" v="2204" actId="6549"/>
          <ac:spMkLst>
            <pc:docMk/>
            <pc:sldMk cId="0" sldId="291"/>
            <ac:spMk id="24579" creationId="{00000000-0000-0000-0000-000000000000}"/>
          </ac:spMkLst>
        </pc:spChg>
      </pc:sldChg>
      <pc:sldChg chg="del">
        <pc:chgData name="Eigo, Jennifer" userId="e3b471ce-3052-4ace-a868-147a95701c6a" providerId="ADAL" clId="{0B3664BE-474A-48A7-BE3B-DEE44B971C9E}" dt="2025-06-10T14:04:39.702" v="1517" actId="47"/>
        <pc:sldMkLst>
          <pc:docMk/>
          <pc:sldMk cId="0" sldId="292"/>
        </pc:sldMkLst>
      </pc:sldChg>
      <pc:sldChg chg="del">
        <pc:chgData name="Eigo, Jennifer" userId="e3b471ce-3052-4ace-a868-147a95701c6a" providerId="ADAL" clId="{0B3664BE-474A-48A7-BE3B-DEE44B971C9E}" dt="2025-06-10T14:04:40.700" v="1518" actId="47"/>
        <pc:sldMkLst>
          <pc:docMk/>
          <pc:sldMk cId="0" sldId="293"/>
        </pc:sldMkLst>
      </pc:sldChg>
      <pc:sldChg chg="del">
        <pc:chgData name="Eigo, Jennifer" userId="e3b471ce-3052-4ace-a868-147a95701c6a" providerId="ADAL" clId="{0B3664BE-474A-48A7-BE3B-DEE44B971C9E}" dt="2025-06-10T14:04:42.210" v="1519" actId="47"/>
        <pc:sldMkLst>
          <pc:docMk/>
          <pc:sldMk cId="0" sldId="294"/>
        </pc:sldMkLst>
      </pc:sldChg>
      <pc:sldChg chg="modSp mod">
        <pc:chgData name="Eigo, Jennifer" userId="e3b471ce-3052-4ace-a868-147a95701c6a" providerId="ADAL" clId="{0B3664BE-474A-48A7-BE3B-DEE44B971C9E}" dt="2025-06-10T21:23:07.643" v="2957" actId="20577"/>
        <pc:sldMkLst>
          <pc:docMk/>
          <pc:sldMk cId="0" sldId="295"/>
        </pc:sldMkLst>
        <pc:spChg chg="mod">
          <ac:chgData name="Eigo, Jennifer" userId="e3b471ce-3052-4ace-a868-147a95701c6a" providerId="ADAL" clId="{0B3664BE-474A-48A7-BE3B-DEE44B971C9E}" dt="2025-06-10T21:23:07.643" v="2957" actId="20577"/>
          <ac:spMkLst>
            <pc:docMk/>
            <pc:sldMk cId="0" sldId="295"/>
            <ac:spMk id="81923" creationId="{00000000-0000-0000-0000-000000000000}"/>
          </ac:spMkLst>
        </pc:spChg>
      </pc:sldChg>
      <pc:sldChg chg="modSp mod">
        <pc:chgData name="Eigo, Jennifer" userId="e3b471ce-3052-4ace-a868-147a95701c6a" providerId="ADAL" clId="{0B3664BE-474A-48A7-BE3B-DEE44B971C9E}" dt="2025-06-09T15:34:34.655" v="991" actId="20577"/>
        <pc:sldMkLst>
          <pc:docMk/>
          <pc:sldMk cId="0" sldId="296"/>
        </pc:sldMkLst>
        <pc:spChg chg="mod">
          <ac:chgData name="Eigo, Jennifer" userId="e3b471ce-3052-4ace-a868-147a95701c6a" providerId="ADAL" clId="{0B3664BE-474A-48A7-BE3B-DEE44B971C9E}" dt="2025-06-09T15:34:34.655" v="991" actId="20577"/>
          <ac:spMkLst>
            <pc:docMk/>
            <pc:sldMk cId="0" sldId="296"/>
            <ac:spMk id="29698" creationId="{00000000-0000-0000-0000-000000000000}"/>
          </ac:spMkLst>
        </pc:spChg>
      </pc:sldChg>
      <pc:sldChg chg="del">
        <pc:chgData name="Eigo, Jennifer" userId="e3b471ce-3052-4ace-a868-147a95701c6a" providerId="ADAL" clId="{0B3664BE-474A-48A7-BE3B-DEE44B971C9E}" dt="2025-06-10T14:04:35.659" v="1515" actId="47"/>
        <pc:sldMkLst>
          <pc:docMk/>
          <pc:sldMk cId="0" sldId="297"/>
        </pc:sldMkLst>
      </pc:sldChg>
      <pc:sldChg chg="del">
        <pc:chgData name="Eigo, Jennifer" userId="e3b471ce-3052-4ace-a868-147a95701c6a" providerId="ADAL" clId="{0B3664BE-474A-48A7-BE3B-DEE44B971C9E}" dt="2025-06-09T15:31:26.026" v="981" actId="47"/>
        <pc:sldMkLst>
          <pc:docMk/>
          <pc:sldMk cId="0" sldId="298"/>
        </pc:sldMkLst>
      </pc:sldChg>
      <pc:sldChg chg="del">
        <pc:chgData name="Eigo, Jennifer" userId="e3b471ce-3052-4ace-a868-147a95701c6a" providerId="ADAL" clId="{0B3664BE-474A-48A7-BE3B-DEE44B971C9E}" dt="2025-06-09T15:01:56.713" v="105" actId="47"/>
        <pc:sldMkLst>
          <pc:docMk/>
          <pc:sldMk cId="0" sldId="299"/>
        </pc:sldMkLst>
      </pc:sldChg>
      <pc:sldChg chg="modSp mod">
        <pc:chgData name="Eigo, Jennifer" userId="e3b471ce-3052-4ace-a868-147a95701c6a" providerId="ADAL" clId="{0B3664BE-474A-48A7-BE3B-DEE44B971C9E}" dt="2025-06-09T15:11:31.157" v="281" actId="20577"/>
        <pc:sldMkLst>
          <pc:docMk/>
          <pc:sldMk cId="807269083" sldId="303"/>
        </pc:sldMkLst>
        <pc:spChg chg="mod">
          <ac:chgData name="Eigo, Jennifer" userId="e3b471ce-3052-4ace-a868-147a95701c6a" providerId="ADAL" clId="{0B3664BE-474A-48A7-BE3B-DEE44B971C9E}" dt="2025-06-09T15:11:31.157" v="281" actId="20577"/>
          <ac:spMkLst>
            <pc:docMk/>
            <pc:sldMk cId="807269083" sldId="303"/>
            <ac:spMk id="11" creationId="{00000000-0000-0000-0000-000000000000}"/>
          </ac:spMkLst>
        </pc:spChg>
      </pc:sldChg>
      <pc:sldChg chg="ord">
        <pc:chgData name="Eigo, Jennifer" userId="e3b471ce-3052-4ace-a868-147a95701c6a" providerId="ADAL" clId="{0B3664BE-474A-48A7-BE3B-DEE44B971C9E}" dt="2025-06-09T15:06:48.610" v="113"/>
        <pc:sldMkLst>
          <pc:docMk/>
          <pc:sldMk cId="1756298949" sldId="304"/>
        </pc:sldMkLst>
      </pc:sldChg>
      <pc:sldChg chg="delSp modSp mod">
        <pc:chgData name="Eigo, Jennifer" userId="e3b471ce-3052-4ace-a868-147a95701c6a" providerId="ADAL" clId="{0B3664BE-474A-48A7-BE3B-DEE44B971C9E}" dt="2025-06-10T21:19:08.788" v="2622" actId="20577"/>
        <pc:sldMkLst>
          <pc:docMk/>
          <pc:sldMk cId="3865727280" sldId="307"/>
        </pc:sldMkLst>
        <pc:spChg chg="mod">
          <ac:chgData name="Eigo, Jennifer" userId="e3b471ce-3052-4ace-a868-147a95701c6a" providerId="ADAL" clId="{0B3664BE-474A-48A7-BE3B-DEE44B971C9E}" dt="2025-06-10T21:18:30.117" v="2599" actId="6549"/>
          <ac:spMkLst>
            <pc:docMk/>
            <pc:sldMk cId="3865727280" sldId="307"/>
            <ac:spMk id="24579" creationId="{00000000-0000-0000-0000-000000000000}"/>
          </ac:spMkLst>
        </pc:spChg>
        <pc:spChg chg="mod">
          <ac:chgData name="Eigo, Jennifer" userId="e3b471ce-3052-4ace-a868-147a95701c6a" providerId="ADAL" clId="{0B3664BE-474A-48A7-BE3B-DEE44B971C9E}" dt="2025-06-10T21:19:08.788" v="2622" actId="20577"/>
          <ac:spMkLst>
            <pc:docMk/>
            <pc:sldMk cId="3865727280" sldId="307"/>
            <ac:spMk id="47106" creationId="{00000000-0000-0000-0000-000000000000}"/>
          </ac:spMkLst>
        </pc:spChg>
      </pc:sldChg>
      <pc:sldChg chg="modSp add mod">
        <pc:chgData name="Eigo, Jennifer" userId="e3b471ce-3052-4ace-a868-147a95701c6a" providerId="ADAL" clId="{0B3664BE-474A-48A7-BE3B-DEE44B971C9E}" dt="2025-06-09T15:30:53.869" v="980" actId="20577"/>
        <pc:sldMkLst>
          <pc:docMk/>
          <pc:sldMk cId="3830028954" sldId="308"/>
        </pc:sldMkLst>
        <pc:spChg chg="mod">
          <ac:chgData name="Eigo, Jennifer" userId="e3b471ce-3052-4ace-a868-147a95701c6a" providerId="ADAL" clId="{0B3664BE-474A-48A7-BE3B-DEE44B971C9E}" dt="2025-06-09T15:30:53.869" v="980" actId="20577"/>
          <ac:spMkLst>
            <pc:docMk/>
            <pc:sldMk cId="3830028954" sldId="308"/>
            <ac:spMk id="39939" creationId="{D00B11EC-346E-27F9-C985-161ABE6FA330}"/>
          </ac:spMkLst>
        </pc:spChg>
      </pc:sldChg>
      <pc:sldChg chg="modSp add del mod ord">
        <pc:chgData name="Eigo, Jennifer" userId="e3b471ce-3052-4ace-a868-147a95701c6a" providerId="ADAL" clId="{0B3664BE-474A-48A7-BE3B-DEE44B971C9E}" dt="2025-06-09T16:15:21.376" v="1206" actId="1035"/>
        <pc:sldMkLst>
          <pc:docMk/>
          <pc:sldMk cId="0" sldId="309"/>
        </pc:sldMkLst>
        <pc:spChg chg="mod">
          <ac:chgData name="Eigo, Jennifer" userId="e3b471ce-3052-4ace-a868-147a95701c6a" providerId="ADAL" clId="{0B3664BE-474A-48A7-BE3B-DEE44B971C9E}" dt="2025-06-09T16:15:21.376" v="1206" actId="1035"/>
          <ac:spMkLst>
            <pc:docMk/>
            <pc:sldMk cId="0" sldId="309"/>
            <ac:spMk id="7171" creationId="{77BC53F1-40B5-309B-4A73-824F7E48786A}"/>
          </ac:spMkLst>
        </pc:spChg>
        <pc:spChg chg="mod">
          <ac:chgData name="Eigo, Jennifer" userId="e3b471ce-3052-4ace-a868-147a95701c6a" providerId="ADAL" clId="{0B3664BE-474A-48A7-BE3B-DEE44B971C9E}" dt="2025-06-09T16:15:21.376" v="1206" actId="1035"/>
          <ac:spMkLst>
            <pc:docMk/>
            <pc:sldMk cId="0" sldId="309"/>
            <ac:spMk id="7172" creationId="{18150DE8-387D-D529-2EBD-C8137C1401EE}"/>
          </ac:spMkLst>
        </pc:spChg>
        <pc:spChg chg="mod">
          <ac:chgData name="Eigo, Jennifer" userId="e3b471ce-3052-4ace-a868-147a95701c6a" providerId="ADAL" clId="{0B3664BE-474A-48A7-BE3B-DEE44B971C9E}" dt="2025-06-09T16:13:12.437" v="999" actId="255"/>
          <ac:spMkLst>
            <pc:docMk/>
            <pc:sldMk cId="0" sldId="309"/>
            <ac:spMk id="9218" creationId="{CAC041AF-42C3-7E4E-4FFB-05549119A57E}"/>
          </ac:spMkLst>
        </pc:spChg>
        <pc:spChg chg="mod">
          <ac:chgData name="Eigo, Jennifer" userId="e3b471ce-3052-4ace-a868-147a95701c6a" providerId="ADAL" clId="{0B3664BE-474A-48A7-BE3B-DEE44B971C9E}" dt="2025-06-09T16:15:06.026" v="1183" actId="1035"/>
          <ac:spMkLst>
            <pc:docMk/>
            <pc:sldMk cId="0" sldId="309"/>
            <ac:spMk id="9221" creationId="{54D6FACF-B849-9487-7D48-5F3E688B88D1}"/>
          </ac:spMkLst>
        </pc:spChg>
      </pc:sldChg>
      <pc:sldChg chg="addSp delSp modSp add mod ord">
        <pc:chgData name="Eigo, Jennifer" userId="e3b471ce-3052-4ace-a868-147a95701c6a" providerId="ADAL" clId="{0B3664BE-474A-48A7-BE3B-DEE44B971C9E}" dt="2025-06-10T22:46:10.358" v="4567" actId="962"/>
        <pc:sldMkLst>
          <pc:docMk/>
          <pc:sldMk cId="0" sldId="310"/>
        </pc:sldMkLst>
        <pc:spChg chg="mod">
          <ac:chgData name="Eigo, Jennifer" userId="e3b471ce-3052-4ace-a868-147a95701c6a" providerId="ADAL" clId="{0B3664BE-474A-48A7-BE3B-DEE44B971C9E}" dt="2025-06-10T15:22:18.947" v="1705" actId="20577"/>
          <ac:spMkLst>
            <pc:docMk/>
            <pc:sldMk cId="0" sldId="310"/>
            <ac:spMk id="7" creationId="{B6FCBB61-7F2A-35B3-3499-FE4681822CFE}"/>
          </ac:spMkLst>
        </pc:spChg>
        <pc:picChg chg="add mod">
          <ac:chgData name="Eigo, Jennifer" userId="e3b471ce-3052-4ace-a868-147a95701c6a" providerId="ADAL" clId="{0B3664BE-474A-48A7-BE3B-DEE44B971C9E}" dt="2025-06-10T22:46:10.358" v="4567" actId="962"/>
          <ac:picMkLst>
            <pc:docMk/>
            <pc:sldMk cId="0" sldId="310"/>
            <ac:picMk id="7174" creationId="{AE48A60D-A227-F581-E68E-22AD04937301}"/>
          </ac:picMkLst>
        </pc:picChg>
      </pc:sldChg>
      <pc:sldChg chg="delSp modSp add mod">
        <pc:chgData name="Eigo, Jennifer" userId="e3b471ce-3052-4ace-a868-147a95701c6a" providerId="ADAL" clId="{0B3664BE-474A-48A7-BE3B-DEE44B971C9E}" dt="2025-06-10T22:36:03.391" v="3274" actId="478"/>
        <pc:sldMkLst>
          <pc:docMk/>
          <pc:sldMk cId="0" sldId="311"/>
        </pc:sldMkLst>
        <pc:spChg chg="mod">
          <ac:chgData name="Eigo, Jennifer" userId="e3b471ce-3052-4ace-a868-147a95701c6a" providerId="ADAL" clId="{0B3664BE-474A-48A7-BE3B-DEE44B971C9E}" dt="2025-06-10T22:36:00.519" v="3273" actId="6549"/>
          <ac:spMkLst>
            <pc:docMk/>
            <pc:sldMk cId="0" sldId="311"/>
            <ac:spMk id="2" creationId="{6DE28153-53BC-1D18-49D9-2471B8FF8881}"/>
          </ac:spMkLst>
        </pc:spChg>
      </pc:sldChg>
      <pc:sldChg chg="addSp delSp modSp add mod">
        <pc:chgData name="Eigo, Jennifer" userId="e3b471ce-3052-4ace-a868-147a95701c6a" providerId="ADAL" clId="{0B3664BE-474A-48A7-BE3B-DEE44B971C9E}" dt="2025-06-10T22:45:18.061" v="4179" actId="962"/>
        <pc:sldMkLst>
          <pc:docMk/>
          <pc:sldMk cId="0" sldId="312"/>
        </pc:sldMkLst>
        <pc:spChg chg="mod">
          <ac:chgData name="Eigo, Jennifer" userId="e3b471ce-3052-4ace-a868-147a95701c6a" providerId="ADAL" clId="{0B3664BE-474A-48A7-BE3B-DEE44B971C9E}" dt="2025-06-10T16:34:06.989" v="2233" actId="6549"/>
          <ac:spMkLst>
            <pc:docMk/>
            <pc:sldMk cId="0" sldId="312"/>
            <ac:spMk id="2" creationId="{43A3EFD0-23DC-6181-8D48-8B9C4818D208}"/>
          </ac:spMkLst>
        </pc:spChg>
        <pc:spChg chg="mod">
          <ac:chgData name="Eigo, Jennifer" userId="e3b471ce-3052-4ace-a868-147a95701c6a" providerId="ADAL" clId="{0B3664BE-474A-48A7-BE3B-DEE44B971C9E}" dt="2025-06-10T15:18:23.327" v="1530" actId="6549"/>
          <ac:spMkLst>
            <pc:docMk/>
            <pc:sldMk cId="0" sldId="312"/>
            <ac:spMk id="22530" creationId="{DD164626-FF32-5085-82B1-5C5C83AD7067}"/>
          </ac:spMkLst>
        </pc:spChg>
        <pc:picChg chg="add mod">
          <ac:chgData name="Eigo, Jennifer" userId="e3b471ce-3052-4ace-a868-147a95701c6a" providerId="ADAL" clId="{0B3664BE-474A-48A7-BE3B-DEE44B971C9E}" dt="2025-06-10T22:45:18.061" v="4179" actId="962"/>
          <ac:picMkLst>
            <pc:docMk/>
            <pc:sldMk cId="0" sldId="312"/>
            <ac:picMk id="3074" creationId="{8FC51FEF-8761-28D3-B6F7-E6D83879CEF0}"/>
          </ac:picMkLst>
        </pc:picChg>
      </pc:sldChg>
      <pc:sldChg chg="add">
        <pc:chgData name="Eigo, Jennifer" userId="e3b471ce-3052-4ace-a868-147a95701c6a" providerId="ADAL" clId="{0B3664BE-474A-48A7-BE3B-DEE44B971C9E}" dt="2025-06-10T13:53:47.229" v="1497" actId="2890"/>
        <pc:sldMkLst>
          <pc:docMk/>
          <pc:sldMk cId="4140619234" sldId="313"/>
        </pc:sldMkLst>
      </pc:sldChg>
      <pc:sldChg chg="addSp delSp modSp add mod">
        <pc:chgData name="Eigo, Jennifer" userId="e3b471ce-3052-4ace-a868-147a95701c6a" providerId="ADAL" clId="{0B3664BE-474A-48A7-BE3B-DEE44B971C9E}" dt="2025-06-10T22:46:55.533" v="4753" actId="962"/>
        <pc:sldMkLst>
          <pc:docMk/>
          <pc:sldMk cId="0" sldId="314"/>
        </pc:sldMkLst>
        <pc:spChg chg="mod">
          <ac:chgData name="Eigo, Jennifer" userId="e3b471ce-3052-4ace-a868-147a95701c6a" providerId="ADAL" clId="{0B3664BE-474A-48A7-BE3B-DEE44B971C9E}" dt="2025-06-10T17:13:39.749" v="2460" actId="20577"/>
          <ac:spMkLst>
            <pc:docMk/>
            <pc:sldMk cId="0" sldId="314"/>
            <ac:spMk id="7" creationId="{66029718-794A-D981-FA4D-85F902995717}"/>
          </ac:spMkLst>
        </pc:spChg>
        <pc:spChg chg="mod">
          <ac:chgData name="Eigo, Jennifer" userId="e3b471ce-3052-4ace-a868-147a95701c6a" providerId="ADAL" clId="{0B3664BE-474A-48A7-BE3B-DEE44B971C9E}" dt="2025-06-10T17:05:04.958" v="2299" actId="20577"/>
          <ac:spMkLst>
            <pc:docMk/>
            <pc:sldMk cId="0" sldId="314"/>
            <ac:spMk id="35842" creationId="{40CFAC02-1C7A-9C6B-67F5-D2395505E5F2}"/>
          </ac:spMkLst>
        </pc:spChg>
        <pc:picChg chg="add mod">
          <ac:chgData name="Eigo, Jennifer" userId="e3b471ce-3052-4ace-a868-147a95701c6a" providerId="ADAL" clId="{0B3664BE-474A-48A7-BE3B-DEE44B971C9E}" dt="2025-06-10T22:46:55.533" v="4753" actId="962"/>
          <ac:picMkLst>
            <pc:docMk/>
            <pc:sldMk cId="0" sldId="314"/>
            <ac:picMk id="1028" creationId="{86A06882-064D-BEB8-63A6-F3DB126D6D55}"/>
          </ac:picMkLst>
        </pc:picChg>
      </pc:sldChg>
      <pc:sldChg chg="addSp delSp modSp add mod ord">
        <pc:chgData name="Eigo, Jennifer" userId="e3b471ce-3052-4ace-a868-147a95701c6a" providerId="ADAL" clId="{0B3664BE-474A-48A7-BE3B-DEE44B971C9E}" dt="2025-06-17T18:12:46.827" v="5113" actId="20577"/>
        <pc:sldMkLst>
          <pc:docMk/>
          <pc:sldMk cId="2213537700" sldId="330"/>
        </pc:sldMkLst>
        <pc:spChg chg="mod">
          <ac:chgData name="Eigo, Jennifer" userId="e3b471ce-3052-4ace-a868-147a95701c6a" providerId="ADAL" clId="{0B3664BE-474A-48A7-BE3B-DEE44B971C9E}" dt="2025-06-17T18:12:46.827" v="5113" actId="20577"/>
          <ac:spMkLst>
            <pc:docMk/>
            <pc:sldMk cId="2213537700" sldId="330"/>
            <ac:spMk id="7" creationId="{00000000-0000-0000-0000-000000000000}"/>
          </ac:spMkLst>
        </pc:spChg>
        <pc:spChg chg="mod">
          <ac:chgData name="Eigo, Jennifer" userId="e3b471ce-3052-4ace-a868-147a95701c6a" providerId="ADAL" clId="{0B3664BE-474A-48A7-BE3B-DEE44B971C9E}" dt="2025-06-10T22:37:01.169" v="3299" actId="20577"/>
          <ac:spMkLst>
            <pc:docMk/>
            <pc:sldMk cId="2213537700" sldId="330"/>
            <ac:spMk id="11266" creationId="{00000000-0000-0000-0000-000000000000}"/>
          </ac:spMkLst>
        </pc:spChg>
      </pc:sldChg>
      <pc:sldChg chg="modSp add mod">
        <pc:chgData name="Eigo, Jennifer" userId="e3b471ce-3052-4ace-a868-147a95701c6a" providerId="ADAL" clId="{0B3664BE-474A-48A7-BE3B-DEE44B971C9E}" dt="2025-06-10T22:47:34.397" v="4879" actId="962"/>
        <pc:sldMkLst>
          <pc:docMk/>
          <pc:sldMk cId="9774248" sldId="331"/>
        </pc:sldMkLst>
        <pc:spChg chg="mod">
          <ac:chgData name="Eigo, Jennifer" userId="e3b471ce-3052-4ace-a868-147a95701c6a" providerId="ADAL" clId="{0B3664BE-474A-48A7-BE3B-DEE44B971C9E}" dt="2025-06-10T22:37:26.965" v="3319" actId="20577"/>
          <ac:spMkLst>
            <pc:docMk/>
            <pc:sldMk cId="9774248" sldId="331"/>
            <ac:spMk id="7" creationId="{30ED8A5D-4D14-0A57-B8AE-31322624834D}"/>
          </ac:spMkLst>
        </pc:spChg>
        <pc:spChg chg="mod">
          <ac:chgData name="Eigo, Jennifer" userId="e3b471ce-3052-4ace-a868-147a95701c6a" providerId="ADAL" clId="{0B3664BE-474A-48A7-BE3B-DEE44B971C9E}" dt="2025-06-10T22:37:19.796" v="3318" actId="20577"/>
          <ac:spMkLst>
            <pc:docMk/>
            <pc:sldMk cId="9774248" sldId="331"/>
            <ac:spMk id="11266" creationId="{59D588C8-F601-3D9D-22A1-CE2CFB16FE22}"/>
          </ac:spMkLst>
        </pc:spChg>
        <pc:picChg chg="mod">
          <ac:chgData name="Eigo, Jennifer" userId="e3b471ce-3052-4ace-a868-147a95701c6a" providerId="ADAL" clId="{0B3664BE-474A-48A7-BE3B-DEE44B971C9E}" dt="2025-06-10T22:47:34.397" v="4879" actId="962"/>
          <ac:picMkLst>
            <pc:docMk/>
            <pc:sldMk cId="9774248" sldId="331"/>
            <ac:picMk id="14338" creationId="{036269B0-87AC-9662-A465-25E9560A8F70}"/>
          </ac:picMkLst>
        </pc:picChg>
      </pc:sldChg>
      <pc:sldChg chg="add">
        <pc:chgData name="Eigo, Jennifer" userId="e3b471ce-3052-4ace-a868-147a95701c6a" providerId="ADAL" clId="{0B3664BE-474A-48A7-BE3B-DEE44B971C9E}" dt="2025-06-17T15:08:36.298" v="4992" actId="2890"/>
        <pc:sldMkLst>
          <pc:docMk/>
          <pc:sldMk cId="4166996900" sldId="332"/>
        </pc:sldMkLst>
      </pc:sldChg>
    </pc:docChg>
  </pc:docChgLst>
  <pc:docChgLst>
    <pc:chgData name="Eigo, Jennifer" userId="e3b471ce-3052-4ace-a868-147a95701c6a" providerId="ADAL" clId="{235A46D3-2FB3-4C66-8125-6D1C71C6A867}"/>
    <pc:docChg chg="modSld">
      <pc:chgData name="Eigo, Jennifer" userId="e3b471ce-3052-4ace-a868-147a95701c6a" providerId="ADAL" clId="{235A46D3-2FB3-4C66-8125-6D1C71C6A867}" dt="2024-08-26T20:17:15.074" v="4" actId="20577"/>
      <pc:docMkLst>
        <pc:docMk/>
      </pc:docMkLst>
      <pc:sldChg chg="modSp mod">
        <pc:chgData name="Eigo, Jennifer" userId="e3b471ce-3052-4ace-a868-147a95701c6a" providerId="ADAL" clId="{235A46D3-2FB3-4C66-8125-6D1C71C6A867}" dt="2024-08-26T20:17:15.074" v="4" actId="20577"/>
        <pc:sldMkLst>
          <pc:docMk/>
          <pc:sldMk cId="0" sldId="297"/>
        </pc:sldMkLst>
      </pc:sldChg>
    </pc:docChg>
  </pc:docChgLst>
  <pc:docChgLst>
    <pc:chgData name="Eigo, Jennifer" userId="e3b471ce-3052-4ace-a868-147a95701c6a" providerId="ADAL" clId="{AE504BDE-C668-4D6F-AF5D-D1CE086C9769}"/>
    <pc:docChg chg="modSld">
      <pc:chgData name="Eigo, Jennifer" userId="e3b471ce-3052-4ace-a868-147a95701c6a" providerId="ADAL" clId="{AE504BDE-C668-4D6F-AF5D-D1CE086C9769}" dt="2025-02-03T18:17:59.457" v="13" actId="20577"/>
      <pc:docMkLst>
        <pc:docMk/>
      </pc:docMkLst>
      <pc:sldChg chg="modSp mod">
        <pc:chgData name="Eigo, Jennifer" userId="e3b471ce-3052-4ace-a868-147a95701c6a" providerId="ADAL" clId="{AE504BDE-C668-4D6F-AF5D-D1CE086C9769}" dt="2025-02-03T18:17:59.457" v="13" actId="20577"/>
        <pc:sldMkLst>
          <pc:docMk/>
          <pc:sldMk cId="0"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C4CA36F4-8271-4A12-B45F-182E541E0C44}" type="datetimeFigureOut">
              <a:rPr lang="en-US"/>
              <a:pPr>
                <a:defRPr/>
              </a:pPr>
              <a:t>6/17/2025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pPr>
              <a:defRPr/>
            </a:pPr>
            <a:fld id="{94390DD3-A17B-471F-8FC9-7059BD43C46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8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E5B8174-7361-4C32-930B-41E944853B2A}" type="slidenum">
              <a:rPr lang="en-US" altLang="en-US" smtClean="0">
                <a:latin typeface="Arial" panose="020B0604020202020204" pitchFamily="34" charset="0"/>
              </a:rPr>
              <a:pPr>
                <a:spcBef>
                  <a:spcPct val="0"/>
                </a:spcBef>
              </a:pPr>
              <a:t>1</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36078D1-963C-4F87-8702-6955731AE6A9}" type="slidenum">
              <a:rPr lang="en-US" altLang="en-US" smtClean="0">
                <a:latin typeface="Arial" panose="020B0604020202020204" pitchFamily="34" charset="0"/>
              </a:rPr>
              <a:pPr>
                <a:spcBef>
                  <a:spcPct val="0"/>
                </a:spcBef>
              </a:pPr>
              <a:t>2</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kumimoji="1" sz="1200">
                <a:solidFill>
                  <a:schemeClr val="tx1"/>
                </a:solidFill>
                <a:latin typeface="Arial" panose="020B0604020202020204" pitchFamily="34" charset="0"/>
              </a:defRPr>
            </a:lvl1pPr>
            <a:lvl2pPr marL="742950" indent="-285750" defTabSz="930275">
              <a:spcBef>
                <a:spcPct val="30000"/>
              </a:spcBef>
              <a:defRPr kumimoji="1" sz="1200">
                <a:solidFill>
                  <a:schemeClr val="tx1"/>
                </a:solidFill>
                <a:latin typeface="Arial" panose="020B0604020202020204" pitchFamily="34" charset="0"/>
              </a:defRPr>
            </a:lvl2pPr>
            <a:lvl3pPr marL="1143000" indent="-228600" defTabSz="930275">
              <a:spcBef>
                <a:spcPct val="30000"/>
              </a:spcBef>
              <a:defRPr kumimoji="1" sz="1200">
                <a:solidFill>
                  <a:schemeClr val="tx1"/>
                </a:solidFill>
                <a:latin typeface="Arial" panose="020B0604020202020204" pitchFamily="34" charset="0"/>
              </a:defRPr>
            </a:lvl3pPr>
            <a:lvl4pPr marL="1600200" indent="-228600" defTabSz="930275">
              <a:spcBef>
                <a:spcPct val="30000"/>
              </a:spcBef>
              <a:defRPr kumimoji="1" sz="1200">
                <a:solidFill>
                  <a:schemeClr val="tx1"/>
                </a:solidFill>
                <a:latin typeface="Arial" panose="020B0604020202020204" pitchFamily="34" charset="0"/>
              </a:defRPr>
            </a:lvl4pPr>
            <a:lvl5pPr marL="2057400" indent="-228600" defTabSz="930275">
              <a:spcBef>
                <a:spcPct val="30000"/>
              </a:spcBef>
              <a:defRPr kumimoji="1" sz="1200">
                <a:solidFill>
                  <a:schemeClr val="tx1"/>
                </a:solidFill>
                <a:latin typeface="Arial" panose="020B0604020202020204" pitchFamily="34" charset="0"/>
              </a:defRPr>
            </a:lvl5pPr>
            <a:lvl6pPr marL="2514600" indent="-228600" defTabSz="930275"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30275"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30275"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30275"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8D10B9E2-93BD-439B-907F-D0804182F07B}" type="slidenum">
              <a:rPr kumimoji="0" lang="en-US" altLang="en-US" smtClean="0">
                <a:latin typeface="Tahoma" panose="020B0604030504040204" pitchFamily="34" charset="0"/>
              </a:rPr>
              <a:pPr>
                <a:spcBef>
                  <a:spcPct val="0"/>
                </a:spcBef>
              </a:pPr>
              <a:t>3</a:t>
            </a:fld>
            <a:endParaRPr kumimoji="0" lang="en-US" altLang="en-US">
              <a:latin typeface="Tahoma" panose="020B060403050404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20476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016E-D0D4-C5BB-1443-02F3EF2D23D9}"/>
            </a:ext>
          </a:extLst>
        </p:cNvPr>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6580EEA6-CF1B-111D-E24A-0A1E583B45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917291C8-98D0-176D-FF6F-75D5EBA6030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a:extLst>
              <a:ext uri="{FF2B5EF4-FFF2-40B4-BE49-F238E27FC236}">
                <a16:creationId xmlns:a16="http://schemas.microsoft.com/office/drawing/2014/main" id="{140F93F7-A444-4C63-0CDA-76BE8AE49E4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36078D1-963C-4F87-8702-6955731AE6A9}" type="slidenum">
              <a:rPr lang="en-US" altLang="en-US" smtClean="0">
                <a:latin typeface="Arial" panose="020B0604020202020204" pitchFamily="34" charset="0"/>
              </a:rPr>
              <a:pPr>
                <a:spcBef>
                  <a:spcPct val="0"/>
                </a:spcBef>
              </a:pPr>
              <a:t>4</a:t>
            </a:fld>
            <a:endParaRPr lang="en-US" altLang="en-US">
              <a:latin typeface="Arial" panose="020B0604020202020204" pitchFamily="34" charset="0"/>
            </a:endParaRPr>
          </a:p>
        </p:txBody>
      </p:sp>
    </p:spTree>
    <p:extLst>
      <p:ext uri="{BB962C8B-B14F-4D97-AF65-F5344CB8AC3E}">
        <p14:creationId xmlns:p14="http://schemas.microsoft.com/office/powerpoint/2010/main" val="2964027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kumimoji="1" sz="1200">
                <a:solidFill>
                  <a:schemeClr val="tx1"/>
                </a:solidFill>
                <a:latin typeface="Arial" panose="020B0604020202020204" pitchFamily="34" charset="0"/>
              </a:defRPr>
            </a:lvl1pPr>
            <a:lvl2pPr marL="742950" indent="-285750" defTabSz="930275">
              <a:spcBef>
                <a:spcPct val="30000"/>
              </a:spcBef>
              <a:defRPr kumimoji="1" sz="1200">
                <a:solidFill>
                  <a:schemeClr val="tx1"/>
                </a:solidFill>
                <a:latin typeface="Arial" panose="020B0604020202020204" pitchFamily="34" charset="0"/>
              </a:defRPr>
            </a:lvl2pPr>
            <a:lvl3pPr marL="1143000" indent="-228600" defTabSz="930275">
              <a:spcBef>
                <a:spcPct val="30000"/>
              </a:spcBef>
              <a:defRPr kumimoji="1" sz="1200">
                <a:solidFill>
                  <a:schemeClr val="tx1"/>
                </a:solidFill>
                <a:latin typeface="Arial" panose="020B0604020202020204" pitchFamily="34" charset="0"/>
              </a:defRPr>
            </a:lvl3pPr>
            <a:lvl4pPr marL="1600200" indent="-228600" defTabSz="930275">
              <a:spcBef>
                <a:spcPct val="30000"/>
              </a:spcBef>
              <a:defRPr kumimoji="1" sz="1200">
                <a:solidFill>
                  <a:schemeClr val="tx1"/>
                </a:solidFill>
                <a:latin typeface="Arial" panose="020B0604020202020204" pitchFamily="34" charset="0"/>
              </a:defRPr>
            </a:lvl4pPr>
            <a:lvl5pPr marL="2057400" indent="-228600" defTabSz="930275">
              <a:spcBef>
                <a:spcPct val="30000"/>
              </a:spcBef>
              <a:defRPr kumimoji="1" sz="1200">
                <a:solidFill>
                  <a:schemeClr val="tx1"/>
                </a:solidFill>
                <a:latin typeface="Arial" panose="020B0604020202020204" pitchFamily="34" charset="0"/>
              </a:defRPr>
            </a:lvl5pPr>
            <a:lvl6pPr marL="2514600" indent="-228600" defTabSz="930275"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30275"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30275"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30275" eaLnBrk="0" fontAlgn="base" hangingPunct="0">
              <a:spcBef>
                <a:spcPct val="30000"/>
              </a:spcBef>
              <a:spcAft>
                <a:spcPct val="0"/>
              </a:spcAft>
              <a:defRPr kumimoji="1" sz="1200">
                <a:solidFill>
                  <a:schemeClr val="tx1"/>
                </a:solidFill>
                <a:latin typeface="Arial" panose="020B0604020202020204" pitchFamily="34" charset="0"/>
              </a:defRPr>
            </a:lvl9pPr>
          </a:lstStyle>
          <a:p>
            <a:pPr>
              <a:spcBef>
                <a:spcPct val="0"/>
              </a:spcBef>
            </a:pPr>
            <a:fld id="{AFED34B8-5294-4EEB-BBA2-03A0C41CA392}" type="slidenum">
              <a:rPr kumimoji="0" lang="en-US" altLang="en-US" smtClean="0">
                <a:latin typeface="Tahoma" panose="020B0604030504040204" pitchFamily="34" charset="0"/>
              </a:rPr>
              <a:pPr>
                <a:spcBef>
                  <a:spcPct val="0"/>
                </a:spcBef>
              </a:pPr>
              <a:t>5</a:t>
            </a:fld>
            <a:endParaRPr kumimoji="0" lang="en-US" altLang="en-US">
              <a:latin typeface="Tahoma" panose="020B060403050404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82233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4F0F99C-E5F5-4506-9A71-50AA66DAA44D}" type="slidenum">
              <a:rPr lang="en-US" altLang="en-US" smtClean="0">
                <a:latin typeface="Arial" panose="020B0604020202020204" pitchFamily="34" charset="0"/>
              </a:rPr>
              <a:pPr>
                <a:spcBef>
                  <a:spcPct val="0"/>
                </a:spcBef>
              </a:pPr>
              <a:t>6</a:t>
            </a:fld>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07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5A03728-180B-4475-A514-5FE347C71EE8}" type="slidenum">
              <a:rPr lang="en-US" altLang="en-US" smtClean="0">
                <a:latin typeface="Arial" panose="020B0604020202020204" pitchFamily="34" charset="0"/>
              </a:rPr>
              <a:pPr>
                <a:spcBef>
                  <a:spcPct val="0"/>
                </a:spcBef>
              </a:pPr>
              <a:t>7</a:t>
            </a:fld>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kumimoji="1" sz="1200">
                <a:solidFill>
                  <a:schemeClr val="tx1"/>
                </a:solidFill>
                <a:latin typeface="Arial" panose="020B0604020202020204" pitchFamily="34" charset="0"/>
              </a:defRPr>
            </a:lvl1pPr>
            <a:lvl2pPr marL="742950" indent="-285750" defTabSz="930275">
              <a:spcBef>
                <a:spcPct val="30000"/>
              </a:spcBef>
              <a:defRPr kumimoji="1" sz="1200">
                <a:solidFill>
                  <a:schemeClr val="tx1"/>
                </a:solidFill>
                <a:latin typeface="Arial" panose="020B0604020202020204" pitchFamily="34" charset="0"/>
              </a:defRPr>
            </a:lvl2pPr>
            <a:lvl3pPr marL="1143000" indent="-228600" defTabSz="930275">
              <a:spcBef>
                <a:spcPct val="30000"/>
              </a:spcBef>
              <a:defRPr kumimoji="1" sz="1200">
                <a:solidFill>
                  <a:schemeClr val="tx1"/>
                </a:solidFill>
                <a:latin typeface="Arial" panose="020B0604020202020204" pitchFamily="34" charset="0"/>
              </a:defRPr>
            </a:lvl3pPr>
            <a:lvl4pPr marL="1600200" indent="-228600" defTabSz="930275">
              <a:spcBef>
                <a:spcPct val="30000"/>
              </a:spcBef>
              <a:defRPr kumimoji="1" sz="1200">
                <a:solidFill>
                  <a:schemeClr val="tx1"/>
                </a:solidFill>
                <a:latin typeface="Arial" panose="020B0604020202020204" pitchFamily="34" charset="0"/>
              </a:defRPr>
            </a:lvl4pPr>
            <a:lvl5pPr marL="2057400" indent="-228600" defTabSz="930275">
              <a:spcBef>
                <a:spcPct val="30000"/>
              </a:spcBef>
              <a:defRPr kumimoji="1" sz="1200">
                <a:solidFill>
                  <a:schemeClr val="tx1"/>
                </a:solidFill>
                <a:latin typeface="Arial" panose="020B0604020202020204" pitchFamily="34" charset="0"/>
              </a:defRPr>
            </a:lvl5pPr>
            <a:lvl6pPr marL="2514600" indent="-228600" defTabSz="930275"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30275"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30275"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30275" eaLnBrk="0" fontAlgn="base" hangingPunct="0">
              <a:spcBef>
                <a:spcPct val="30000"/>
              </a:spcBef>
              <a:spcAft>
                <a:spcPct val="0"/>
              </a:spcAft>
              <a:defRPr kumimoji="1" sz="1200">
                <a:solidFill>
                  <a:schemeClr val="tx1"/>
                </a:solidFill>
                <a:latin typeface="Arial" panose="020B0604020202020204" pitchFamily="34"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2091A469-31BF-453B-AD62-9F90235182AE}"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30275"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p:txBody>
      </p:sp>
    </p:spTree>
    <p:extLst>
      <p:ext uri="{BB962C8B-B14F-4D97-AF65-F5344CB8AC3E}">
        <p14:creationId xmlns:p14="http://schemas.microsoft.com/office/powerpoint/2010/main" val="1992519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kumimoji="1" sz="1200">
                <a:solidFill>
                  <a:schemeClr val="tx1"/>
                </a:solidFill>
                <a:latin typeface="Arial" panose="020B0604020202020204" pitchFamily="34" charset="0"/>
              </a:defRPr>
            </a:lvl1pPr>
            <a:lvl2pPr marL="742950" indent="-285750" defTabSz="930275">
              <a:spcBef>
                <a:spcPct val="30000"/>
              </a:spcBef>
              <a:defRPr kumimoji="1" sz="1200">
                <a:solidFill>
                  <a:schemeClr val="tx1"/>
                </a:solidFill>
                <a:latin typeface="Arial" panose="020B0604020202020204" pitchFamily="34" charset="0"/>
              </a:defRPr>
            </a:lvl2pPr>
            <a:lvl3pPr marL="1143000" indent="-228600" defTabSz="930275">
              <a:spcBef>
                <a:spcPct val="30000"/>
              </a:spcBef>
              <a:defRPr kumimoji="1" sz="1200">
                <a:solidFill>
                  <a:schemeClr val="tx1"/>
                </a:solidFill>
                <a:latin typeface="Arial" panose="020B0604020202020204" pitchFamily="34" charset="0"/>
              </a:defRPr>
            </a:lvl3pPr>
            <a:lvl4pPr marL="1600200" indent="-228600" defTabSz="930275">
              <a:spcBef>
                <a:spcPct val="30000"/>
              </a:spcBef>
              <a:defRPr kumimoji="1" sz="1200">
                <a:solidFill>
                  <a:schemeClr val="tx1"/>
                </a:solidFill>
                <a:latin typeface="Arial" panose="020B0604020202020204" pitchFamily="34" charset="0"/>
              </a:defRPr>
            </a:lvl4pPr>
            <a:lvl5pPr marL="2057400" indent="-228600" defTabSz="930275">
              <a:spcBef>
                <a:spcPct val="30000"/>
              </a:spcBef>
              <a:defRPr kumimoji="1" sz="1200">
                <a:solidFill>
                  <a:schemeClr val="tx1"/>
                </a:solidFill>
                <a:latin typeface="Arial" panose="020B0604020202020204" pitchFamily="34" charset="0"/>
              </a:defRPr>
            </a:lvl5pPr>
            <a:lvl6pPr marL="2514600" indent="-228600" defTabSz="930275"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30275"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30275"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30275" eaLnBrk="0" fontAlgn="base" hangingPunct="0">
              <a:spcBef>
                <a:spcPct val="30000"/>
              </a:spcBef>
              <a:spcAft>
                <a:spcPct val="0"/>
              </a:spcAft>
              <a:defRPr kumimoji="1" sz="1200">
                <a:solidFill>
                  <a:schemeClr val="tx1"/>
                </a:solidFill>
                <a:latin typeface="Arial" panose="020B0604020202020204" pitchFamily="34"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2091A469-31BF-453B-AD62-9F90235182AE}"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30275"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p:txBody>
      </p:sp>
    </p:spTree>
    <p:extLst>
      <p:ext uri="{BB962C8B-B14F-4D97-AF65-F5344CB8AC3E}">
        <p14:creationId xmlns:p14="http://schemas.microsoft.com/office/powerpoint/2010/main" val="2551286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spcBef>
                <a:spcPct val="30000"/>
              </a:spcBef>
              <a:defRPr kumimoji="1" sz="1200">
                <a:solidFill>
                  <a:schemeClr val="tx1"/>
                </a:solidFill>
                <a:latin typeface="Arial" panose="020B0604020202020204" pitchFamily="34" charset="0"/>
              </a:defRPr>
            </a:lvl1pPr>
            <a:lvl2pPr marL="742950" indent="-285750" defTabSz="930275">
              <a:spcBef>
                <a:spcPct val="30000"/>
              </a:spcBef>
              <a:defRPr kumimoji="1" sz="1200">
                <a:solidFill>
                  <a:schemeClr val="tx1"/>
                </a:solidFill>
                <a:latin typeface="Arial" panose="020B0604020202020204" pitchFamily="34" charset="0"/>
              </a:defRPr>
            </a:lvl2pPr>
            <a:lvl3pPr marL="1143000" indent="-228600" defTabSz="930275">
              <a:spcBef>
                <a:spcPct val="30000"/>
              </a:spcBef>
              <a:defRPr kumimoji="1" sz="1200">
                <a:solidFill>
                  <a:schemeClr val="tx1"/>
                </a:solidFill>
                <a:latin typeface="Arial" panose="020B0604020202020204" pitchFamily="34" charset="0"/>
              </a:defRPr>
            </a:lvl3pPr>
            <a:lvl4pPr marL="1600200" indent="-228600" defTabSz="930275">
              <a:spcBef>
                <a:spcPct val="30000"/>
              </a:spcBef>
              <a:defRPr kumimoji="1" sz="1200">
                <a:solidFill>
                  <a:schemeClr val="tx1"/>
                </a:solidFill>
                <a:latin typeface="Arial" panose="020B0604020202020204" pitchFamily="34" charset="0"/>
              </a:defRPr>
            </a:lvl4pPr>
            <a:lvl5pPr marL="2057400" indent="-228600" defTabSz="930275">
              <a:spcBef>
                <a:spcPct val="30000"/>
              </a:spcBef>
              <a:defRPr kumimoji="1" sz="1200">
                <a:solidFill>
                  <a:schemeClr val="tx1"/>
                </a:solidFill>
                <a:latin typeface="Arial" panose="020B0604020202020204" pitchFamily="34" charset="0"/>
              </a:defRPr>
            </a:lvl5pPr>
            <a:lvl6pPr marL="2514600" indent="-228600" defTabSz="930275" eaLnBrk="0" fontAlgn="base" hangingPunct="0">
              <a:spcBef>
                <a:spcPct val="30000"/>
              </a:spcBef>
              <a:spcAft>
                <a:spcPct val="0"/>
              </a:spcAft>
              <a:defRPr kumimoji="1" sz="1200">
                <a:solidFill>
                  <a:schemeClr val="tx1"/>
                </a:solidFill>
                <a:latin typeface="Arial" panose="020B0604020202020204" pitchFamily="34" charset="0"/>
              </a:defRPr>
            </a:lvl6pPr>
            <a:lvl7pPr marL="2971800" indent="-228600" defTabSz="930275" eaLnBrk="0" fontAlgn="base" hangingPunct="0">
              <a:spcBef>
                <a:spcPct val="30000"/>
              </a:spcBef>
              <a:spcAft>
                <a:spcPct val="0"/>
              </a:spcAft>
              <a:defRPr kumimoji="1" sz="1200">
                <a:solidFill>
                  <a:schemeClr val="tx1"/>
                </a:solidFill>
                <a:latin typeface="Arial" panose="020B0604020202020204" pitchFamily="34" charset="0"/>
              </a:defRPr>
            </a:lvl7pPr>
            <a:lvl8pPr marL="3429000" indent="-228600" defTabSz="930275" eaLnBrk="0" fontAlgn="base" hangingPunct="0">
              <a:spcBef>
                <a:spcPct val="30000"/>
              </a:spcBef>
              <a:spcAft>
                <a:spcPct val="0"/>
              </a:spcAft>
              <a:defRPr kumimoji="1" sz="1200">
                <a:solidFill>
                  <a:schemeClr val="tx1"/>
                </a:solidFill>
                <a:latin typeface="Arial" panose="020B0604020202020204" pitchFamily="34" charset="0"/>
              </a:defRPr>
            </a:lvl8pPr>
            <a:lvl9pPr marL="3886200" indent="-228600" defTabSz="930275" eaLnBrk="0" fontAlgn="base" hangingPunct="0">
              <a:spcBef>
                <a:spcPct val="30000"/>
              </a:spcBef>
              <a:spcAft>
                <a:spcPct val="0"/>
              </a:spcAft>
              <a:defRPr kumimoji="1" sz="1200">
                <a:solidFill>
                  <a:schemeClr val="tx1"/>
                </a:solidFill>
                <a:latin typeface="Arial" panose="020B0604020202020204" pitchFamily="34" charset="0"/>
              </a:defRPr>
            </a:lvl9pPr>
          </a:lstStyle>
          <a:p>
            <a:pPr marL="0" marR="0" lvl="0" indent="0" algn="r" defTabSz="930275" rtl="0" eaLnBrk="1" fontAlgn="base" latinLnBrk="0" hangingPunct="1">
              <a:lnSpc>
                <a:spcPct val="100000"/>
              </a:lnSpc>
              <a:spcBef>
                <a:spcPct val="0"/>
              </a:spcBef>
              <a:spcAft>
                <a:spcPct val="0"/>
              </a:spcAft>
              <a:buClrTx/>
              <a:buSzTx/>
              <a:buFontTx/>
              <a:buNone/>
              <a:tabLst/>
              <a:defRPr/>
            </a:pPr>
            <a:fld id="{2091A469-31BF-453B-AD62-9F90235182AE}" type="slidenum">
              <a:rPr kumimoji="0" lang="en-US" altLang="en-US" sz="1200" b="0" i="0" u="none" strike="noStrike" kern="1200" cap="none" spc="0" normalizeH="0" baseline="0" noProof="0" smtClean="0">
                <a:ln>
                  <a:noFill/>
                </a:ln>
                <a:solidFill>
                  <a:srgbClr val="000000"/>
                </a:solidFill>
                <a:effectLst/>
                <a:uLnTx/>
                <a:uFillTx/>
                <a:latin typeface="Tahoma" panose="020B0604030504040204" pitchFamily="34" charset="0"/>
                <a:ea typeface="+mn-ea"/>
                <a:cs typeface="+mn-cs"/>
              </a:rPr>
              <a:pPr marL="0" marR="0" lvl="0" indent="0" algn="r" defTabSz="930275"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a:p>
            <a:endParaRPr lang="en-US" altLang="en-US">
              <a:latin typeface="Arial" panose="020B0604020202020204" pitchFamily="34" charset="0"/>
            </a:endParaRPr>
          </a:p>
        </p:txBody>
      </p:sp>
    </p:spTree>
    <p:extLst>
      <p:ext uri="{BB962C8B-B14F-4D97-AF65-F5344CB8AC3E}">
        <p14:creationId xmlns:p14="http://schemas.microsoft.com/office/powerpoint/2010/main" val="3159357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89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EC477FA-986A-4C7E-9DE5-7B3016751D4F}" type="slidenum">
              <a:rPr lang="en-US" altLang="en-US" smtClean="0">
                <a:latin typeface="Arial" panose="020B0604020202020204" pitchFamily="34" charset="0"/>
              </a:rPr>
              <a:pPr>
                <a:spcBef>
                  <a:spcPct val="0"/>
                </a:spcBef>
              </a:pPr>
              <a:t>11</a:t>
            </a:fld>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D023AC2-2B3C-4F54-9204-65543ED563E4}" type="slidenum">
              <a:rPr lang="en-US" altLang="en-US" smtClean="0">
                <a:latin typeface="Arial" panose="020B0604020202020204" pitchFamily="34" charset="0"/>
              </a:rPr>
              <a:pPr>
                <a:spcBef>
                  <a:spcPct val="0"/>
                </a:spcBef>
              </a:pPr>
              <a:t>12</a:t>
            </a:fld>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38F4C-6913-8278-E89B-36521D57558E}"/>
            </a:ext>
          </a:extLst>
        </p:cNvPr>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F1012309-EB3D-4BD3-3036-715DE73CEB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a:extLst>
              <a:ext uri="{FF2B5EF4-FFF2-40B4-BE49-F238E27FC236}">
                <a16:creationId xmlns:a16="http://schemas.microsoft.com/office/drawing/2014/main" id="{C8144770-B133-D5EB-C572-83354EE9BD3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0964" name="Slide Number Placeholder 3">
            <a:extLst>
              <a:ext uri="{FF2B5EF4-FFF2-40B4-BE49-F238E27FC236}">
                <a16:creationId xmlns:a16="http://schemas.microsoft.com/office/drawing/2014/main" id="{39B5534B-CA35-7EEC-2F3C-A424F63A70D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D023AC2-2B3C-4F54-9204-65543ED563E4}" type="slidenum">
              <a:rPr lang="en-US" altLang="en-US" smtClean="0">
                <a:latin typeface="Arial" panose="020B0604020202020204" pitchFamily="34" charset="0"/>
              </a:rPr>
              <a:pPr>
                <a:spcBef>
                  <a:spcPct val="0"/>
                </a:spcBef>
              </a:pPr>
              <a:t>13</a:t>
            </a:fld>
            <a:endParaRPr lang="en-US" altLang="en-US">
              <a:latin typeface="Arial" panose="020B0604020202020204" pitchFamily="34" charset="0"/>
            </a:endParaRPr>
          </a:p>
        </p:txBody>
      </p:sp>
    </p:spTree>
    <p:extLst>
      <p:ext uri="{BB962C8B-B14F-4D97-AF65-F5344CB8AC3E}">
        <p14:creationId xmlns:p14="http://schemas.microsoft.com/office/powerpoint/2010/main" val="2805538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D89CE816-BE28-A401-5BBC-DBD896613F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A4E63081-8BB5-135B-E18E-15D6EFB613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0244" name="Slide Number Placeholder 3">
            <a:extLst>
              <a:ext uri="{FF2B5EF4-FFF2-40B4-BE49-F238E27FC236}">
                <a16:creationId xmlns:a16="http://schemas.microsoft.com/office/drawing/2014/main" id="{2DC26672-36BB-AC5F-78AE-28A8F438D1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BF438BD-591D-4D1C-A42F-E19D60C27DF9}" type="slidenum">
              <a:rPr lang="en-US" altLang="en-US" smtClean="0"/>
              <a:pPr>
                <a:spcBef>
                  <a:spcPct val="0"/>
                </a:spcBef>
              </a:pPr>
              <a:t>14</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72116A64-041E-8D67-E099-D713EE48AE0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06F5E702-2BD7-E8D5-9DD8-7863702779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460" name="Slide Number Placeholder 3">
            <a:extLst>
              <a:ext uri="{FF2B5EF4-FFF2-40B4-BE49-F238E27FC236}">
                <a16:creationId xmlns:a16="http://schemas.microsoft.com/office/drawing/2014/main" id="{FAF49590-E214-951E-7B24-61FA0D39572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632D093-29F2-4104-A1BA-65C4473EE8DA}" type="slidenum">
              <a:rPr lang="en-US" altLang="en-US" smtClean="0"/>
              <a:pPr>
                <a:spcBef>
                  <a:spcPct val="0"/>
                </a:spcBef>
              </a:pPr>
              <a:t>17</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796CB297-9D92-1D0B-C64E-D17D66A774D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70F4BBC0-F4AE-99C7-72BA-DDE9D870F0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8" name="Slide Number Placeholder 3">
            <a:extLst>
              <a:ext uri="{FF2B5EF4-FFF2-40B4-BE49-F238E27FC236}">
                <a16:creationId xmlns:a16="http://schemas.microsoft.com/office/drawing/2014/main" id="{59937E82-4E86-5C62-643A-58FE210E8C1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5E77705-E463-4A91-ADC7-D7AD6CC954E1}" type="slidenum">
              <a:rPr lang="en-US" altLang="en-US" smtClean="0"/>
              <a:pPr>
                <a:spcBef>
                  <a:spcPct val="0"/>
                </a:spcBef>
              </a:pPr>
              <a:t>18</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DDB818DE-534B-3A8C-4E47-C987907A89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388FBFC3-3659-8CB5-1DD1-E17BDC1ED7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6" name="Slide Number Placeholder 3">
            <a:extLst>
              <a:ext uri="{FF2B5EF4-FFF2-40B4-BE49-F238E27FC236}">
                <a16:creationId xmlns:a16="http://schemas.microsoft.com/office/drawing/2014/main" id="{5BB08D2F-17DF-7B2D-7503-88F8A31092D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E89441D-A319-4B7E-B8B8-CBD33AA0B7BC}" type="slidenum">
              <a:rPr lang="en-US" altLang="en-US" smtClean="0"/>
              <a:pPr>
                <a:spcBef>
                  <a:spcPct val="0"/>
                </a:spcBef>
              </a:pPr>
              <a:t>19</a:t>
            </a:fld>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3A78D53-D464-4E13-92BF-4B6D469C8922}" type="slidenum">
              <a:rPr lang="en-US" altLang="en-US" smtClean="0">
                <a:latin typeface="Arial" panose="020B0604020202020204" pitchFamily="34" charset="0"/>
              </a:rPr>
              <a:pPr>
                <a:spcBef>
                  <a:spcPct val="0"/>
                </a:spcBef>
              </a:pPr>
              <a:t>23</a:t>
            </a:fld>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445A-88D7-4587-5FDD-B1BF658544E7}"/>
            </a:ext>
          </a:extLst>
        </p:cNvPr>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EE118194-91D6-2A90-04EA-C222D37D7D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E90A0F82-6FB3-8106-4117-78E42BDC8C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6084" name="Slide Number Placeholder 3">
            <a:extLst>
              <a:ext uri="{FF2B5EF4-FFF2-40B4-BE49-F238E27FC236}">
                <a16:creationId xmlns:a16="http://schemas.microsoft.com/office/drawing/2014/main" id="{90406E30-AF3C-53D1-B939-FCE66225BDD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3A78D53-D464-4E13-92BF-4B6D469C8922}" type="slidenum">
              <a:rPr lang="en-US" altLang="en-US" smtClean="0">
                <a:latin typeface="Arial" panose="020B0604020202020204" pitchFamily="34" charset="0"/>
              </a:rPr>
              <a:pPr>
                <a:spcBef>
                  <a:spcPct val="0"/>
                </a:spcBef>
              </a:pPr>
              <a:t>24</a:t>
            </a:fld>
            <a:endParaRPr lang="en-US" altLang="en-US">
              <a:latin typeface="Arial" panose="020B0604020202020204" pitchFamily="34" charset="0"/>
            </a:endParaRPr>
          </a:p>
        </p:txBody>
      </p:sp>
    </p:spTree>
    <p:extLst>
      <p:ext uri="{BB962C8B-B14F-4D97-AF65-F5344CB8AC3E}">
        <p14:creationId xmlns:p14="http://schemas.microsoft.com/office/powerpoint/2010/main" val="1162609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8132"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5E2A9A0A-8A9F-49EF-A1D4-FADEA29F5F95}" type="slidenum">
              <a:rPr lang="en-US" altLang="en-US">
                <a:latin typeface="Arial" panose="020B0604020202020204" pitchFamily="34" charset="0"/>
              </a:rPr>
              <a:pPr algn="r" eaLnBrk="1" hangingPunct="1">
                <a:spcBef>
                  <a:spcPct val="0"/>
                </a:spcBef>
              </a:pPr>
              <a:t>25</a:t>
            </a:fld>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8132"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5E2A9A0A-8A9F-49EF-A1D4-FADEA29F5F95}" type="slidenum">
              <a:rPr lang="en-US" altLang="en-US">
                <a:latin typeface="Arial" panose="020B0604020202020204" pitchFamily="34" charset="0"/>
              </a:rPr>
              <a:pPr algn="r" eaLnBrk="1" hangingPunct="1">
                <a:spcBef>
                  <a:spcPct val="0"/>
                </a:spcBef>
              </a:pPr>
              <a:t>26</a:t>
            </a:fld>
            <a:endParaRPr lang="en-US" altLang="en-US">
              <a:latin typeface="Arial" panose="020B0604020202020204" pitchFamily="34" charset="0"/>
            </a:endParaRPr>
          </a:p>
        </p:txBody>
      </p:sp>
    </p:spTree>
    <p:extLst>
      <p:ext uri="{BB962C8B-B14F-4D97-AF65-F5344CB8AC3E}">
        <p14:creationId xmlns:p14="http://schemas.microsoft.com/office/powerpoint/2010/main" val="41872171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8132" name="Slide Number Placeholder 3"/>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5E2A9A0A-8A9F-49EF-A1D4-FADEA29F5F95}" type="slidenum">
              <a:rPr lang="en-US" altLang="en-US">
                <a:latin typeface="Arial" panose="020B0604020202020204" pitchFamily="34" charset="0"/>
              </a:rPr>
              <a:pPr algn="r" eaLnBrk="1" hangingPunct="1">
                <a:spcBef>
                  <a:spcPct val="0"/>
                </a:spcBef>
              </a:pPr>
              <a:t>27</a:t>
            </a:fld>
            <a:endParaRPr lang="en-US" altLang="en-US">
              <a:latin typeface="Arial" panose="020B0604020202020204" pitchFamily="34" charset="0"/>
            </a:endParaRPr>
          </a:p>
        </p:txBody>
      </p:sp>
    </p:spTree>
    <p:extLst>
      <p:ext uri="{BB962C8B-B14F-4D97-AF65-F5344CB8AC3E}">
        <p14:creationId xmlns:p14="http://schemas.microsoft.com/office/powerpoint/2010/main" val="33535614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B51B4F-DD45-4BB4-BFBE-01A79E39BC57}" type="slidenum">
              <a:rPr lang="en-US" altLang="en-US" smtClean="0">
                <a:latin typeface="Arial" panose="020B0604020202020204" pitchFamily="34" charset="0"/>
              </a:rPr>
              <a:pPr>
                <a:spcBef>
                  <a:spcPct val="0"/>
                </a:spcBef>
              </a:pPr>
              <a:t>28</a:t>
            </a:fld>
            <a:endParaRPr lang="en-US" altLang="en-US">
              <a:latin typeface="Arial" panose="020B0604020202020204" pitchFamily="34" charset="0"/>
            </a:endParaRPr>
          </a:p>
        </p:txBody>
      </p:sp>
    </p:spTree>
    <p:extLst>
      <p:ext uri="{BB962C8B-B14F-4D97-AF65-F5344CB8AC3E}">
        <p14:creationId xmlns:p14="http://schemas.microsoft.com/office/powerpoint/2010/main" val="1472066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DAEBD-140A-5FA1-9A6F-56C85B02064C}"/>
            </a:ext>
          </a:extLst>
        </p:cNvPr>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C621DCBE-4982-9C5E-5B67-F24EF1E808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a:extLst>
              <a:ext uri="{FF2B5EF4-FFF2-40B4-BE49-F238E27FC236}">
                <a16:creationId xmlns:a16="http://schemas.microsoft.com/office/drawing/2014/main" id="{7130BC6A-9467-D29C-E7B2-31802C4B441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292" name="Slide Number Placeholder 3">
            <a:extLst>
              <a:ext uri="{FF2B5EF4-FFF2-40B4-BE49-F238E27FC236}">
                <a16:creationId xmlns:a16="http://schemas.microsoft.com/office/drawing/2014/main" id="{B1057794-4D43-2ED1-135F-7522EAB81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B51B4F-DD45-4BB4-BFBE-01A79E39BC57}" type="slidenum">
              <a:rPr lang="en-US" altLang="en-US" smtClean="0">
                <a:latin typeface="Arial" panose="020B0604020202020204" pitchFamily="34" charset="0"/>
              </a:rPr>
              <a:pPr>
                <a:spcBef>
                  <a:spcPct val="0"/>
                </a:spcBef>
              </a:pPr>
              <a:t>29</a:t>
            </a:fld>
            <a:endParaRPr lang="en-US" altLang="en-US">
              <a:latin typeface="Arial" panose="020B0604020202020204" pitchFamily="34" charset="0"/>
            </a:endParaRPr>
          </a:p>
        </p:txBody>
      </p:sp>
    </p:spTree>
    <p:extLst>
      <p:ext uri="{BB962C8B-B14F-4D97-AF65-F5344CB8AC3E}">
        <p14:creationId xmlns:p14="http://schemas.microsoft.com/office/powerpoint/2010/main" val="12055481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91A5847-08E7-44B3-9EE0-4298D707E348}" type="slidenum">
              <a:rPr lang="en-US" altLang="en-US" smtClean="0">
                <a:latin typeface="Arial" panose="020B0604020202020204" pitchFamily="34" charset="0"/>
              </a:rPr>
              <a:pPr>
                <a:spcBef>
                  <a:spcPct val="0"/>
                </a:spcBef>
              </a:pPr>
              <a:t>30</a:t>
            </a:fld>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p:cNvSpPr>
            <a:spLocks noGrp="1"/>
          </p:cNvSpPr>
          <p:nvPr>
            <p:ph type="dt" sz="half" idx="10"/>
          </p:nvPr>
        </p:nvSpPr>
        <p:spPr/>
        <p:txBody>
          <a:bodyPr/>
          <a:lstStyle>
            <a:lvl1pPr>
              <a:defRPr/>
            </a:lvl1pPr>
          </a:lstStyle>
          <a:p>
            <a:pPr>
              <a:defRPr/>
            </a:pPr>
            <a:fld id="{CA13B7E2-F78B-4B85-B1D1-EF6A4F44105E}" type="datetimeFigureOut">
              <a:rPr lang="en-US" smtClean="0"/>
              <a:pPr>
                <a:defRPr/>
              </a:pPr>
              <a:t>6/17/2025</a:t>
            </a:fld>
            <a:endParaRPr lang="en-US"/>
          </a:p>
        </p:txBody>
      </p:sp>
      <p:sp>
        <p:nvSpPr>
          <p:cNvPr id="12" name="Footer Placeholder 16"/>
          <p:cNvSpPr>
            <a:spLocks noGrp="1"/>
          </p:cNvSpPr>
          <p:nvPr>
            <p:ph type="ftr" sz="quarter" idx="11"/>
          </p:nvPr>
        </p:nvSpPr>
        <p:spPr/>
        <p:txBody>
          <a:bodyPr/>
          <a:lstStyle>
            <a:lvl1pPr>
              <a:defRPr/>
            </a:lvl1pPr>
          </a:lstStyle>
          <a:p>
            <a:pPr>
              <a:defRPr/>
            </a:pPr>
            <a:endParaRPr lang="en-US"/>
          </a:p>
        </p:txBody>
      </p:sp>
      <p:sp>
        <p:nvSpPr>
          <p:cNvPr id="13" name="Slide Number Placeholder 28"/>
          <p:cNvSpPr>
            <a:spLocks noGrp="1"/>
          </p:cNvSpPr>
          <p:nvPr>
            <p:ph type="sldNum" sz="quarter" idx="12"/>
          </p:nvPr>
        </p:nvSpPr>
        <p:spPr/>
        <p:txBody>
          <a:bodyPr/>
          <a:lstStyle>
            <a:lvl1pPr>
              <a:defRPr/>
            </a:lvl1pPr>
          </a:lstStyle>
          <a:p>
            <a:pPr>
              <a:defRPr/>
            </a:pPr>
            <a:fld id="{ABE4462F-5A29-49F6-9D5C-BBD1CC531666}" type="slidenum">
              <a:rPr lang="en-US" altLang="en-US"/>
              <a:pPr>
                <a:defRPr/>
              </a:pPr>
              <a:t>‹#›</a:t>
            </a:fld>
            <a:endParaRPr lang="en-US" altLang="en-US"/>
          </a:p>
        </p:txBody>
      </p:sp>
    </p:spTree>
    <p:extLst>
      <p:ext uri="{BB962C8B-B14F-4D97-AF65-F5344CB8AC3E}">
        <p14:creationId xmlns:p14="http://schemas.microsoft.com/office/powerpoint/2010/main" val="21666910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FF0BCF42-95D8-434C-B68C-52C8C60497AA}" type="datetimeFigureOut">
              <a:rPr lang="en-US" smtClean="0"/>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B5074409-7A24-402D-9C01-529B764EF0BD}" type="slidenum">
              <a:rPr lang="en-US" altLang="en-US"/>
              <a:pPr>
                <a:defRPr/>
              </a:pPr>
              <a:t>‹#›</a:t>
            </a:fld>
            <a:endParaRPr lang="en-US" altLang="en-US"/>
          </a:p>
        </p:txBody>
      </p:sp>
    </p:spTree>
    <p:extLst>
      <p:ext uri="{BB962C8B-B14F-4D97-AF65-F5344CB8AC3E}">
        <p14:creationId xmlns:p14="http://schemas.microsoft.com/office/powerpoint/2010/main" val="1980880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p:cNvSpPr>
            <a:spLocks noGrp="1"/>
          </p:cNvSpPr>
          <p:nvPr>
            <p:ph type="dt" sz="half" idx="10"/>
          </p:nvPr>
        </p:nvSpPr>
        <p:spPr/>
        <p:txBody>
          <a:bodyPr/>
          <a:lstStyle>
            <a:lvl1pPr>
              <a:defRPr/>
            </a:lvl1pPr>
          </a:lstStyle>
          <a:p>
            <a:pPr>
              <a:defRPr/>
            </a:pPr>
            <a:fld id="{4D26D2AA-692A-439E-8606-80EDD387D859}" type="datetimeFigureOut">
              <a:rPr lang="en-US" smtClean="0"/>
              <a:pPr>
                <a:defRPr/>
              </a:pPr>
              <a:t>6/17/2025</a:t>
            </a:fld>
            <a:endParaRPr lang="en-US"/>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endParaRPr lang="en-US"/>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70842676-DA39-4134-8636-DB1F73120BEF}" type="slidenum">
              <a:rPr lang="en-US" altLang="en-US"/>
              <a:pPr>
                <a:defRPr/>
              </a:pPr>
              <a:t>‹#›</a:t>
            </a:fld>
            <a:endParaRPr lang="en-US" altLang="en-US"/>
          </a:p>
        </p:txBody>
      </p:sp>
    </p:spTree>
    <p:extLst>
      <p:ext uri="{BB962C8B-B14F-4D97-AF65-F5344CB8AC3E}">
        <p14:creationId xmlns:p14="http://schemas.microsoft.com/office/powerpoint/2010/main" val="284983953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94AFF05E-3752-4B6D-B592-DA43063D79E3}" type="datetimeFigureOut">
              <a:rPr lang="en-US" smtClean="0"/>
              <a:pPr>
                <a:defRPr/>
              </a:pPr>
              <a:t>6/17/2025</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31BD9B7F-7643-47B4-BEAC-A0000C8EEF78}" type="slidenum">
              <a:rPr lang="en-US" altLang="en-US"/>
              <a:pPr>
                <a:defRPr/>
              </a:pPr>
              <a:t>‹#›</a:t>
            </a:fld>
            <a:endParaRPr lang="en-US" altLang="en-US"/>
          </a:p>
        </p:txBody>
      </p:sp>
    </p:spTree>
    <p:extLst>
      <p:ext uri="{BB962C8B-B14F-4D97-AF65-F5344CB8AC3E}">
        <p14:creationId xmlns:p14="http://schemas.microsoft.com/office/powerpoint/2010/main" val="1278147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827ED8FD-2AA7-4F7B-BD27-08248F7DCB3D}" type="datetimeFigureOut">
              <a:rPr lang="en-US" smtClean="0"/>
              <a:pPr>
                <a:defRPr/>
              </a:pPr>
              <a:t>6/17/2025</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5844064B-D731-4CA3-90DD-1B3B42360D4F}" type="slidenum">
              <a:rPr lang="en-US" altLang="en-US"/>
              <a:pPr>
                <a:defRPr/>
              </a:pPr>
              <a:t>‹#›</a:t>
            </a:fld>
            <a:endParaRPr lang="en-US" altLang="en-US"/>
          </a:p>
        </p:txBody>
      </p:sp>
    </p:spTree>
    <p:extLst>
      <p:ext uri="{BB962C8B-B14F-4D97-AF65-F5344CB8AC3E}">
        <p14:creationId xmlns:p14="http://schemas.microsoft.com/office/powerpoint/2010/main" val="756118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17FA20D1-00F3-457F-8C7A-5A113D89893F}" type="datetimeFigureOut">
              <a:rPr lang="en-US" smtClean="0"/>
              <a:pPr>
                <a:defRPr/>
              </a:pPr>
              <a:t>6/17/2025</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8A48B0E4-32D1-4812-8C21-14AF893CE781}" type="slidenum">
              <a:rPr lang="en-US" altLang="en-US"/>
              <a:pPr>
                <a:defRPr/>
              </a:pPr>
              <a:t>‹#›</a:t>
            </a:fld>
            <a:endParaRPr lang="en-US" altLang="en-US"/>
          </a:p>
        </p:txBody>
      </p:sp>
    </p:spTree>
    <p:extLst>
      <p:ext uri="{BB962C8B-B14F-4D97-AF65-F5344CB8AC3E}">
        <p14:creationId xmlns:p14="http://schemas.microsoft.com/office/powerpoint/2010/main" val="2325270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9B3C5AD8-3490-4816-9693-6EE68F408B1C}" type="datetimeFigureOut">
              <a:rPr lang="en-US" smtClean="0"/>
              <a:pPr>
                <a:defRPr/>
              </a:pPr>
              <a:t>6/17/2025</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D440DA52-67F9-441B-922C-EFE852877005}" type="slidenum">
              <a:rPr lang="en-US" altLang="en-US"/>
              <a:pPr>
                <a:defRPr/>
              </a:pPr>
              <a:t>‹#›</a:t>
            </a:fld>
            <a:endParaRPr lang="en-US" altLang="en-US"/>
          </a:p>
        </p:txBody>
      </p:sp>
    </p:spTree>
    <p:extLst>
      <p:ext uri="{BB962C8B-B14F-4D97-AF65-F5344CB8AC3E}">
        <p14:creationId xmlns:p14="http://schemas.microsoft.com/office/powerpoint/2010/main" val="345618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3C692507-46FC-4F00-8337-E393D724B255}" type="datetimeFigureOut">
              <a:rPr lang="en-US" smtClean="0"/>
              <a:pPr>
                <a:defRPr/>
              </a:pPr>
              <a:t>6/17/2025</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A80004DA-DB23-498E-9DE8-581A8A336FF1}" type="slidenum">
              <a:rPr lang="en-US" altLang="en-US"/>
              <a:pPr>
                <a:defRPr/>
              </a:pPr>
              <a:t>‹#›</a:t>
            </a:fld>
            <a:endParaRPr lang="en-US" altLang="en-US"/>
          </a:p>
        </p:txBody>
      </p:sp>
    </p:spTree>
    <p:extLst>
      <p:ext uri="{BB962C8B-B14F-4D97-AF65-F5344CB8AC3E}">
        <p14:creationId xmlns:p14="http://schemas.microsoft.com/office/powerpoint/2010/main" val="193586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9174B158-C484-481B-B8BC-42509BC03739}" type="datetimeFigureOut">
              <a:rPr lang="en-US" smtClean="0"/>
              <a:pPr>
                <a:defRPr/>
              </a:pPr>
              <a:t>6/17/2025</a:t>
            </a:fld>
            <a:endParaRPr lang="en-US"/>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endParaRPr lang="en-US"/>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A54ECD8F-5105-44E8-9C9F-CBCFD23B9387}" type="slidenum">
              <a:rPr lang="en-US" altLang="en-US"/>
              <a:pPr>
                <a:defRPr/>
              </a:pPr>
              <a:t>‹#›</a:t>
            </a:fld>
            <a:endParaRPr lang="en-US" altLang="en-US"/>
          </a:p>
        </p:txBody>
      </p:sp>
    </p:spTree>
    <p:extLst>
      <p:ext uri="{BB962C8B-B14F-4D97-AF65-F5344CB8AC3E}">
        <p14:creationId xmlns:p14="http://schemas.microsoft.com/office/powerpoint/2010/main" val="2794872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61519335-5EB0-4AC7-85BA-0FF72A66FB12}" type="datetimeFigureOut">
              <a:rPr lang="en-US" smtClean="0"/>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1E08D72C-E83F-4F23-B5D1-E85FBA10323C}" type="slidenum">
              <a:rPr lang="en-US" altLang="en-US"/>
              <a:pPr>
                <a:defRPr/>
              </a:pPr>
              <a:t>‹#›</a:t>
            </a:fld>
            <a:endParaRPr lang="en-US" altLang="en-US"/>
          </a:p>
        </p:txBody>
      </p:sp>
    </p:spTree>
    <p:extLst>
      <p:ext uri="{BB962C8B-B14F-4D97-AF65-F5344CB8AC3E}">
        <p14:creationId xmlns:p14="http://schemas.microsoft.com/office/powerpoint/2010/main" val="1004322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FDB3BB7C-2043-4530-A616-3DF8A2B6CE9D}" type="datetimeFigureOut">
              <a:rPr lang="en-US" smtClean="0"/>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46E59AAA-9093-458B-96FB-4D13106CE5DA}" type="slidenum">
              <a:rPr lang="en-US" altLang="en-US"/>
              <a:pPr>
                <a:defRPr/>
              </a:pPr>
              <a:t>‹#›</a:t>
            </a:fld>
            <a:endParaRPr lang="en-US" altLang="en-US"/>
          </a:p>
        </p:txBody>
      </p:sp>
    </p:spTree>
    <p:extLst>
      <p:ext uri="{BB962C8B-B14F-4D97-AF65-F5344CB8AC3E}">
        <p14:creationId xmlns:p14="http://schemas.microsoft.com/office/powerpoint/2010/main" val="595250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13"/>
          <p:cNvSpPr>
            <a:spLocks noGrp="1"/>
          </p:cNvSpPr>
          <p:nvPr>
            <p:ph type="dt" sz="half" idx="10"/>
          </p:nvPr>
        </p:nvSpPr>
        <p:spPr/>
        <p:txBody>
          <a:bodyPr/>
          <a:lstStyle>
            <a:lvl1pPr>
              <a:defRPr/>
            </a:lvl1pPr>
          </a:lstStyle>
          <a:p>
            <a:pPr>
              <a:defRPr/>
            </a:pPr>
            <a:fld id="{85F2CAD6-E20A-49E7-87F7-63BD50E5C0F8}" type="datetimeFigureOut">
              <a:rPr lang="en-US" smtClean="0"/>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E25E729F-D5F4-4169-9BC7-3D9DDF2F4E44}" type="slidenum">
              <a:rPr lang="en-US" altLang="en-US"/>
              <a:pPr>
                <a:defRPr/>
              </a:pPr>
              <a:t>‹#›</a:t>
            </a:fld>
            <a:endParaRPr lang="en-US" altLang="en-US"/>
          </a:p>
        </p:txBody>
      </p:sp>
    </p:spTree>
    <p:extLst>
      <p:ext uri="{BB962C8B-B14F-4D97-AF65-F5344CB8AC3E}">
        <p14:creationId xmlns:p14="http://schemas.microsoft.com/office/powerpoint/2010/main" val="1011554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11" name="Date Placeholder 27"/>
          <p:cNvSpPr>
            <a:spLocks noGrp="1"/>
          </p:cNvSpPr>
          <p:nvPr>
            <p:ph type="dt" sz="half" idx="10"/>
          </p:nvPr>
        </p:nvSpPr>
        <p:spPr/>
        <p:txBody>
          <a:bodyPr/>
          <a:lstStyle>
            <a:lvl1pPr>
              <a:defRPr/>
            </a:lvl1pPr>
          </a:lstStyle>
          <a:p>
            <a:pPr>
              <a:defRPr/>
            </a:pPr>
            <a:fld id="{2666DF98-B378-491D-8580-437B0A418412}" type="datetimeFigureOut">
              <a:rPr lang="en-US"/>
              <a:pPr>
                <a:defRPr/>
              </a:pPr>
              <a:t>6/17/2025</a:t>
            </a:fld>
            <a:endParaRPr lang="en-US"/>
          </a:p>
        </p:txBody>
      </p:sp>
      <p:sp>
        <p:nvSpPr>
          <p:cNvPr id="12" name="Footer Placeholder 16"/>
          <p:cNvSpPr>
            <a:spLocks noGrp="1"/>
          </p:cNvSpPr>
          <p:nvPr>
            <p:ph type="ftr" sz="quarter" idx="11"/>
          </p:nvPr>
        </p:nvSpPr>
        <p:spPr/>
        <p:txBody>
          <a:bodyPr/>
          <a:lstStyle>
            <a:lvl1pPr>
              <a:defRPr/>
            </a:lvl1pPr>
          </a:lstStyle>
          <a:p>
            <a:pPr>
              <a:defRPr/>
            </a:pPr>
            <a:endParaRPr lang="en-US"/>
          </a:p>
        </p:txBody>
      </p:sp>
      <p:sp>
        <p:nvSpPr>
          <p:cNvPr id="13" name="Slide Number Placeholder 28"/>
          <p:cNvSpPr>
            <a:spLocks noGrp="1"/>
          </p:cNvSpPr>
          <p:nvPr>
            <p:ph type="sldNum" sz="quarter" idx="12"/>
          </p:nvPr>
        </p:nvSpPr>
        <p:spPr/>
        <p:txBody>
          <a:bodyPr/>
          <a:lstStyle>
            <a:lvl1pPr>
              <a:defRPr/>
            </a:lvl1pPr>
          </a:lstStyle>
          <a:p>
            <a:pPr>
              <a:defRPr/>
            </a:pPr>
            <a:fld id="{D6896218-18C0-4CA5-B0C8-B559A81DAEE3}" type="slidenum">
              <a:rPr lang="en-US" altLang="en-US"/>
              <a:pPr>
                <a:defRPr/>
              </a:pPr>
              <a:t>‹#›</a:t>
            </a:fld>
            <a:endParaRPr lang="en-US" altLang="en-US"/>
          </a:p>
        </p:txBody>
      </p:sp>
    </p:spTree>
    <p:extLst>
      <p:ext uri="{BB962C8B-B14F-4D97-AF65-F5344CB8AC3E}">
        <p14:creationId xmlns:p14="http://schemas.microsoft.com/office/powerpoint/2010/main" val="164721160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lvl1pPr>
              <a:defRPr>
                <a:latin typeface="Franklin Gothic Book" panose="020B0503020102020204" pitchFamily="34" charset="0"/>
              </a:defRPr>
            </a:lvl1pPr>
            <a:lvl2pPr>
              <a:defRPr>
                <a:latin typeface="Franklin Gothic Book" panose="020B0503020102020204" pitchFamily="34" charset="0"/>
              </a:defRPr>
            </a:lvl2pPr>
            <a:lvl3pPr>
              <a:defRPr>
                <a:latin typeface="Franklin Gothic Book" panose="020B0503020102020204" pitchFamily="34" charset="0"/>
              </a:defRPr>
            </a:lvl3pPr>
            <a:lvl4pPr>
              <a:defRPr>
                <a:latin typeface="Franklin Gothic Book" panose="020B0503020102020204" pitchFamily="34" charset="0"/>
              </a:defRPr>
            </a:lvl4pPr>
            <a:lvl5pPr>
              <a:defRPr>
                <a:latin typeface="Franklin Gothic Book" panose="020B05030201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p:cNvSpPr>
            <a:spLocks noGrp="1"/>
          </p:cNvSpPr>
          <p:nvPr>
            <p:ph type="dt" sz="half" idx="10"/>
          </p:nvPr>
        </p:nvSpPr>
        <p:spPr/>
        <p:txBody>
          <a:bodyPr/>
          <a:lstStyle>
            <a:lvl1pPr>
              <a:defRPr/>
            </a:lvl1pPr>
          </a:lstStyle>
          <a:p>
            <a:pPr>
              <a:defRPr/>
            </a:pPr>
            <a:fld id="{B9A03119-542A-4DB2-B1DE-096C7911EF4B}" type="datetimeFigureOut">
              <a:rPr lang="en-US"/>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24809BAB-41AB-4DE8-A919-B528B178CBB9}" type="slidenum">
              <a:rPr lang="en-US" altLang="en-US"/>
              <a:pPr>
                <a:defRPr/>
              </a:pPr>
              <a:t>‹#›</a:t>
            </a:fld>
            <a:endParaRPr lang="en-US" altLang="en-US"/>
          </a:p>
        </p:txBody>
      </p:sp>
    </p:spTree>
    <p:extLst>
      <p:ext uri="{BB962C8B-B14F-4D97-AF65-F5344CB8AC3E}">
        <p14:creationId xmlns:p14="http://schemas.microsoft.com/office/powerpoint/2010/main" val="1412829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5" name="Rounded Rectangle 4"/>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Rectangle 7"/>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p:cNvSpPr>
            <a:spLocks noGrp="1"/>
          </p:cNvSpPr>
          <p:nvPr>
            <p:ph type="dt" sz="half" idx="10"/>
          </p:nvPr>
        </p:nvSpPr>
        <p:spPr/>
        <p:txBody>
          <a:bodyPr/>
          <a:lstStyle>
            <a:lvl1pPr>
              <a:defRPr/>
            </a:lvl1pPr>
          </a:lstStyle>
          <a:p>
            <a:pPr>
              <a:defRPr/>
            </a:pPr>
            <a:fld id="{E68B7E22-D5F3-4512-99A2-B4A5E8567DE4}" type="datetimeFigureOut">
              <a:rPr lang="en-US"/>
              <a:pPr>
                <a:defRPr/>
              </a:pPr>
              <a:t>6/17/2025</a:t>
            </a:fld>
            <a:endParaRPr lang="en-US"/>
          </a:p>
        </p:txBody>
      </p:sp>
      <p:sp>
        <p:nvSpPr>
          <p:cNvPr id="10" name="Footer Placeholder 4"/>
          <p:cNvSpPr>
            <a:spLocks noGrp="1"/>
          </p:cNvSpPr>
          <p:nvPr>
            <p:ph type="ftr" sz="quarter" idx="11"/>
          </p:nvPr>
        </p:nvSpPr>
        <p:spPr>
          <a:xfrm>
            <a:off x="800100" y="6172200"/>
            <a:ext cx="4000500" cy="457200"/>
          </a:xfrm>
        </p:spPr>
        <p:txBody>
          <a:bodyPr/>
          <a:lstStyle>
            <a:lvl1pPr>
              <a:defRPr/>
            </a:lvl1pPr>
          </a:lstStyle>
          <a:p>
            <a:pPr>
              <a:defRPr/>
            </a:pPr>
            <a:endParaRPr lang="en-US"/>
          </a:p>
        </p:txBody>
      </p:sp>
      <p:sp>
        <p:nvSpPr>
          <p:cNvPr id="11" name="Slide Number Placeholder 5"/>
          <p:cNvSpPr>
            <a:spLocks noGrp="1"/>
          </p:cNvSpPr>
          <p:nvPr>
            <p:ph type="sldNum" sz="quarter" idx="12"/>
          </p:nvPr>
        </p:nvSpPr>
        <p:spPr>
          <a:xfrm>
            <a:off x="146050" y="6208713"/>
            <a:ext cx="457200" cy="457200"/>
          </a:xfrm>
        </p:spPr>
        <p:txBody>
          <a:bodyPr/>
          <a:lstStyle>
            <a:lvl1pPr>
              <a:defRPr/>
            </a:lvl1pPr>
          </a:lstStyle>
          <a:p>
            <a:pPr>
              <a:defRPr/>
            </a:pPr>
            <a:fld id="{C41D3B85-61F9-4714-844C-AFA4F0F944E2}" type="slidenum">
              <a:rPr lang="en-US" altLang="en-US"/>
              <a:pPr>
                <a:defRPr/>
              </a:pPr>
              <a:t>‹#›</a:t>
            </a:fld>
            <a:endParaRPr lang="en-US" altLang="en-US"/>
          </a:p>
        </p:txBody>
      </p:sp>
    </p:spTree>
    <p:extLst>
      <p:ext uri="{BB962C8B-B14F-4D97-AF65-F5344CB8AC3E}">
        <p14:creationId xmlns:p14="http://schemas.microsoft.com/office/powerpoint/2010/main" val="257805791"/>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fld id="{8238C8E5-84E8-42F6-BAB9-8EB5F59D9BA6}" type="datetimeFigureOut">
              <a:rPr lang="en-US"/>
              <a:pPr>
                <a:defRPr/>
              </a:pPr>
              <a:t>6/17/2025</a:t>
            </a:fld>
            <a:endParaRPr lang="en-US"/>
          </a:p>
        </p:txBody>
      </p:sp>
      <p:sp>
        <p:nvSpPr>
          <p:cNvPr id="6" name="Footer Placeholder 2"/>
          <p:cNvSpPr>
            <a:spLocks noGrp="1"/>
          </p:cNvSpPr>
          <p:nvPr>
            <p:ph type="ftr" sz="quarter" idx="11"/>
          </p:nvPr>
        </p:nvSpPr>
        <p:spPr/>
        <p:txBody>
          <a:bodyPr/>
          <a:lstStyle>
            <a:lvl1pPr>
              <a:defRPr/>
            </a:lvl1pPr>
          </a:lstStyle>
          <a:p>
            <a:pPr>
              <a:defRPr/>
            </a:pPr>
            <a:endParaRPr lang="en-US"/>
          </a:p>
        </p:txBody>
      </p:sp>
      <p:sp>
        <p:nvSpPr>
          <p:cNvPr id="7" name="Slide Number Placeholder 22"/>
          <p:cNvSpPr>
            <a:spLocks noGrp="1"/>
          </p:cNvSpPr>
          <p:nvPr>
            <p:ph type="sldNum" sz="quarter" idx="12"/>
          </p:nvPr>
        </p:nvSpPr>
        <p:spPr/>
        <p:txBody>
          <a:bodyPr/>
          <a:lstStyle>
            <a:lvl1pPr>
              <a:defRPr/>
            </a:lvl1pPr>
          </a:lstStyle>
          <a:p>
            <a:pPr>
              <a:defRPr/>
            </a:pPr>
            <a:fld id="{A8613C81-156C-4A24-96D0-487FBF22918D}" type="slidenum">
              <a:rPr lang="en-US" altLang="en-US"/>
              <a:pPr>
                <a:defRPr/>
              </a:pPr>
              <a:t>‹#›</a:t>
            </a:fld>
            <a:endParaRPr lang="en-US" altLang="en-US"/>
          </a:p>
        </p:txBody>
      </p:sp>
    </p:spTree>
    <p:extLst>
      <p:ext uri="{BB962C8B-B14F-4D97-AF65-F5344CB8AC3E}">
        <p14:creationId xmlns:p14="http://schemas.microsoft.com/office/powerpoint/2010/main" val="3180014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p:cNvSpPr>
            <a:spLocks noGrp="1"/>
          </p:cNvSpPr>
          <p:nvPr>
            <p:ph type="dt" sz="half" idx="10"/>
          </p:nvPr>
        </p:nvSpPr>
        <p:spPr/>
        <p:txBody>
          <a:bodyPr/>
          <a:lstStyle>
            <a:lvl1pPr>
              <a:defRPr/>
            </a:lvl1pPr>
          </a:lstStyle>
          <a:p>
            <a:pPr>
              <a:defRPr/>
            </a:pPr>
            <a:fld id="{C3624F99-AB71-4E98-980A-AB460891332C}" type="datetimeFigureOut">
              <a:rPr lang="en-US"/>
              <a:pPr>
                <a:defRPr/>
              </a:pPr>
              <a:t>6/17/2025</a:t>
            </a:fld>
            <a:endParaRPr lang="en-US"/>
          </a:p>
        </p:txBody>
      </p:sp>
      <p:sp>
        <p:nvSpPr>
          <p:cNvPr id="8" name="Footer Placeholder 2"/>
          <p:cNvSpPr>
            <a:spLocks noGrp="1"/>
          </p:cNvSpPr>
          <p:nvPr>
            <p:ph type="ftr" sz="quarter" idx="11"/>
          </p:nvPr>
        </p:nvSpPr>
        <p:spPr/>
        <p:txBody>
          <a:bodyPr/>
          <a:lstStyle>
            <a:lvl1pPr>
              <a:defRPr/>
            </a:lvl1pPr>
          </a:lstStyle>
          <a:p>
            <a:pPr>
              <a:defRPr/>
            </a:pPr>
            <a:endParaRPr lang="en-US"/>
          </a:p>
        </p:txBody>
      </p:sp>
      <p:sp>
        <p:nvSpPr>
          <p:cNvPr id="9" name="Slide Number Placeholder 22"/>
          <p:cNvSpPr>
            <a:spLocks noGrp="1"/>
          </p:cNvSpPr>
          <p:nvPr>
            <p:ph type="sldNum" sz="quarter" idx="12"/>
          </p:nvPr>
        </p:nvSpPr>
        <p:spPr/>
        <p:txBody>
          <a:bodyPr/>
          <a:lstStyle>
            <a:lvl1pPr>
              <a:defRPr/>
            </a:lvl1pPr>
          </a:lstStyle>
          <a:p>
            <a:pPr>
              <a:defRPr/>
            </a:pPr>
            <a:fld id="{3FE8ACE4-3D39-46BC-AEF6-39CC55AB4DB0}" type="slidenum">
              <a:rPr lang="en-US" altLang="en-US"/>
              <a:pPr>
                <a:defRPr/>
              </a:pPr>
              <a:t>‹#›</a:t>
            </a:fld>
            <a:endParaRPr lang="en-US" altLang="en-US"/>
          </a:p>
        </p:txBody>
      </p:sp>
    </p:spTree>
    <p:extLst>
      <p:ext uri="{BB962C8B-B14F-4D97-AF65-F5344CB8AC3E}">
        <p14:creationId xmlns:p14="http://schemas.microsoft.com/office/powerpoint/2010/main" val="34431282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fld id="{72A7EF1F-953E-495D-876A-6B07D860A78E}" type="datetimeFigureOut">
              <a:rPr lang="en-US"/>
              <a:pPr>
                <a:defRPr/>
              </a:pPr>
              <a:t>6/17/2025</a:t>
            </a:fld>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22"/>
          <p:cNvSpPr>
            <a:spLocks noGrp="1"/>
          </p:cNvSpPr>
          <p:nvPr>
            <p:ph type="sldNum" sz="quarter" idx="12"/>
          </p:nvPr>
        </p:nvSpPr>
        <p:spPr/>
        <p:txBody>
          <a:bodyPr/>
          <a:lstStyle>
            <a:lvl1pPr>
              <a:defRPr/>
            </a:lvl1pPr>
          </a:lstStyle>
          <a:p>
            <a:pPr>
              <a:defRPr/>
            </a:pPr>
            <a:fld id="{964D5754-2CFE-43D9-82FE-3DFD5C055D3B}" type="slidenum">
              <a:rPr lang="en-US" altLang="en-US"/>
              <a:pPr>
                <a:defRPr/>
              </a:pPr>
              <a:t>‹#›</a:t>
            </a:fld>
            <a:endParaRPr lang="en-US" altLang="en-US"/>
          </a:p>
        </p:txBody>
      </p:sp>
    </p:spTree>
    <p:extLst>
      <p:ext uri="{BB962C8B-B14F-4D97-AF65-F5344CB8AC3E}">
        <p14:creationId xmlns:p14="http://schemas.microsoft.com/office/powerpoint/2010/main" val="20343766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fld id="{8A14B34F-939A-482E-A185-53D640385C2E}" type="datetimeFigureOut">
              <a:rPr lang="en-US"/>
              <a:pPr>
                <a:defRPr/>
              </a:pPr>
              <a:t>6/17/2025</a:t>
            </a:fld>
            <a:endParaRPr lang="en-US"/>
          </a:p>
        </p:txBody>
      </p:sp>
      <p:sp>
        <p:nvSpPr>
          <p:cNvPr id="3" name="Footer Placeholder 2"/>
          <p:cNvSpPr>
            <a:spLocks noGrp="1"/>
          </p:cNvSpPr>
          <p:nvPr>
            <p:ph type="ftr" sz="quarter" idx="11"/>
          </p:nvPr>
        </p:nvSpPr>
        <p:spPr/>
        <p:txBody>
          <a:bodyPr/>
          <a:lstStyle>
            <a:lvl1pPr>
              <a:defRPr/>
            </a:lvl1pPr>
          </a:lstStyle>
          <a:p>
            <a:pPr>
              <a:defRPr/>
            </a:pPr>
            <a:endParaRPr lang="en-US"/>
          </a:p>
        </p:txBody>
      </p:sp>
      <p:sp>
        <p:nvSpPr>
          <p:cNvPr id="4" name="Slide Number Placeholder 22"/>
          <p:cNvSpPr>
            <a:spLocks noGrp="1"/>
          </p:cNvSpPr>
          <p:nvPr>
            <p:ph type="sldNum" sz="quarter" idx="12"/>
          </p:nvPr>
        </p:nvSpPr>
        <p:spPr/>
        <p:txBody>
          <a:bodyPr/>
          <a:lstStyle>
            <a:lvl1pPr>
              <a:defRPr/>
            </a:lvl1pPr>
          </a:lstStyle>
          <a:p>
            <a:pPr>
              <a:defRPr/>
            </a:pPr>
            <a:fld id="{28E78DCA-3AAE-4395-8C58-0C173CCC9A14}" type="slidenum">
              <a:rPr lang="en-US" altLang="en-US"/>
              <a:pPr>
                <a:defRPr/>
              </a:pPr>
              <a:t>‹#›</a:t>
            </a:fld>
            <a:endParaRPr lang="en-US" altLang="en-US"/>
          </a:p>
        </p:txBody>
      </p:sp>
    </p:spTree>
    <p:extLst>
      <p:ext uri="{BB962C8B-B14F-4D97-AF65-F5344CB8AC3E}">
        <p14:creationId xmlns:p14="http://schemas.microsoft.com/office/powerpoint/2010/main" val="12585447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6" name="Rounded Rectangle 5"/>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AA233B02-5937-4B25-BE3C-EAA2B3D9B4D4}" type="datetimeFigureOut">
              <a:rPr lang="en-US"/>
              <a:pPr>
                <a:defRPr/>
              </a:pPr>
              <a:t>6/17/2025</a:t>
            </a:fld>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a:lvl1pPr>
          </a:lstStyle>
          <a:p>
            <a:pPr>
              <a:defRPr/>
            </a:pPr>
            <a:fld id="{FC0799DB-7530-40C9-A64A-29E5FBAB4F32}" type="slidenum">
              <a:rPr lang="en-US" altLang="en-US"/>
              <a:pPr>
                <a:defRPr/>
              </a:pPr>
              <a:t>‹#›</a:t>
            </a:fld>
            <a:endParaRPr lang="en-US" altLang="en-US"/>
          </a:p>
        </p:txBody>
      </p:sp>
    </p:spTree>
    <p:extLst>
      <p:ext uri="{BB962C8B-B14F-4D97-AF65-F5344CB8AC3E}">
        <p14:creationId xmlns:p14="http://schemas.microsoft.com/office/powerpoint/2010/main" val="29755078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p:cNvSpPr>
            <a:spLocks noGrp="1"/>
          </p:cNvSpPr>
          <p:nvPr>
            <p:ph type="dt" sz="half" idx="10"/>
          </p:nvPr>
        </p:nvSpPr>
        <p:spPr/>
        <p:txBody>
          <a:bodyPr/>
          <a:lstStyle>
            <a:lvl1pPr>
              <a:defRPr/>
            </a:lvl1pPr>
          </a:lstStyle>
          <a:p>
            <a:pPr>
              <a:defRPr/>
            </a:pPr>
            <a:fld id="{3A0A5487-31FB-49F8-A1D3-ABDF12762030}" type="datetimeFigureOut">
              <a:rPr lang="en-US"/>
              <a:pPr>
                <a:defRPr/>
              </a:pPr>
              <a:t>6/17/2025</a:t>
            </a:fld>
            <a:endParaRPr lang="en-US"/>
          </a:p>
        </p:txBody>
      </p:sp>
      <p:sp>
        <p:nvSpPr>
          <p:cNvPr id="9" name="Footer Placeholder 5"/>
          <p:cNvSpPr>
            <a:spLocks noGrp="1"/>
          </p:cNvSpPr>
          <p:nvPr>
            <p:ph type="ftr" sz="quarter" idx="11"/>
          </p:nvPr>
        </p:nvSpPr>
        <p:spPr>
          <a:xfrm>
            <a:off x="914400" y="6172200"/>
            <a:ext cx="3886200" cy="457200"/>
          </a:xfrm>
        </p:spPr>
        <p:txBody>
          <a:bodyPr/>
          <a:lstStyle>
            <a:lvl1pPr>
              <a:defRPr/>
            </a:lvl1pPr>
          </a:lstStyle>
          <a:p>
            <a:pPr>
              <a:defRPr/>
            </a:pPr>
            <a:endParaRPr lang="en-US"/>
          </a:p>
        </p:txBody>
      </p:sp>
      <p:sp>
        <p:nvSpPr>
          <p:cNvPr id="10" name="Slide Number Placeholder 6"/>
          <p:cNvSpPr>
            <a:spLocks noGrp="1"/>
          </p:cNvSpPr>
          <p:nvPr>
            <p:ph type="sldNum" sz="quarter" idx="12"/>
          </p:nvPr>
        </p:nvSpPr>
        <p:spPr>
          <a:xfrm>
            <a:off x="146050" y="6208713"/>
            <a:ext cx="457200" cy="457200"/>
          </a:xfrm>
        </p:spPr>
        <p:txBody>
          <a:bodyPr/>
          <a:lstStyle>
            <a:lvl1pPr>
              <a:defRPr/>
            </a:lvl1pPr>
          </a:lstStyle>
          <a:p>
            <a:pPr>
              <a:defRPr/>
            </a:pPr>
            <a:fld id="{2896CB90-A2F1-4F04-A5F1-ED0443960CC7}" type="slidenum">
              <a:rPr lang="en-US" altLang="en-US"/>
              <a:pPr>
                <a:defRPr/>
              </a:pPr>
              <a:t>‹#›</a:t>
            </a:fld>
            <a:endParaRPr lang="en-US" altLang="en-US"/>
          </a:p>
        </p:txBody>
      </p:sp>
    </p:spTree>
    <p:extLst>
      <p:ext uri="{BB962C8B-B14F-4D97-AF65-F5344CB8AC3E}">
        <p14:creationId xmlns:p14="http://schemas.microsoft.com/office/powerpoint/2010/main" val="39003042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ECC2B823-CDB2-45FE-AEB7-2AFB81F99172}" type="datetimeFigureOut">
              <a:rPr lang="en-US"/>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2A6E3C56-70DA-447E-8C07-B2C031A44B67}" type="slidenum">
              <a:rPr lang="en-US" altLang="en-US"/>
              <a:pPr>
                <a:defRPr/>
              </a:pPr>
              <a:t>‹#›</a:t>
            </a:fld>
            <a:endParaRPr lang="en-US" altLang="en-US"/>
          </a:p>
        </p:txBody>
      </p:sp>
    </p:spTree>
    <p:extLst>
      <p:ext uri="{BB962C8B-B14F-4D97-AF65-F5344CB8AC3E}">
        <p14:creationId xmlns:p14="http://schemas.microsoft.com/office/powerpoint/2010/main" val="15907023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fld id="{3D711F52-91A0-4420-9478-AFF7E3D64928}" type="datetimeFigureOut">
              <a:rPr lang="en-US"/>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F7148F0E-321D-494C-BF46-1F13DBD2CC90}" type="slidenum">
              <a:rPr lang="en-US" altLang="en-US"/>
              <a:pPr>
                <a:defRPr/>
              </a:pPr>
              <a:t>‹#›</a:t>
            </a:fld>
            <a:endParaRPr lang="en-US" altLang="en-US"/>
          </a:p>
        </p:txBody>
      </p:sp>
    </p:spTree>
    <p:extLst>
      <p:ext uri="{BB962C8B-B14F-4D97-AF65-F5344CB8AC3E}">
        <p14:creationId xmlns:p14="http://schemas.microsoft.com/office/powerpoint/2010/main" val="3604609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13"/>
          <p:cNvSpPr>
            <a:spLocks noGrp="1"/>
          </p:cNvSpPr>
          <p:nvPr>
            <p:ph type="dt" sz="half" idx="10"/>
          </p:nvPr>
        </p:nvSpPr>
        <p:spPr/>
        <p:txBody>
          <a:bodyPr/>
          <a:lstStyle>
            <a:lvl1pPr>
              <a:defRPr/>
            </a:lvl1pPr>
          </a:lstStyle>
          <a:p>
            <a:pPr>
              <a:defRPr/>
            </a:pPr>
            <a:fld id="{388A6EF3-9197-40A0-8BD3-BFE8E5FBB05A}" type="datetimeFigureOut">
              <a:rPr lang="en-US"/>
              <a:pPr>
                <a:defRPr/>
              </a:pPr>
              <a:t>6/17/2025</a:t>
            </a:fld>
            <a:endParaRPr lang="en-US"/>
          </a:p>
        </p:txBody>
      </p:sp>
      <p:sp>
        <p:nvSpPr>
          <p:cNvPr id="5" name="Footer Placeholder 2"/>
          <p:cNvSpPr>
            <a:spLocks noGrp="1"/>
          </p:cNvSpPr>
          <p:nvPr>
            <p:ph type="ftr" sz="quarter" idx="11"/>
          </p:nvPr>
        </p:nvSpPr>
        <p:spPr/>
        <p:txBody>
          <a:bodyPr/>
          <a:lstStyle>
            <a:lvl1pPr>
              <a:defRPr/>
            </a:lvl1pPr>
          </a:lstStyle>
          <a:p>
            <a:pPr>
              <a:defRPr/>
            </a:pPr>
            <a:endParaRPr lang="en-US"/>
          </a:p>
        </p:txBody>
      </p:sp>
      <p:sp>
        <p:nvSpPr>
          <p:cNvPr id="6" name="Slide Number Placeholder 22"/>
          <p:cNvSpPr>
            <a:spLocks noGrp="1"/>
          </p:cNvSpPr>
          <p:nvPr>
            <p:ph type="sldNum" sz="quarter" idx="12"/>
          </p:nvPr>
        </p:nvSpPr>
        <p:spPr/>
        <p:txBody>
          <a:bodyPr/>
          <a:lstStyle>
            <a:lvl1pPr>
              <a:defRPr/>
            </a:lvl1pPr>
          </a:lstStyle>
          <a:p>
            <a:pPr>
              <a:defRPr/>
            </a:pPr>
            <a:fld id="{D4F5356F-5E7F-48AF-9885-22B1499395C6}" type="slidenum">
              <a:rPr lang="en-US" altLang="en-US"/>
              <a:pPr>
                <a:defRPr/>
              </a:pPr>
              <a:t>‹#›</a:t>
            </a:fld>
            <a:endParaRPr lang="en-US" altLang="en-US"/>
          </a:p>
        </p:txBody>
      </p:sp>
    </p:spTree>
    <p:extLst>
      <p:ext uri="{BB962C8B-B14F-4D97-AF65-F5344CB8AC3E}">
        <p14:creationId xmlns:p14="http://schemas.microsoft.com/office/powerpoint/2010/main" val="848797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1028" name="Title Placeholder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latin typeface="Arial" charset="0"/>
              </a:defRPr>
            </a:lvl1pPr>
          </a:lstStyle>
          <a:p>
            <a:pPr>
              <a:defRPr/>
            </a:pPr>
            <a:fld id="{D614283C-D237-47F3-8348-01A57FA8F919}" type="datetimeFigureOut">
              <a:rPr lang="en-US" smtClean="0"/>
              <a:pPr>
                <a:defRPr/>
              </a:pPr>
              <a:t>6/17/2025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latin typeface="Arial" charset="0"/>
              </a:defRPr>
            </a:lvl1pPr>
          </a:lstStyle>
          <a:p>
            <a:pPr>
              <a:defRPr/>
            </a:pPr>
            <a:endParaRPr lang="en-US"/>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charset="0"/>
              </a:defRPr>
            </a:lvl1pPr>
          </a:lstStyle>
          <a:p>
            <a:pPr>
              <a:defRPr/>
            </a:pPr>
            <a:fld id="{1A4F1813-5380-4F5A-8ACC-1A28E1CB3AF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91" r:id="rId1"/>
    <p:sldLayoutId id="2147483883" r:id="rId2"/>
    <p:sldLayoutId id="2147483892" r:id="rId3"/>
    <p:sldLayoutId id="2147483884" r:id="rId4"/>
    <p:sldLayoutId id="2147483885" r:id="rId5"/>
    <p:sldLayoutId id="2147483886" r:id="rId6"/>
    <p:sldLayoutId id="2147483887" r:id="rId7"/>
    <p:sldLayoutId id="2147483893" r:id="rId8"/>
    <p:sldLayoutId id="2147483894" r:id="rId9"/>
    <p:sldLayoutId id="2147483888" r:id="rId10"/>
    <p:sldLayoutId id="2147483889" r:id="rId11"/>
    <p:sldLayoutId id="2147483890" r:id="rId12"/>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1028" name="Title Placeholder 21"/>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latin typeface="Arial" charset="0"/>
              </a:defRPr>
            </a:lvl1pPr>
          </a:lstStyle>
          <a:p>
            <a:pPr>
              <a:defRPr/>
            </a:pPr>
            <a:fld id="{78CE397A-1E01-41ED-962F-E52B2DD01A3F}" type="datetimeFigureOut">
              <a:rPr lang="en-US"/>
              <a:pPr>
                <a:defRPr/>
              </a:pPr>
              <a:t>6/17/2025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latin typeface="Arial" charset="0"/>
              </a:defRPr>
            </a:lvl1pPr>
          </a:lstStyle>
          <a:p>
            <a:pPr>
              <a:defRPr/>
            </a:pPr>
            <a:endParaRPr lang="en-US"/>
          </a:p>
        </p:txBody>
      </p:sp>
      <p:sp>
        <p:nvSpPr>
          <p:cNvPr id="23" name="Slide Number Placeholder 22"/>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charset="0"/>
              </a:defRPr>
            </a:lvl1pPr>
          </a:lstStyle>
          <a:p>
            <a:pPr>
              <a:defRPr/>
            </a:pPr>
            <a:fld id="{601FDE00-A5F8-46C0-97A6-7C6A7D91D1AF}" type="slidenum">
              <a:rPr lang="en-US" altLang="en-US"/>
              <a:pPr>
                <a:defRPr/>
              </a:pPr>
              <a:t>‹#›</a:t>
            </a:fld>
            <a:endParaRPr lang="en-US" altLang="en-US"/>
          </a:p>
        </p:txBody>
      </p:sp>
    </p:spTree>
    <p:extLst>
      <p:ext uri="{BB962C8B-B14F-4D97-AF65-F5344CB8AC3E}">
        <p14:creationId xmlns:p14="http://schemas.microsoft.com/office/powerpoint/2010/main" val="1854451588"/>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7" r:id="rId12"/>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3"/>
          <p:cNvSpPr>
            <a:spLocks noGrp="1"/>
          </p:cNvSpPr>
          <p:nvPr>
            <p:ph type="title"/>
          </p:nvPr>
        </p:nvSpPr>
        <p:spPr>
          <a:xfrm>
            <a:off x="609600" y="1447800"/>
            <a:ext cx="7772400" cy="1143000"/>
          </a:xfrm>
        </p:spPr>
        <p:txBody>
          <a:bodyPr/>
          <a:lstStyle/>
          <a:p>
            <a:pPr eaLnBrk="1" hangingPunct="1"/>
            <a:r>
              <a:rPr lang="en-US" altLang="en-US" dirty="0"/>
              <a:t>Preprocessing Part 1</a:t>
            </a:r>
          </a:p>
        </p:txBody>
      </p:sp>
      <p:sp>
        <p:nvSpPr>
          <p:cNvPr id="7172" name="Text Box 5"/>
          <p:cNvSpPr txBox="1">
            <a:spLocks noChangeArrowheads="1"/>
          </p:cNvSpPr>
          <p:nvPr/>
        </p:nvSpPr>
        <p:spPr bwMode="auto">
          <a:xfrm>
            <a:off x="609600" y="3416300"/>
            <a:ext cx="70104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50000"/>
              </a:spcBef>
              <a:buClrTx/>
              <a:buSzTx/>
              <a:buFontTx/>
              <a:buNone/>
            </a:pPr>
            <a:r>
              <a:rPr lang="en-US" altLang="en-US" sz="2800" b="1" dirty="0">
                <a:solidFill>
                  <a:schemeClr val="accent2"/>
                </a:solidFill>
                <a:latin typeface="Franklin Gothic Book" panose="020B0503020102020204" pitchFamily="34" charset="0"/>
              </a:rPr>
              <a:t>OPIM 5604 – Predictive Modeling</a:t>
            </a:r>
            <a:endParaRPr lang="en-US" altLang="en-US" sz="2400" b="1" dirty="0">
              <a:solidFill>
                <a:schemeClr val="accent2"/>
              </a:solidFill>
              <a:latin typeface="Franklin Gothic Book" panose="020B0503020102020204" pitchFamily="34" charset="0"/>
            </a:endParaRPr>
          </a:p>
          <a:p>
            <a:pPr eaLnBrk="1" hangingPunct="1">
              <a:spcBef>
                <a:spcPct val="50000"/>
              </a:spcBef>
              <a:buClrTx/>
              <a:buSzTx/>
              <a:buFontTx/>
              <a:buNone/>
            </a:pPr>
            <a:r>
              <a:rPr lang="en-US" altLang="en-US" sz="2400" b="1" dirty="0">
                <a:solidFill>
                  <a:schemeClr val="tx2"/>
                </a:solidFill>
                <a:latin typeface="Franklin Gothic Book" panose="020B0503020102020204" pitchFamily="34" charset="0"/>
              </a:rPr>
              <a:t>Jennifer Eigo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dirty="0"/>
              <a:t>Module Topics</a:t>
            </a:r>
          </a:p>
        </p:txBody>
      </p:sp>
      <p:sp>
        <p:nvSpPr>
          <p:cNvPr id="11267" name="Content Placeholder 2"/>
          <p:cNvSpPr>
            <a:spLocks noGrp="1"/>
          </p:cNvSpPr>
          <p:nvPr>
            <p:ph sz="quarter" idx="1"/>
          </p:nvPr>
        </p:nvSpPr>
        <p:spPr>
          <a:xfrm>
            <a:off x="838200" y="1828800"/>
            <a:ext cx="7772400" cy="4572000"/>
          </a:xfrm>
        </p:spPr>
        <p:txBody>
          <a:bodyPr/>
          <a:lstStyle/>
          <a:p>
            <a:pPr eaLnBrk="1" hangingPunct="1"/>
            <a:r>
              <a:rPr lang="en-US" altLang="en-US" dirty="0">
                <a:latin typeface="Franklin Gothic Book" panose="020B0503020102020204" pitchFamily="34" charset="0"/>
              </a:rPr>
              <a:t>SEMMA framework</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Identify variable data types</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Visualize data</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Find missing values</a:t>
            </a:r>
            <a:br>
              <a:rPr lang="en-US" altLang="en-US" dirty="0">
                <a:latin typeface="Franklin Gothic Book" panose="020B0503020102020204" pitchFamily="34" charset="0"/>
              </a:rPr>
            </a:br>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Find outliers</a:t>
            </a:r>
          </a:p>
          <a:p>
            <a:pPr eaLnBrk="1" hangingPunct="1"/>
            <a:endParaRPr lang="en-US" altLang="en-US" dirty="0">
              <a:latin typeface="Franklin Gothic Book" panose="020B0503020102020204" pitchFamily="34" charset="0"/>
            </a:endParaRPr>
          </a:p>
          <a:p>
            <a:pPr eaLnBrk="1" hangingPunct="1">
              <a:buFont typeface="Wingdings 2" panose="05020102010507070707" pitchFamily="18" charset="2"/>
              <a:buNone/>
            </a:pPr>
            <a:endParaRPr lang="en-US" altLang="en-US" dirty="0">
              <a:latin typeface="Franklin Gothic Book" panose="020B0503020102020204" pitchFamily="34" charset="0"/>
            </a:endParaRPr>
          </a:p>
        </p:txBody>
      </p:sp>
      <p:sp>
        <p:nvSpPr>
          <p:cNvPr id="6" name="Slide Number Placeholder 5"/>
          <p:cNvSpPr>
            <a:spLocks noGrp="1"/>
          </p:cNvSpPr>
          <p:nvPr>
            <p:ph type="sldNum" sz="quarter" idx="12"/>
          </p:nvPr>
        </p:nvSpPr>
        <p:spPr>
          <a:xfrm>
            <a:off x="146050" y="6218767"/>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a:t>
            </a:fld>
            <a:endParaRPr lang="en-US" alt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pPr eaLnBrk="1" hangingPunct="1">
              <a:defRPr/>
            </a:pPr>
            <a:r>
              <a:rPr lang="en-US" altLang="en-US" dirty="0"/>
              <a:t>Core Ideas in Data Mining</a:t>
            </a:r>
            <a:endParaRPr lang="en-US" dirty="0"/>
          </a:p>
        </p:txBody>
      </p:sp>
      <p:sp>
        <p:nvSpPr>
          <p:cNvPr id="34819" name="Line 5"/>
          <p:cNvSpPr>
            <a:spLocks noChangeShapeType="1"/>
          </p:cNvSpPr>
          <p:nvPr/>
        </p:nvSpPr>
        <p:spPr bwMode="auto">
          <a:xfrm flipH="1">
            <a:off x="2286000" y="2362200"/>
            <a:ext cx="14478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0" name="Line 6"/>
          <p:cNvSpPr>
            <a:spLocks noChangeShapeType="1"/>
          </p:cNvSpPr>
          <p:nvPr/>
        </p:nvSpPr>
        <p:spPr bwMode="auto">
          <a:xfrm>
            <a:off x="3733800" y="2362199"/>
            <a:ext cx="2897340" cy="13372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1" name="Line 8"/>
          <p:cNvSpPr>
            <a:spLocks noChangeShapeType="1"/>
          </p:cNvSpPr>
          <p:nvPr/>
        </p:nvSpPr>
        <p:spPr bwMode="auto">
          <a:xfrm flipH="1">
            <a:off x="990600" y="3733800"/>
            <a:ext cx="12954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3" name="Line 12"/>
          <p:cNvSpPr>
            <a:spLocks noChangeShapeType="1"/>
          </p:cNvSpPr>
          <p:nvPr/>
        </p:nvSpPr>
        <p:spPr bwMode="auto">
          <a:xfrm flipH="1">
            <a:off x="5128323" y="3699481"/>
            <a:ext cx="1502821" cy="916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4" name="Line 13"/>
          <p:cNvSpPr>
            <a:spLocks noChangeShapeType="1"/>
          </p:cNvSpPr>
          <p:nvPr/>
        </p:nvSpPr>
        <p:spPr bwMode="auto">
          <a:xfrm>
            <a:off x="6631142" y="3699481"/>
            <a:ext cx="1" cy="1477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5" name="Line 15"/>
          <p:cNvSpPr>
            <a:spLocks noChangeShapeType="1"/>
          </p:cNvSpPr>
          <p:nvPr/>
        </p:nvSpPr>
        <p:spPr bwMode="auto">
          <a:xfrm>
            <a:off x="6631140" y="3699480"/>
            <a:ext cx="1674659" cy="94871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6" name="Text Box 17"/>
          <p:cNvSpPr txBox="1">
            <a:spLocks noChangeArrowheads="1"/>
          </p:cNvSpPr>
          <p:nvPr/>
        </p:nvSpPr>
        <p:spPr bwMode="auto">
          <a:xfrm>
            <a:off x="2744923" y="1820288"/>
            <a:ext cx="1947706"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400" dirty="0"/>
              <a:t>Data Mining</a:t>
            </a:r>
          </a:p>
        </p:txBody>
      </p:sp>
      <p:sp>
        <p:nvSpPr>
          <p:cNvPr id="34827" name="Text Box 18"/>
          <p:cNvSpPr txBox="1">
            <a:spLocks noChangeArrowheads="1"/>
          </p:cNvSpPr>
          <p:nvPr/>
        </p:nvSpPr>
        <p:spPr bwMode="auto">
          <a:xfrm>
            <a:off x="44073" y="2771096"/>
            <a:ext cx="26564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Supervised Learning (Predictive Analytics)</a:t>
            </a:r>
          </a:p>
        </p:txBody>
      </p:sp>
      <p:sp>
        <p:nvSpPr>
          <p:cNvPr id="34828" name="Text Box 19"/>
          <p:cNvSpPr txBox="1">
            <a:spLocks noChangeArrowheads="1"/>
          </p:cNvSpPr>
          <p:nvPr/>
        </p:nvSpPr>
        <p:spPr bwMode="auto">
          <a:xfrm>
            <a:off x="6158664" y="2729146"/>
            <a:ext cx="277375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dirty="0"/>
              <a:t>Unsupervised Learning</a:t>
            </a:r>
          </a:p>
          <a:p>
            <a:pPr algn="ctr" eaLnBrk="1" hangingPunct="1">
              <a:spcBef>
                <a:spcPct val="0"/>
              </a:spcBef>
              <a:buClrTx/>
              <a:buSzTx/>
              <a:buFontTx/>
              <a:buNone/>
            </a:pPr>
            <a:r>
              <a:rPr lang="en-US" altLang="en-US" sz="2000" dirty="0"/>
              <a:t>(Descriptive Analytics)</a:t>
            </a:r>
          </a:p>
        </p:txBody>
      </p:sp>
      <p:sp>
        <p:nvSpPr>
          <p:cNvPr id="34829" name="Text Box 20"/>
          <p:cNvSpPr txBox="1">
            <a:spLocks noChangeArrowheads="1"/>
          </p:cNvSpPr>
          <p:nvPr/>
        </p:nvSpPr>
        <p:spPr bwMode="auto">
          <a:xfrm>
            <a:off x="1396615" y="5207954"/>
            <a:ext cx="12303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400" dirty="0"/>
              <a:t>Classification</a:t>
            </a:r>
          </a:p>
        </p:txBody>
      </p:sp>
      <p:sp>
        <p:nvSpPr>
          <p:cNvPr id="34830" name="Text Box 21"/>
          <p:cNvSpPr txBox="1">
            <a:spLocks noChangeArrowheads="1"/>
          </p:cNvSpPr>
          <p:nvPr/>
        </p:nvSpPr>
        <p:spPr bwMode="auto">
          <a:xfrm>
            <a:off x="432184" y="4882978"/>
            <a:ext cx="9644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400" dirty="0"/>
              <a:t>Prediction</a:t>
            </a:r>
          </a:p>
        </p:txBody>
      </p:sp>
      <p:sp>
        <p:nvSpPr>
          <p:cNvPr id="34831" name="Line 22"/>
          <p:cNvSpPr>
            <a:spLocks noChangeShapeType="1"/>
          </p:cNvSpPr>
          <p:nvPr/>
        </p:nvSpPr>
        <p:spPr bwMode="auto">
          <a:xfrm flipH="1">
            <a:off x="2125134" y="3733800"/>
            <a:ext cx="160866"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3" name="Text Box 27"/>
          <p:cNvSpPr txBox="1">
            <a:spLocks noChangeArrowheads="1"/>
          </p:cNvSpPr>
          <p:nvPr/>
        </p:nvSpPr>
        <p:spPr bwMode="auto">
          <a:xfrm>
            <a:off x="5705277" y="5231909"/>
            <a:ext cx="18517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dirty="0"/>
              <a:t>Data Reduction &amp; </a:t>
            </a:r>
          </a:p>
          <a:p>
            <a:pPr algn="ctr" eaLnBrk="1" hangingPunct="1">
              <a:spcBef>
                <a:spcPct val="0"/>
              </a:spcBef>
              <a:buClrTx/>
              <a:buSzTx/>
              <a:buFontTx/>
              <a:buNone/>
            </a:pPr>
            <a:r>
              <a:rPr lang="en-US" altLang="en-US" sz="1400" dirty="0"/>
              <a:t>Dimension Reduction</a:t>
            </a:r>
          </a:p>
        </p:txBody>
      </p:sp>
      <p:sp>
        <p:nvSpPr>
          <p:cNvPr id="34834" name="Text Box 28"/>
          <p:cNvSpPr txBox="1">
            <a:spLocks noChangeArrowheads="1"/>
          </p:cNvSpPr>
          <p:nvPr/>
        </p:nvSpPr>
        <p:spPr bwMode="auto">
          <a:xfrm>
            <a:off x="7432985" y="4705132"/>
            <a:ext cx="16691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1400" dirty="0"/>
              <a:t>Data Exploration &amp;</a:t>
            </a:r>
          </a:p>
          <a:p>
            <a:pPr algn="ctr" eaLnBrk="1" hangingPunct="1">
              <a:spcBef>
                <a:spcPct val="0"/>
              </a:spcBef>
              <a:buClrTx/>
              <a:buSzTx/>
              <a:buFontTx/>
              <a:buNone/>
            </a:pPr>
            <a:r>
              <a:rPr lang="en-US" altLang="en-US" sz="1400" dirty="0"/>
              <a:t>Visualization</a:t>
            </a:r>
          </a:p>
        </p:txBody>
      </p:sp>
      <p:sp>
        <p:nvSpPr>
          <p:cNvPr id="34837" name="Text Box 31"/>
          <p:cNvSpPr txBox="1">
            <a:spLocks noChangeArrowheads="1"/>
          </p:cNvSpPr>
          <p:nvPr/>
        </p:nvSpPr>
        <p:spPr bwMode="auto">
          <a:xfrm>
            <a:off x="4345496" y="4661575"/>
            <a:ext cx="148380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400" dirty="0"/>
              <a:t>Association</a:t>
            </a:r>
            <a:r>
              <a:rPr lang="en-US" altLang="en-US" sz="1200" dirty="0"/>
              <a:t> Rules</a:t>
            </a:r>
          </a:p>
        </p:txBody>
      </p:sp>
      <p:sp>
        <p:nvSpPr>
          <p:cNvPr id="22"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a:t>
            </a:fld>
            <a:endParaRPr lang="en-US" altLang="en-US" sz="1400" dirty="0"/>
          </a:p>
        </p:txBody>
      </p:sp>
      <p:sp>
        <p:nvSpPr>
          <p:cNvPr id="23" name="Line 22"/>
          <p:cNvSpPr>
            <a:spLocks noChangeShapeType="1"/>
          </p:cNvSpPr>
          <p:nvPr/>
        </p:nvSpPr>
        <p:spPr bwMode="auto">
          <a:xfrm>
            <a:off x="2285999" y="3775748"/>
            <a:ext cx="1167668" cy="10748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Text Box 20"/>
          <p:cNvSpPr txBox="1">
            <a:spLocks noChangeArrowheads="1"/>
          </p:cNvSpPr>
          <p:nvPr/>
        </p:nvSpPr>
        <p:spPr bwMode="auto">
          <a:xfrm>
            <a:off x="2800308" y="4966742"/>
            <a:ext cx="11067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n-US" sz="1400" dirty="0"/>
              <a:t>Time Series</a:t>
            </a:r>
          </a:p>
        </p:txBody>
      </p:sp>
    </p:spTree>
    <p:extLst>
      <p:ext uri="{BB962C8B-B14F-4D97-AF65-F5344CB8AC3E}">
        <p14:creationId xmlns:p14="http://schemas.microsoft.com/office/powerpoint/2010/main" val="2464550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ED382-9D76-A75D-8B53-682965132E39}"/>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9DA69C2D-9857-FF50-326F-58AAF82CB020}"/>
              </a:ext>
            </a:extLst>
          </p:cNvPr>
          <p:cNvSpPr>
            <a:spLocks noGrp="1"/>
          </p:cNvSpPr>
          <p:nvPr>
            <p:ph type="title"/>
          </p:nvPr>
        </p:nvSpPr>
        <p:spPr/>
        <p:txBody>
          <a:bodyPr/>
          <a:lstStyle/>
          <a:p>
            <a:pPr eaLnBrk="1" hangingPunct="1"/>
            <a:r>
              <a:rPr lang="en-US" altLang="en-US"/>
              <a:t>Supervised Learning</a:t>
            </a:r>
          </a:p>
        </p:txBody>
      </p:sp>
      <p:sp>
        <p:nvSpPr>
          <p:cNvPr id="11267" name="Content Placeholder 2">
            <a:extLst>
              <a:ext uri="{FF2B5EF4-FFF2-40B4-BE49-F238E27FC236}">
                <a16:creationId xmlns:a16="http://schemas.microsoft.com/office/drawing/2014/main" id="{C45903B8-9A48-A839-F0B3-C0FB46A23CD5}"/>
              </a:ext>
            </a:extLst>
          </p:cNvPr>
          <p:cNvSpPr>
            <a:spLocks noGrp="1"/>
          </p:cNvSpPr>
          <p:nvPr>
            <p:ph sz="quarter" idx="1"/>
          </p:nvPr>
        </p:nvSpPr>
        <p:spPr>
          <a:xfrm>
            <a:off x="838200" y="1828800"/>
            <a:ext cx="7772400" cy="4572000"/>
          </a:xfrm>
        </p:spPr>
        <p:txBody>
          <a:bodyPr/>
          <a:lstStyle/>
          <a:p>
            <a:pPr eaLnBrk="1" hangingPunct="1"/>
            <a:r>
              <a:rPr lang="en-US" altLang="en-US" dirty="0">
                <a:latin typeface="Franklin Gothic Book" panose="020B0503020102020204" pitchFamily="34" charset="0"/>
              </a:rPr>
              <a:t>Goal: Predict a single “target” or “outcome” variable </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Training data, where target value is known</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Score data where value is not known</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Methods: Classification and Prediction</a:t>
            </a:r>
          </a:p>
          <a:p>
            <a:pPr eaLnBrk="1" hangingPunct="1"/>
            <a:endParaRPr lang="en-US" altLang="en-US" dirty="0">
              <a:latin typeface="Franklin Gothic Book" panose="020B0503020102020204" pitchFamily="34" charset="0"/>
            </a:endParaRPr>
          </a:p>
          <a:p>
            <a:pPr eaLnBrk="1" hangingPunct="1">
              <a:buFont typeface="Wingdings 2" panose="05020102010507070707" pitchFamily="18" charset="2"/>
              <a:buNone/>
            </a:pPr>
            <a:endParaRPr lang="en-US" altLang="en-US" dirty="0">
              <a:latin typeface="Franklin Gothic Book" panose="020B0503020102020204" pitchFamily="34" charset="0"/>
            </a:endParaRPr>
          </a:p>
        </p:txBody>
      </p:sp>
      <p:sp>
        <p:nvSpPr>
          <p:cNvPr id="6" name="Slide Number Placeholder 5">
            <a:extLst>
              <a:ext uri="{FF2B5EF4-FFF2-40B4-BE49-F238E27FC236}">
                <a16:creationId xmlns:a16="http://schemas.microsoft.com/office/drawing/2014/main" id="{2A4707F9-26F4-30BE-B72D-03BC09CDE71A}"/>
              </a:ext>
            </a:extLst>
          </p:cNvPr>
          <p:cNvSpPr>
            <a:spLocks noGrp="1"/>
          </p:cNvSpPr>
          <p:nvPr>
            <p:ph type="sldNum" sz="quarter" idx="12"/>
          </p:nvPr>
        </p:nvSpPr>
        <p:spPr>
          <a:xfrm>
            <a:off x="146050" y="6218767"/>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4</a:t>
            </a:fld>
            <a:endParaRPr lang="en-US" altLang="en-US" sz="1400" dirty="0"/>
          </a:p>
        </p:txBody>
      </p:sp>
    </p:spTree>
    <p:extLst>
      <p:ext uri="{BB962C8B-B14F-4D97-AF65-F5344CB8AC3E}">
        <p14:creationId xmlns:p14="http://schemas.microsoft.com/office/powerpoint/2010/main" val="4166996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A4870B00-D6DF-4B3F-AE88-23C0EDC79309}" type="slidenum">
              <a:rPr lang="en-US" altLang="en-US" sz="1400" smtClean="0"/>
              <a:pPr>
                <a:spcBef>
                  <a:spcPct val="0"/>
                </a:spcBef>
                <a:buClrTx/>
                <a:buSzTx/>
                <a:buFontTx/>
                <a:buNone/>
              </a:pPr>
              <a:t>5</a:t>
            </a:fld>
            <a:endParaRPr lang="en-US" altLang="en-US" sz="1400"/>
          </a:p>
        </p:txBody>
      </p:sp>
      <p:graphicFrame>
        <p:nvGraphicFramePr>
          <p:cNvPr id="2" name="Table 1"/>
          <p:cNvGraphicFramePr>
            <a:graphicFrameLocks noGrp="1"/>
          </p:cNvGraphicFramePr>
          <p:nvPr/>
        </p:nvGraphicFramePr>
        <p:xfrm>
          <a:off x="762000" y="3863340"/>
          <a:ext cx="3474720" cy="234696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403620071"/>
                    </a:ext>
                  </a:extLst>
                </a:gridCol>
                <a:gridCol w="914400">
                  <a:extLst>
                    <a:ext uri="{9D8B030D-6E8A-4147-A177-3AD203B41FA5}">
                      <a16:colId xmlns:a16="http://schemas.microsoft.com/office/drawing/2014/main" val="433689569"/>
                    </a:ext>
                  </a:extLst>
                </a:gridCol>
                <a:gridCol w="914400">
                  <a:extLst>
                    <a:ext uri="{9D8B030D-6E8A-4147-A177-3AD203B41FA5}">
                      <a16:colId xmlns:a16="http://schemas.microsoft.com/office/drawing/2014/main" val="774842214"/>
                    </a:ext>
                  </a:extLst>
                </a:gridCol>
                <a:gridCol w="914400">
                  <a:extLst>
                    <a:ext uri="{9D8B030D-6E8A-4147-A177-3AD203B41FA5}">
                      <a16:colId xmlns:a16="http://schemas.microsoft.com/office/drawing/2014/main" val="1171409191"/>
                    </a:ext>
                  </a:extLst>
                </a:gridCol>
              </a:tblGrid>
              <a:tr h="370840">
                <a:tc>
                  <a:txBody>
                    <a:bodyPr/>
                    <a:lstStyle/>
                    <a:p>
                      <a:pPr algn="ctr"/>
                      <a:r>
                        <a:rPr lang="en-US" sz="1400" dirty="0">
                          <a:latin typeface="Franklin Gothic Book" panose="020B0503020102020204" pitchFamily="34" charset="0"/>
                        </a:rPr>
                        <a:t>Refund</a:t>
                      </a:r>
                    </a:p>
                  </a:txBody>
                  <a:tcPr/>
                </a:tc>
                <a:tc>
                  <a:txBody>
                    <a:bodyPr/>
                    <a:lstStyle/>
                    <a:p>
                      <a:pPr algn="ctr"/>
                      <a:r>
                        <a:rPr lang="en-US" sz="1400" dirty="0">
                          <a:latin typeface="Franklin Gothic Book" panose="020B0503020102020204" pitchFamily="34" charset="0"/>
                        </a:rPr>
                        <a:t>Marital Status</a:t>
                      </a:r>
                    </a:p>
                  </a:txBody>
                  <a:tcPr/>
                </a:tc>
                <a:tc>
                  <a:txBody>
                    <a:bodyPr/>
                    <a:lstStyle/>
                    <a:p>
                      <a:pPr algn="ctr"/>
                      <a:r>
                        <a:rPr lang="en-US" sz="1400" dirty="0">
                          <a:latin typeface="Franklin Gothic Book" panose="020B0503020102020204" pitchFamily="34" charset="0"/>
                        </a:rPr>
                        <a:t>Taxable Income</a:t>
                      </a:r>
                    </a:p>
                  </a:txBody>
                  <a:tcPr/>
                </a:tc>
                <a:tc>
                  <a:txBody>
                    <a:bodyPr/>
                    <a:lstStyle/>
                    <a:p>
                      <a:pPr algn="ctr"/>
                      <a:r>
                        <a:rPr lang="en-US" sz="1400" dirty="0">
                          <a:latin typeface="Franklin Gothic Book" panose="020B0503020102020204" pitchFamily="34" charset="0"/>
                        </a:rPr>
                        <a:t>Cheat on Taxes</a:t>
                      </a:r>
                    </a:p>
                  </a:txBody>
                  <a:tcPr/>
                </a:tc>
                <a:extLst>
                  <a:ext uri="{0D108BD9-81ED-4DB2-BD59-A6C34878D82A}">
                    <a16:rowId xmlns:a16="http://schemas.microsoft.com/office/drawing/2014/main" val="3678886230"/>
                  </a:ext>
                </a:extLst>
              </a:tr>
              <a:tr h="0">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Single</a:t>
                      </a:r>
                    </a:p>
                  </a:txBody>
                  <a:tcPr/>
                </a:tc>
                <a:tc>
                  <a:txBody>
                    <a:bodyPr/>
                    <a:lstStyle/>
                    <a:p>
                      <a:r>
                        <a:rPr lang="en-US" sz="1400" dirty="0">
                          <a:latin typeface="Franklin Gothic Book" panose="020B0503020102020204" pitchFamily="34" charset="0"/>
                        </a:rPr>
                        <a:t>75K</a:t>
                      </a:r>
                    </a:p>
                  </a:txBody>
                  <a:tcPr/>
                </a:tc>
                <a:tc>
                  <a:txBody>
                    <a:bodyPr/>
                    <a:lstStyle/>
                    <a:p>
                      <a:pPr algn="ctr"/>
                      <a:r>
                        <a:rPr lang="en-US" sz="1400" b="1" dirty="0">
                          <a:solidFill>
                            <a:schemeClr val="accent1"/>
                          </a:solidFill>
                          <a:latin typeface="Franklin Gothic Book" panose="020B0503020102020204" pitchFamily="34" charset="0"/>
                        </a:rPr>
                        <a:t>?</a:t>
                      </a:r>
                    </a:p>
                  </a:txBody>
                  <a:tcPr/>
                </a:tc>
                <a:extLst>
                  <a:ext uri="{0D108BD9-81ED-4DB2-BD59-A6C34878D82A}">
                    <a16:rowId xmlns:a16="http://schemas.microsoft.com/office/drawing/2014/main" val="3408577680"/>
                  </a:ext>
                </a:extLst>
              </a:tr>
              <a:tr h="0">
                <a:tc>
                  <a:txBody>
                    <a:bodyPr/>
                    <a:lstStyle/>
                    <a:p>
                      <a:r>
                        <a:rPr lang="en-US" sz="1400" dirty="0">
                          <a:latin typeface="Franklin Gothic Book" panose="020B0503020102020204" pitchFamily="34" charset="0"/>
                        </a:rPr>
                        <a:t>Yes</a:t>
                      </a:r>
                    </a:p>
                  </a:txBody>
                  <a:tcPr/>
                </a:tc>
                <a:tc>
                  <a:txBody>
                    <a:bodyPr/>
                    <a:lstStyle/>
                    <a:p>
                      <a:r>
                        <a:rPr lang="en-US" sz="1400" dirty="0">
                          <a:latin typeface="Franklin Gothic Book" panose="020B0503020102020204" pitchFamily="34" charset="0"/>
                        </a:rPr>
                        <a:t>Married</a:t>
                      </a:r>
                    </a:p>
                  </a:txBody>
                  <a:tcPr/>
                </a:tc>
                <a:tc>
                  <a:txBody>
                    <a:bodyPr/>
                    <a:lstStyle/>
                    <a:p>
                      <a:r>
                        <a:rPr lang="en-US" sz="1400" dirty="0">
                          <a:latin typeface="Franklin Gothic Book" panose="020B0503020102020204" pitchFamily="34" charset="0"/>
                        </a:rPr>
                        <a:t>50K</a:t>
                      </a:r>
                    </a:p>
                  </a:txBody>
                  <a:tcPr/>
                </a:tc>
                <a:tc>
                  <a:txBody>
                    <a:bodyPr/>
                    <a:lstStyle/>
                    <a:p>
                      <a:pPr algn="ctr"/>
                      <a:r>
                        <a:rPr lang="en-US" sz="1400" b="1" dirty="0">
                          <a:solidFill>
                            <a:schemeClr val="accent1"/>
                          </a:solidFill>
                          <a:latin typeface="Franklin Gothic Book" panose="020B0503020102020204" pitchFamily="34" charset="0"/>
                        </a:rPr>
                        <a:t>?</a:t>
                      </a:r>
                    </a:p>
                  </a:txBody>
                  <a:tcPr/>
                </a:tc>
                <a:extLst>
                  <a:ext uri="{0D108BD9-81ED-4DB2-BD59-A6C34878D82A}">
                    <a16:rowId xmlns:a16="http://schemas.microsoft.com/office/drawing/2014/main" val="2958131822"/>
                  </a:ext>
                </a:extLst>
              </a:tr>
              <a:tr h="0">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Married</a:t>
                      </a:r>
                    </a:p>
                  </a:txBody>
                  <a:tcPr/>
                </a:tc>
                <a:tc>
                  <a:txBody>
                    <a:bodyPr/>
                    <a:lstStyle/>
                    <a:p>
                      <a:r>
                        <a:rPr lang="en-US" sz="1400" dirty="0">
                          <a:latin typeface="Franklin Gothic Book" panose="020B0503020102020204" pitchFamily="34" charset="0"/>
                        </a:rPr>
                        <a:t>150K</a:t>
                      </a:r>
                    </a:p>
                  </a:txBody>
                  <a:tcPr/>
                </a:tc>
                <a:tc>
                  <a:txBody>
                    <a:bodyPr/>
                    <a:lstStyle/>
                    <a:p>
                      <a:pPr algn="ctr"/>
                      <a:r>
                        <a:rPr lang="en-US" sz="1400" b="1" dirty="0">
                          <a:solidFill>
                            <a:schemeClr val="accent1"/>
                          </a:solidFill>
                          <a:latin typeface="Franklin Gothic Book" panose="020B0503020102020204" pitchFamily="34" charset="0"/>
                        </a:rPr>
                        <a:t>?</a:t>
                      </a:r>
                    </a:p>
                  </a:txBody>
                  <a:tcPr/>
                </a:tc>
                <a:extLst>
                  <a:ext uri="{0D108BD9-81ED-4DB2-BD59-A6C34878D82A}">
                    <a16:rowId xmlns:a16="http://schemas.microsoft.com/office/drawing/2014/main" val="3022716050"/>
                  </a:ext>
                </a:extLst>
              </a:tr>
              <a:tr h="0">
                <a:tc>
                  <a:txBody>
                    <a:bodyPr/>
                    <a:lstStyle/>
                    <a:p>
                      <a:r>
                        <a:rPr lang="en-US" sz="1400" dirty="0">
                          <a:latin typeface="Franklin Gothic Book" panose="020B0503020102020204" pitchFamily="34" charset="0"/>
                        </a:rPr>
                        <a:t>Yes</a:t>
                      </a:r>
                    </a:p>
                  </a:txBody>
                  <a:tcPr/>
                </a:tc>
                <a:tc>
                  <a:txBody>
                    <a:bodyPr/>
                    <a:lstStyle/>
                    <a:p>
                      <a:r>
                        <a:rPr lang="en-US" sz="1400" dirty="0">
                          <a:latin typeface="Franklin Gothic Book" panose="020B0503020102020204" pitchFamily="34" charset="0"/>
                        </a:rPr>
                        <a:t>Divorced</a:t>
                      </a:r>
                    </a:p>
                  </a:txBody>
                  <a:tcPr/>
                </a:tc>
                <a:tc>
                  <a:txBody>
                    <a:bodyPr/>
                    <a:lstStyle/>
                    <a:p>
                      <a:r>
                        <a:rPr lang="en-US" sz="1400" dirty="0">
                          <a:latin typeface="Franklin Gothic Book" panose="020B0503020102020204" pitchFamily="34" charset="0"/>
                        </a:rPr>
                        <a:t>90K</a:t>
                      </a:r>
                    </a:p>
                  </a:txBody>
                  <a:tcPr/>
                </a:tc>
                <a:tc>
                  <a:txBody>
                    <a:bodyPr/>
                    <a:lstStyle/>
                    <a:p>
                      <a:pPr algn="ctr"/>
                      <a:r>
                        <a:rPr lang="en-US" sz="1400" b="1" dirty="0">
                          <a:solidFill>
                            <a:schemeClr val="accent1"/>
                          </a:solidFill>
                          <a:latin typeface="Franklin Gothic Book" panose="020B0503020102020204" pitchFamily="34" charset="0"/>
                        </a:rPr>
                        <a:t>?</a:t>
                      </a:r>
                    </a:p>
                  </a:txBody>
                  <a:tcPr/>
                </a:tc>
                <a:extLst>
                  <a:ext uri="{0D108BD9-81ED-4DB2-BD59-A6C34878D82A}">
                    <a16:rowId xmlns:a16="http://schemas.microsoft.com/office/drawing/2014/main" val="1806583015"/>
                  </a:ext>
                </a:extLst>
              </a:tr>
              <a:tr h="0">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Single</a:t>
                      </a:r>
                    </a:p>
                  </a:txBody>
                  <a:tcPr/>
                </a:tc>
                <a:tc>
                  <a:txBody>
                    <a:bodyPr/>
                    <a:lstStyle/>
                    <a:p>
                      <a:r>
                        <a:rPr lang="en-US" sz="1400" dirty="0">
                          <a:latin typeface="Franklin Gothic Book" panose="020B0503020102020204" pitchFamily="34" charset="0"/>
                        </a:rPr>
                        <a:t>40K</a:t>
                      </a:r>
                    </a:p>
                  </a:txBody>
                  <a:tcPr/>
                </a:tc>
                <a:tc>
                  <a:txBody>
                    <a:bodyPr/>
                    <a:lstStyle/>
                    <a:p>
                      <a:pPr algn="ctr"/>
                      <a:r>
                        <a:rPr lang="en-US" sz="1400" b="1" dirty="0">
                          <a:solidFill>
                            <a:schemeClr val="accent1"/>
                          </a:solidFill>
                          <a:latin typeface="Franklin Gothic Book" panose="020B0503020102020204" pitchFamily="34" charset="0"/>
                        </a:rPr>
                        <a:t>?</a:t>
                      </a:r>
                    </a:p>
                  </a:txBody>
                  <a:tcPr/>
                </a:tc>
                <a:extLst>
                  <a:ext uri="{0D108BD9-81ED-4DB2-BD59-A6C34878D82A}">
                    <a16:rowId xmlns:a16="http://schemas.microsoft.com/office/drawing/2014/main" val="659638421"/>
                  </a:ext>
                </a:extLst>
              </a:tr>
              <a:tr h="0">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Married</a:t>
                      </a:r>
                    </a:p>
                  </a:txBody>
                  <a:tcPr/>
                </a:tc>
                <a:tc>
                  <a:txBody>
                    <a:bodyPr/>
                    <a:lstStyle/>
                    <a:p>
                      <a:r>
                        <a:rPr lang="en-US" sz="1400" dirty="0">
                          <a:latin typeface="Franklin Gothic Book" panose="020B0503020102020204" pitchFamily="34" charset="0"/>
                        </a:rPr>
                        <a:t>80K</a:t>
                      </a:r>
                    </a:p>
                  </a:txBody>
                  <a:tcPr/>
                </a:tc>
                <a:tc>
                  <a:txBody>
                    <a:bodyPr/>
                    <a:lstStyle/>
                    <a:p>
                      <a:pPr algn="ctr"/>
                      <a:r>
                        <a:rPr lang="en-US" sz="1400" b="1" dirty="0">
                          <a:solidFill>
                            <a:schemeClr val="accent1"/>
                          </a:solidFill>
                          <a:latin typeface="Franklin Gothic Book" panose="020B0503020102020204" pitchFamily="34" charset="0"/>
                        </a:rPr>
                        <a:t>?</a:t>
                      </a:r>
                    </a:p>
                  </a:txBody>
                  <a:tcPr/>
                </a:tc>
                <a:extLst>
                  <a:ext uri="{0D108BD9-81ED-4DB2-BD59-A6C34878D82A}">
                    <a16:rowId xmlns:a16="http://schemas.microsoft.com/office/drawing/2014/main" val="2445316167"/>
                  </a:ext>
                </a:extLst>
              </a:tr>
            </a:tbl>
          </a:graphicData>
        </a:graphic>
      </p:graphicFrame>
      <p:sp>
        <p:nvSpPr>
          <p:cNvPr id="12" name="Content Placeholder 2"/>
          <p:cNvSpPr>
            <a:spLocks noGrp="1"/>
          </p:cNvSpPr>
          <p:nvPr>
            <p:ph sz="quarter" idx="1"/>
          </p:nvPr>
        </p:nvSpPr>
        <p:spPr>
          <a:xfrm>
            <a:off x="838200" y="1828800"/>
            <a:ext cx="7772400" cy="1524000"/>
          </a:xfrm>
        </p:spPr>
        <p:txBody>
          <a:bodyPr/>
          <a:lstStyle/>
          <a:p>
            <a:pPr eaLnBrk="1" hangingPunct="1">
              <a:lnSpc>
                <a:spcPct val="110000"/>
              </a:lnSpc>
            </a:pPr>
            <a:r>
              <a:rPr lang="en-US" altLang="en-US" dirty="0">
                <a:latin typeface="Franklin Gothic Book" panose="020B0503020102020204" pitchFamily="34" charset="0"/>
              </a:rPr>
              <a:t>Who will cheat on their taxes?</a:t>
            </a:r>
          </a:p>
          <a:p>
            <a:pPr eaLnBrk="1" hangingPunct="1">
              <a:lnSpc>
                <a:spcPct val="110000"/>
              </a:lnSpc>
            </a:pPr>
            <a:r>
              <a:rPr lang="en-US" altLang="en-US" sz="2600" dirty="0">
                <a:latin typeface="Franklin Gothic Book" panose="020B0503020102020204" pitchFamily="34" charset="0"/>
              </a:rPr>
              <a:t>Use what we know to </a:t>
            </a:r>
            <a:br>
              <a:rPr lang="en-US" altLang="en-US" sz="2600" dirty="0">
                <a:latin typeface="Franklin Gothic Book" panose="020B0503020102020204" pitchFamily="34" charset="0"/>
              </a:rPr>
            </a:br>
            <a:r>
              <a:rPr lang="en-US" altLang="en-US" sz="2600" dirty="0">
                <a:latin typeface="Franklin Gothic Book" panose="020B0503020102020204" pitchFamily="34" charset="0"/>
              </a:rPr>
              <a:t>predict what we don’t.</a:t>
            </a:r>
          </a:p>
        </p:txBody>
      </p:sp>
      <p:graphicFrame>
        <p:nvGraphicFramePr>
          <p:cNvPr id="13" name="Table 12"/>
          <p:cNvGraphicFramePr>
            <a:graphicFrameLocks noGrp="1"/>
          </p:cNvGraphicFramePr>
          <p:nvPr/>
        </p:nvGraphicFramePr>
        <p:xfrm>
          <a:off x="4533900" y="2644140"/>
          <a:ext cx="3918473" cy="3566160"/>
        </p:xfrm>
        <a:graphic>
          <a:graphicData uri="http://schemas.openxmlformats.org/drawingml/2006/table">
            <a:tbl>
              <a:tblPr firstRow="1" bandRow="1">
                <a:tableStyleId>{5C22544A-7EE6-4342-B048-85BDC9FD1C3A}</a:tableStyleId>
              </a:tblPr>
              <a:tblGrid>
                <a:gridCol w="443753">
                  <a:extLst>
                    <a:ext uri="{9D8B030D-6E8A-4147-A177-3AD203B41FA5}">
                      <a16:colId xmlns:a16="http://schemas.microsoft.com/office/drawing/2014/main" val="2681271947"/>
                    </a:ext>
                  </a:extLst>
                </a:gridCol>
                <a:gridCol w="731520">
                  <a:extLst>
                    <a:ext uri="{9D8B030D-6E8A-4147-A177-3AD203B41FA5}">
                      <a16:colId xmlns:a16="http://schemas.microsoft.com/office/drawing/2014/main" val="403620071"/>
                    </a:ext>
                  </a:extLst>
                </a:gridCol>
                <a:gridCol w="914400">
                  <a:extLst>
                    <a:ext uri="{9D8B030D-6E8A-4147-A177-3AD203B41FA5}">
                      <a16:colId xmlns:a16="http://schemas.microsoft.com/office/drawing/2014/main" val="433689569"/>
                    </a:ext>
                  </a:extLst>
                </a:gridCol>
                <a:gridCol w="914400">
                  <a:extLst>
                    <a:ext uri="{9D8B030D-6E8A-4147-A177-3AD203B41FA5}">
                      <a16:colId xmlns:a16="http://schemas.microsoft.com/office/drawing/2014/main" val="774842214"/>
                    </a:ext>
                  </a:extLst>
                </a:gridCol>
                <a:gridCol w="914400">
                  <a:extLst>
                    <a:ext uri="{9D8B030D-6E8A-4147-A177-3AD203B41FA5}">
                      <a16:colId xmlns:a16="http://schemas.microsoft.com/office/drawing/2014/main" val="1171409191"/>
                    </a:ext>
                  </a:extLst>
                </a:gridCol>
              </a:tblGrid>
              <a:tr h="370840">
                <a:tc>
                  <a:txBody>
                    <a:bodyPr/>
                    <a:lstStyle/>
                    <a:p>
                      <a:pPr algn="ctr"/>
                      <a:r>
                        <a:rPr lang="en-US" sz="1400" dirty="0">
                          <a:latin typeface="Franklin Gothic Book" panose="020B0503020102020204" pitchFamily="34" charset="0"/>
                        </a:rPr>
                        <a:t>TID</a:t>
                      </a:r>
                    </a:p>
                  </a:txBody>
                  <a:tcPr/>
                </a:tc>
                <a:tc>
                  <a:txBody>
                    <a:bodyPr/>
                    <a:lstStyle/>
                    <a:p>
                      <a:pPr algn="ctr"/>
                      <a:r>
                        <a:rPr lang="en-US" sz="1400" dirty="0">
                          <a:latin typeface="Franklin Gothic Book" panose="020B0503020102020204" pitchFamily="34" charset="0"/>
                        </a:rPr>
                        <a:t>Refund</a:t>
                      </a:r>
                    </a:p>
                  </a:txBody>
                  <a:tcPr/>
                </a:tc>
                <a:tc>
                  <a:txBody>
                    <a:bodyPr/>
                    <a:lstStyle/>
                    <a:p>
                      <a:pPr algn="ctr"/>
                      <a:r>
                        <a:rPr lang="en-US" sz="1400" dirty="0">
                          <a:latin typeface="Franklin Gothic Book" panose="020B0503020102020204" pitchFamily="34" charset="0"/>
                        </a:rPr>
                        <a:t>Marital Status</a:t>
                      </a:r>
                    </a:p>
                  </a:txBody>
                  <a:tcPr/>
                </a:tc>
                <a:tc>
                  <a:txBody>
                    <a:bodyPr/>
                    <a:lstStyle/>
                    <a:p>
                      <a:pPr algn="ctr"/>
                      <a:r>
                        <a:rPr lang="en-US" sz="1400" dirty="0">
                          <a:latin typeface="Franklin Gothic Book" panose="020B0503020102020204" pitchFamily="34" charset="0"/>
                        </a:rPr>
                        <a:t>Taxable Income</a:t>
                      </a:r>
                    </a:p>
                  </a:txBody>
                  <a:tcPr/>
                </a:tc>
                <a:tc>
                  <a:txBody>
                    <a:bodyPr/>
                    <a:lstStyle/>
                    <a:p>
                      <a:pPr algn="ctr"/>
                      <a:r>
                        <a:rPr lang="en-US" sz="1400" dirty="0">
                          <a:latin typeface="Franklin Gothic Book" panose="020B0503020102020204" pitchFamily="34" charset="0"/>
                        </a:rPr>
                        <a:t>Cheat on Taxes</a:t>
                      </a:r>
                    </a:p>
                  </a:txBody>
                  <a:tcPr/>
                </a:tc>
                <a:extLst>
                  <a:ext uri="{0D108BD9-81ED-4DB2-BD59-A6C34878D82A}">
                    <a16:rowId xmlns:a16="http://schemas.microsoft.com/office/drawing/2014/main" val="3678886230"/>
                  </a:ext>
                </a:extLst>
              </a:tr>
              <a:tr h="274320">
                <a:tc>
                  <a:txBody>
                    <a:bodyPr/>
                    <a:lstStyle/>
                    <a:p>
                      <a:r>
                        <a:rPr lang="en-US" sz="1400" dirty="0">
                          <a:latin typeface="Franklin Gothic Book" panose="020B0503020102020204" pitchFamily="34" charset="0"/>
                        </a:rPr>
                        <a:t>1</a:t>
                      </a:r>
                    </a:p>
                  </a:txBody>
                  <a:tcPr/>
                </a:tc>
                <a:tc>
                  <a:txBody>
                    <a:bodyPr/>
                    <a:lstStyle/>
                    <a:p>
                      <a:r>
                        <a:rPr lang="en-US" sz="1400" dirty="0">
                          <a:latin typeface="Franklin Gothic Book" panose="020B0503020102020204" pitchFamily="34" charset="0"/>
                        </a:rPr>
                        <a:t>Yes</a:t>
                      </a:r>
                    </a:p>
                  </a:txBody>
                  <a:tcPr/>
                </a:tc>
                <a:tc>
                  <a:txBody>
                    <a:bodyPr/>
                    <a:lstStyle/>
                    <a:p>
                      <a:r>
                        <a:rPr lang="en-US" sz="1400" dirty="0">
                          <a:latin typeface="Franklin Gothic Book" panose="020B0503020102020204" pitchFamily="34" charset="0"/>
                        </a:rPr>
                        <a:t>Single</a:t>
                      </a:r>
                    </a:p>
                  </a:txBody>
                  <a:tcPr/>
                </a:tc>
                <a:tc>
                  <a:txBody>
                    <a:bodyPr/>
                    <a:lstStyle/>
                    <a:p>
                      <a:r>
                        <a:rPr lang="en-US" sz="1400" dirty="0">
                          <a:latin typeface="Franklin Gothic Book" panose="020B0503020102020204" pitchFamily="34" charset="0"/>
                        </a:rPr>
                        <a:t>125K</a:t>
                      </a:r>
                    </a:p>
                  </a:txBody>
                  <a:tcPr/>
                </a:tc>
                <a:tc>
                  <a:txBody>
                    <a:bodyPr/>
                    <a:lstStyle/>
                    <a:p>
                      <a:pPr algn="ctr"/>
                      <a:r>
                        <a:rPr lang="en-US" sz="1400" b="1" dirty="0">
                          <a:solidFill>
                            <a:schemeClr val="accent1"/>
                          </a:solidFill>
                          <a:latin typeface="Franklin Gothic Book" panose="020B0503020102020204" pitchFamily="34" charset="0"/>
                        </a:rPr>
                        <a:t>No</a:t>
                      </a:r>
                    </a:p>
                  </a:txBody>
                  <a:tcPr/>
                </a:tc>
                <a:extLst>
                  <a:ext uri="{0D108BD9-81ED-4DB2-BD59-A6C34878D82A}">
                    <a16:rowId xmlns:a16="http://schemas.microsoft.com/office/drawing/2014/main" val="3408577680"/>
                  </a:ext>
                </a:extLst>
              </a:tr>
              <a:tr h="274320">
                <a:tc>
                  <a:txBody>
                    <a:bodyPr/>
                    <a:lstStyle/>
                    <a:p>
                      <a:r>
                        <a:rPr lang="en-US" sz="1400" dirty="0">
                          <a:latin typeface="Franklin Gothic Book" panose="020B0503020102020204" pitchFamily="34" charset="0"/>
                        </a:rPr>
                        <a:t>2</a:t>
                      </a:r>
                    </a:p>
                  </a:txBody>
                  <a:tcPr/>
                </a:tc>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Married</a:t>
                      </a:r>
                    </a:p>
                  </a:txBody>
                  <a:tcPr/>
                </a:tc>
                <a:tc>
                  <a:txBody>
                    <a:bodyPr/>
                    <a:lstStyle/>
                    <a:p>
                      <a:r>
                        <a:rPr lang="en-US" sz="1400" dirty="0">
                          <a:latin typeface="Franklin Gothic Book" panose="020B0503020102020204" pitchFamily="34" charset="0"/>
                        </a:rPr>
                        <a:t>100K</a:t>
                      </a:r>
                    </a:p>
                  </a:txBody>
                  <a:tcPr/>
                </a:tc>
                <a:tc>
                  <a:txBody>
                    <a:bodyPr/>
                    <a:lstStyle/>
                    <a:p>
                      <a:pPr algn="ctr"/>
                      <a:r>
                        <a:rPr lang="en-US" sz="1400" b="1" dirty="0">
                          <a:solidFill>
                            <a:schemeClr val="accent1"/>
                          </a:solidFill>
                          <a:latin typeface="Franklin Gothic Book" panose="020B0503020102020204" pitchFamily="34" charset="0"/>
                        </a:rPr>
                        <a:t>No</a:t>
                      </a:r>
                    </a:p>
                  </a:txBody>
                  <a:tcPr/>
                </a:tc>
                <a:extLst>
                  <a:ext uri="{0D108BD9-81ED-4DB2-BD59-A6C34878D82A}">
                    <a16:rowId xmlns:a16="http://schemas.microsoft.com/office/drawing/2014/main" val="2958131822"/>
                  </a:ext>
                </a:extLst>
              </a:tr>
              <a:tr h="274320">
                <a:tc>
                  <a:txBody>
                    <a:bodyPr/>
                    <a:lstStyle/>
                    <a:p>
                      <a:r>
                        <a:rPr lang="en-US" sz="1400" dirty="0">
                          <a:latin typeface="Franklin Gothic Book" panose="020B0503020102020204" pitchFamily="34" charset="0"/>
                        </a:rPr>
                        <a:t>3</a:t>
                      </a:r>
                    </a:p>
                  </a:txBody>
                  <a:tcPr/>
                </a:tc>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Single</a:t>
                      </a:r>
                    </a:p>
                  </a:txBody>
                  <a:tcPr/>
                </a:tc>
                <a:tc>
                  <a:txBody>
                    <a:bodyPr/>
                    <a:lstStyle/>
                    <a:p>
                      <a:r>
                        <a:rPr lang="en-US" sz="1400" dirty="0">
                          <a:latin typeface="Franklin Gothic Book" panose="020B0503020102020204" pitchFamily="34" charset="0"/>
                        </a:rPr>
                        <a:t>70K</a:t>
                      </a:r>
                    </a:p>
                  </a:txBody>
                  <a:tcPr/>
                </a:tc>
                <a:tc>
                  <a:txBody>
                    <a:bodyPr/>
                    <a:lstStyle/>
                    <a:p>
                      <a:pPr algn="ctr"/>
                      <a:r>
                        <a:rPr lang="en-US" sz="1400" b="1" dirty="0">
                          <a:solidFill>
                            <a:schemeClr val="accent1"/>
                          </a:solidFill>
                          <a:latin typeface="Franklin Gothic Book" panose="020B0503020102020204" pitchFamily="34" charset="0"/>
                        </a:rPr>
                        <a:t>No</a:t>
                      </a:r>
                    </a:p>
                  </a:txBody>
                  <a:tcPr/>
                </a:tc>
                <a:extLst>
                  <a:ext uri="{0D108BD9-81ED-4DB2-BD59-A6C34878D82A}">
                    <a16:rowId xmlns:a16="http://schemas.microsoft.com/office/drawing/2014/main" val="3022716050"/>
                  </a:ext>
                </a:extLst>
              </a:tr>
              <a:tr h="274320">
                <a:tc>
                  <a:txBody>
                    <a:bodyPr/>
                    <a:lstStyle/>
                    <a:p>
                      <a:r>
                        <a:rPr lang="en-US" sz="1400" dirty="0">
                          <a:latin typeface="Franklin Gothic Book" panose="020B0503020102020204" pitchFamily="34" charset="0"/>
                        </a:rPr>
                        <a:t>4</a:t>
                      </a:r>
                    </a:p>
                  </a:txBody>
                  <a:tcPr/>
                </a:tc>
                <a:tc>
                  <a:txBody>
                    <a:bodyPr/>
                    <a:lstStyle/>
                    <a:p>
                      <a:r>
                        <a:rPr lang="en-US" sz="1400" dirty="0">
                          <a:latin typeface="Franklin Gothic Book" panose="020B0503020102020204" pitchFamily="34" charset="0"/>
                        </a:rPr>
                        <a:t>Yes</a:t>
                      </a:r>
                    </a:p>
                  </a:txBody>
                  <a:tcPr/>
                </a:tc>
                <a:tc>
                  <a:txBody>
                    <a:bodyPr/>
                    <a:lstStyle/>
                    <a:p>
                      <a:r>
                        <a:rPr lang="en-US" sz="1400" dirty="0">
                          <a:latin typeface="Franklin Gothic Book" panose="020B0503020102020204" pitchFamily="34" charset="0"/>
                        </a:rPr>
                        <a:t>Married</a:t>
                      </a:r>
                    </a:p>
                  </a:txBody>
                  <a:tcPr/>
                </a:tc>
                <a:tc>
                  <a:txBody>
                    <a:bodyPr/>
                    <a:lstStyle/>
                    <a:p>
                      <a:r>
                        <a:rPr lang="en-US" sz="1400" dirty="0">
                          <a:latin typeface="Franklin Gothic Book" panose="020B0503020102020204" pitchFamily="34" charset="0"/>
                        </a:rPr>
                        <a:t>120K</a:t>
                      </a:r>
                    </a:p>
                  </a:txBody>
                  <a:tcPr/>
                </a:tc>
                <a:tc>
                  <a:txBody>
                    <a:bodyPr/>
                    <a:lstStyle/>
                    <a:p>
                      <a:pPr algn="ctr"/>
                      <a:r>
                        <a:rPr lang="en-US" sz="1400" b="1" dirty="0">
                          <a:solidFill>
                            <a:schemeClr val="accent1"/>
                          </a:solidFill>
                          <a:latin typeface="Franklin Gothic Book" panose="020B0503020102020204" pitchFamily="34" charset="0"/>
                        </a:rPr>
                        <a:t>No</a:t>
                      </a:r>
                    </a:p>
                  </a:txBody>
                  <a:tcPr/>
                </a:tc>
                <a:extLst>
                  <a:ext uri="{0D108BD9-81ED-4DB2-BD59-A6C34878D82A}">
                    <a16:rowId xmlns:a16="http://schemas.microsoft.com/office/drawing/2014/main" val="1806583015"/>
                  </a:ext>
                </a:extLst>
              </a:tr>
              <a:tr h="274320">
                <a:tc>
                  <a:txBody>
                    <a:bodyPr/>
                    <a:lstStyle/>
                    <a:p>
                      <a:r>
                        <a:rPr lang="en-US" sz="1400" dirty="0">
                          <a:latin typeface="Franklin Gothic Book" panose="020B0503020102020204" pitchFamily="34" charset="0"/>
                        </a:rPr>
                        <a:t>5</a:t>
                      </a:r>
                    </a:p>
                  </a:txBody>
                  <a:tcPr/>
                </a:tc>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Divorced</a:t>
                      </a:r>
                    </a:p>
                  </a:txBody>
                  <a:tcPr/>
                </a:tc>
                <a:tc>
                  <a:txBody>
                    <a:bodyPr/>
                    <a:lstStyle/>
                    <a:p>
                      <a:r>
                        <a:rPr lang="en-US" sz="1400" dirty="0">
                          <a:latin typeface="Franklin Gothic Book" panose="020B0503020102020204" pitchFamily="34" charset="0"/>
                        </a:rPr>
                        <a:t>95K</a:t>
                      </a:r>
                    </a:p>
                  </a:txBody>
                  <a:tcPr/>
                </a:tc>
                <a:tc>
                  <a:txBody>
                    <a:bodyPr/>
                    <a:lstStyle/>
                    <a:p>
                      <a:pPr algn="ctr"/>
                      <a:r>
                        <a:rPr lang="en-US" sz="1400" b="1" dirty="0">
                          <a:solidFill>
                            <a:schemeClr val="accent1"/>
                          </a:solidFill>
                          <a:latin typeface="Franklin Gothic Book" panose="020B0503020102020204" pitchFamily="34" charset="0"/>
                        </a:rPr>
                        <a:t>Yes</a:t>
                      </a:r>
                    </a:p>
                  </a:txBody>
                  <a:tcPr/>
                </a:tc>
                <a:extLst>
                  <a:ext uri="{0D108BD9-81ED-4DB2-BD59-A6C34878D82A}">
                    <a16:rowId xmlns:a16="http://schemas.microsoft.com/office/drawing/2014/main" val="659638421"/>
                  </a:ext>
                </a:extLst>
              </a:tr>
              <a:tr h="274320">
                <a:tc>
                  <a:txBody>
                    <a:bodyPr/>
                    <a:lstStyle/>
                    <a:p>
                      <a:r>
                        <a:rPr lang="en-US" sz="1400" dirty="0">
                          <a:latin typeface="Franklin Gothic Book" panose="020B0503020102020204" pitchFamily="34" charset="0"/>
                        </a:rPr>
                        <a:t>6</a:t>
                      </a:r>
                    </a:p>
                  </a:txBody>
                  <a:tcPr/>
                </a:tc>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Married</a:t>
                      </a:r>
                    </a:p>
                  </a:txBody>
                  <a:tcPr/>
                </a:tc>
                <a:tc>
                  <a:txBody>
                    <a:bodyPr/>
                    <a:lstStyle/>
                    <a:p>
                      <a:r>
                        <a:rPr lang="en-US" sz="1400" dirty="0">
                          <a:latin typeface="Franklin Gothic Book" panose="020B0503020102020204" pitchFamily="34" charset="0"/>
                        </a:rPr>
                        <a:t>60K</a:t>
                      </a:r>
                    </a:p>
                  </a:txBody>
                  <a:tcPr/>
                </a:tc>
                <a:tc>
                  <a:txBody>
                    <a:bodyPr/>
                    <a:lstStyle/>
                    <a:p>
                      <a:pPr algn="ctr"/>
                      <a:r>
                        <a:rPr lang="en-US" sz="1400" b="1" dirty="0">
                          <a:solidFill>
                            <a:schemeClr val="accent1"/>
                          </a:solidFill>
                          <a:latin typeface="Franklin Gothic Book" panose="020B0503020102020204" pitchFamily="34" charset="0"/>
                        </a:rPr>
                        <a:t>No</a:t>
                      </a:r>
                    </a:p>
                  </a:txBody>
                  <a:tcPr/>
                </a:tc>
                <a:extLst>
                  <a:ext uri="{0D108BD9-81ED-4DB2-BD59-A6C34878D82A}">
                    <a16:rowId xmlns:a16="http://schemas.microsoft.com/office/drawing/2014/main" val="2445316167"/>
                  </a:ext>
                </a:extLst>
              </a:tr>
              <a:tr h="274320">
                <a:tc>
                  <a:txBody>
                    <a:bodyPr/>
                    <a:lstStyle/>
                    <a:p>
                      <a:r>
                        <a:rPr lang="en-US" sz="1400" dirty="0">
                          <a:latin typeface="Franklin Gothic Book" panose="020B0503020102020204" pitchFamily="34" charset="0"/>
                        </a:rPr>
                        <a:t>7</a:t>
                      </a:r>
                    </a:p>
                  </a:txBody>
                  <a:tcPr/>
                </a:tc>
                <a:tc>
                  <a:txBody>
                    <a:bodyPr/>
                    <a:lstStyle/>
                    <a:p>
                      <a:r>
                        <a:rPr lang="en-US" sz="1400" dirty="0">
                          <a:latin typeface="Franklin Gothic Book" panose="020B0503020102020204" pitchFamily="34" charset="0"/>
                        </a:rPr>
                        <a:t>Yes</a:t>
                      </a:r>
                    </a:p>
                  </a:txBody>
                  <a:tcPr/>
                </a:tc>
                <a:tc>
                  <a:txBody>
                    <a:bodyPr/>
                    <a:lstStyle/>
                    <a:p>
                      <a:r>
                        <a:rPr lang="en-US" sz="1400" dirty="0">
                          <a:latin typeface="Franklin Gothic Book" panose="020B0503020102020204" pitchFamily="34" charset="0"/>
                        </a:rPr>
                        <a:t>Divorced</a:t>
                      </a:r>
                    </a:p>
                  </a:txBody>
                  <a:tcPr/>
                </a:tc>
                <a:tc>
                  <a:txBody>
                    <a:bodyPr/>
                    <a:lstStyle/>
                    <a:p>
                      <a:r>
                        <a:rPr lang="en-US" sz="1400" dirty="0">
                          <a:latin typeface="Franklin Gothic Book" panose="020B0503020102020204" pitchFamily="34" charset="0"/>
                        </a:rPr>
                        <a:t>220K</a:t>
                      </a:r>
                    </a:p>
                  </a:txBody>
                  <a:tcPr/>
                </a:tc>
                <a:tc>
                  <a:txBody>
                    <a:bodyPr/>
                    <a:lstStyle/>
                    <a:p>
                      <a:pPr algn="ctr"/>
                      <a:r>
                        <a:rPr lang="en-US" sz="1400" b="1" dirty="0">
                          <a:solidFill>
                            <a:schemeClr val="accent1"/>
                          </a:solidFill>
                          <a:latin typeface="Franklin Gothic Book" panose="020B0503020102020204" pitchFamily="34" charset="0"/>
                        </a:rPr>
                        <a:t>No</a:t>
                      </a:r>
                    </a:p>
                  </a:txBody>
                  <a:tcPr/>
                </a:tc>
                <a:extLst>
                  <a:ext uri="{0D108BD9-81ED-4DB2-BD59-A6C34878D82A}">
                    <a16:rowId xmlns:a16="http://schemas.microsoft.com/office/drawing/2014/main" val="3783342894"/>
                  </a:ext>
                </a:extLst>
              </a:tr>
              <a:tr h="274320">
                <a:tc>
                  <a:txBody>
                    <a:bodyPr/>
                    <a:lstStyle/>
                    <a:p>
                      <a:r>
                        <a:rPr lang="en-US" sz="1400" dirty="0">
                          <a:latin typeface="Franklin Gothic Book" panose="020B0503020102020204" pitchFamily="34" charset="0"/>
                        </a:rPr>
                        <a:t>8</a:t>
                      </a:r>
                    </a:p>
                  </a:txBody>
                  <a:tcPr/>
                </a:tc>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Single</a:t>
                      </a:r>
                    </a:p>
                  </a:txBody>
                  <a:tcPr/>
                </a:tc>
                <a:tc>
                  <a:txBody>
                    <a:bodyPr/>
                    <a:lstStyle/>
                    <a:p>
                      <a:r>
                        <a:rPr lang="en-US" sz="1400" dirty="0">
                          <a:latin typeface="Franklin Gothic Book" panose="020B0503020102020204" pitchFamily="34" charset="0"/>
                        </a:rPr>
                        <a:t>85K</a:t>
                      </a:r>
                    </a:p>
                  </a:txBody>
                  <a:tcPr/>
                </a:tc>
                <a:tc>
                  <a:txBody>
                    <a:bodyPr/>
                    <a:lstStyle/>
                    <a:p>
                      <a:pPr algn="ctr"/>
                      <a:r>
                        <a:rPr lang="en-US" sz="1400" b="1" dirty="0">
                          <a:solidFill>
                            <a:schemeClr val="accent1"/>
                          </a:solidFill>
                          <a:latin typeface="Franklin Gothic Book" panose="020B0503020102020204" pitchFamily="34" charset="0"/>
                        </a:rPr>
                        <a:t>Yes</a:t>
                      </a:r>
                    </a:p>
                  </a:txBody>
                  <a:tcPr/>
                </a:tc>
                <a:extLst>
                  <a:ext uri="{0D108BD9-81ED-4DB2-BD59-A6C34878D82A}">
                    <a16:rowId xmlns:a16="http://schemas.microsoft.com/office/drawing/2014/main" val="2237229773"/>
                  </a:ext>
                </a:extLst>
              </a:tr>
              <a:tr h="274320">
                <a:tc>
                  <a:txBody>
                    <a:bodyPr/>
                    <a:lstStyle/>
                    <a:p>
                      <a:r>
                        <a:rPr lang="en-US" sz="1400" dirty="0">
                          <a:latin typeface="Franklin Gothic Book" panose="020B0503020102020204" pitchFamily="34" charset="0"/>
                        </a:rPr>
                        <a:t>9</a:t>
                      </a:r>
                    </a:p>
                  </a:txBody>
                  <a:tcPr/>
                </a:tc>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Married</a:t>
                      </a:r>
                    </a:p>
                  </a:txBody>
                  <a:tcPr/>
                </a:tc>
                <a:tc>
                  <a:txBody>
                    <a:bodyPr/>
                    <a:lstStyle/>
                    <a:p>
                      <a:r>
                        <a:rPr lang="en-US" sz="1400" dirty="0">
                          <a:latin typeface="Franklin Gothic Book" panose="020B0503020102020204" pitchFamily="34" charset="0"/>
                        </a:rPr>
                        <a:t>75K</a:t>
                      </a:r>
                    </a:p>
                  </a:txBody>
                  <a:tcPr/>
                </a:tc>
                <a:tc>
                  <a:txBody>
                    <a:bodyPr/>
                    <a:lstStyle/>
                    <a:p>
                      <a:pPr algn="ctr"/>
                      <a:r>
                        <a:rPr lang="en-US" sz="1400" b="1" dirty="0">
                          <a:solidFill>
                            <a:schemeClr val="accent1"/>
                          </a:solidFill>
                          <a:latin typeface="Franklin Gothic Book" panose="020B0503020102020204" pitchFamily="34" charset="0"/>
                        </a:rPr>
                        <a:t>No</a:t>
                      </a:r>
                    </a:p>
                  </a:txBody>
                  <a:tcPr/>
                </a:tc>
                <a:extLst>
                  <a:ext uri="{0D108BD9-81ED-4DB2-BD59-A6C34878D82A}">
                    <a16:rowId xmlns:a16="http://schemas.microsoft.com/office/drawing/2014/main" val="1847978004"/>
                  </a:ext>
                </a:extLst>
              </a:tr>
              <a:tr h="274320">
                <a:tc>
                  <a:txBody>
                    <a:bodyPr/>
                    <a:lstStyle/>
                    <a:p>
                      <a:r>
                        <a:rPr lang="en-US" sz="1400" dirty="0">
                          <a:latin typeface="Franklin Gothic Book" panose="020B0503020102020204" pitchFamily="34" charset="0"/>
                        </a:rPr>
                        <a:t>10</a:t>
                      </a:r>
                    </a:p>
                  </a:txBody>
                  <a:tcPr/>
                </a:tc>
                <a:tc>
                  <a:txBody>
                    <a:bodyPr/>
                    <a:lstStyle/>
                    <a:p>
                      <a:r>
                        <a:rPr lang="en-US" sz="1400" dirty="0">
                          <a:latin typeface="Franklin Gothic Book" panose="020B0503020102020204" pitchFamily="34" charset="0"/>
                        </a:rPr>
                        <a:t>No</a:t>
                      </a:r>
                    </a:p>
                  </a:txBody>
                  <a:tcPr/>
                </a:tc>
                <a:tc>
                  <a:txBody>
                    <a:bodyPr/>
                    <a:lstStyle/>
                    <a:p>
                      <a:r>
                        <a:rPr lang="en-US" sz="1400" dirty="0">
                          <a:latin typeface="Franklin Gothic Book" panose="020B0503020102020204" pitchFamily="34" charset="0"/>
                        </a:rPr>
                        <a:t>Single</a:t>
                      </a:r>
                    </a:p>
                  </a:txBody>
                  <a:tcPr/>
                </a:tc>
                <a:tc>
                  <a:txBody>
                    <a:bodyPr/>
                    <a:lstStyle/>
                    <a:p>
                      <a:r>
                        <a:rPr lang="en-US" sz="1400" dirty="0">
                          <a:latin typeface="Franklin Gothic Book" panose="020B0503020102020204" pitchFamily="34" charset="0"/>
                        </a:rPr>
                        <a:t>90K</a:t>
                      </a:r>
                    </a:p>
                  </a:txBody>
                  <a:tcPr/>
                </a:tc>
                <a:tc>
                  <a:txBody>
                    <a:bodyPr/>
                    <a:lstStyle/>
                    <a:p>
                      <a:pPr algn="ctr"/>
                      <a:r>
                        <a:rPr lang="en-US" sz="1400" b="1" dirty="0">
                          <a:solidFill>
                            <a:schemeClr val="accent1"/>
                          </a:solidFill>
                          <a:latin typeface="Franklin Gothic Book" panose="020B0503020102020204" pitchFamily="34" charset="0"/>
                        </a:rPr>
                        <a:t>Yes</a:t>
                      </a:r>
                    </a:p>
                  </a:txBody>
                  <a:tcPr/>
                </a:tc>
                <a:extLst>
                  <a:ext uri="{0D108BD9-81ED-4DB2-BD59-A6C34878D82A}">
                    <a16:rowId xmlns:a16="http://schemas.microsoft.com/office/drawing/2014/main" val="2084074953"/>
                  </a:ext>
                </a:extLst>
              </a:tr>
            </a:tbl>
          </a:graphicData>
        </a:graphic>
      </p:graphicFrame>
      <p:sp>
        <p:nvSpPr>
          <p:cNvPr id="4" name="Down Arrow 3"/>
          <p:cNvSpPr/>
          <p:nvPr/>
        </p:nvSpPr>
        <p:spPr>
          <a:xfrm>
            <a:off x="3619500" y="3352800"/>
            <a:ext cx="3048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rot="19598006">
            <a:off x="5053641" y="2058229"/>
            <a:ext cx="1295400" cy="338554"/>
          </a:xfrm>
          <a:prstGeom prst="rect">
            <a:avLst/>
          </a:prstGeom>
          <a:noFill/>
        </p:spPr>
        <p:txBody>
          <a:bodyPr wrap="square" rtlCol="0">
            <a:spAutoFit/>
          </a:bodyPr>
          <a:lstStyle/>
          <a:p>
            <a:r>
              <a:rPr lang="en-US" sz="1600" dirty="0"/>
              <a:t>categorical</a:t>
            </a:r>
          </a:p>
        </p:txBody>
      </p:sp>
      <p:sp>
        <p:nvSpPr>
          <p:cNvPr id="17" name="TextBox 16"/>
          <p:cNvSpPr txBox="1"/>
          <p:nvPr/>
        </p:nvSpPr>
        <p:spPr>
          <a:xfrm rot="19598006">
            <a:off x="5891842" y="2058228"/>
            <a:ext cx="1295400" cy="338554"/>
          </a:xfrm>
          <a:prstGeom prst="rect">
            <a:avLst/>
          </a:prstGeom>
          <a:noFill/>
        </p:spPr>
        <p:txBody>
          <a:bodyPr wrap="square" rtlCol="0">
            <a:spAutoFit/>
          </a:bodyPr>
          <a:lstStyle/>
          <a:p>
            <a:r>
              <a:rPr lang="en-US" sz="1600" dirty="0"/>
              <a:t>categorical</a:t>
            </a:r>
          </a:p>
        </p:txBody>
      </p:sp>
      <p:sp>
        <p:nvSpPr>
          <p:cNvPr id="18" name="TextBox 17"/>
          <p:cNvSpPr txBox="1"/>
          <p:nvPr/>
        </p:nvSpPr>
        <p:spPr>
          <a:xfrm rot="19598006">
            <a:off x="6823062" y="2044557"/>
            <a:ext cx="1295400" cy="338554"/>
          </a:xfrm>
          <a:prstGeom prst="rect">
            <a:avLst/>
          </a:prstGeom>
          <a:noFill/>
        </p:spPr>
        <p:txBody>
          <a:bodyPr wrap="square" rtlCol="0">
            <a:spAutoFit/>
          </a:bodyPr>
          <a:lstStyle/>
          <a:p>
            <a:r>
              <a:rPr lang="en-US" sz="1600" dirty="0"/>
              <a:t>continuous</a:t>
            </a:r>
          </a:p>
        </p:txBody>
      </p:sp>
      <p:sp>
        <p:nvSpPr>
          <p:cNvPr id="19" name="TextBox 18"/>
          <p:cNvSpPr txBox="1"/>
          <p:nvPr/>
        </p:nvSpPr>
        <p:spPr>
          <a:xfrm rot="19598006">
            <a:off x="7671835" y="2100843"/>
            <a:ext cx="1245443" cy="338554"/>
          </a:xfrm>
          <a:prstGeom prst="rect">
            <a:avLst/>
          </a:prstGeom>
          <a:noFill/>
        </p:spPr>
        <p:txBody>
          <a:bodyPr wrap="square" rtlCol="0">
            <a:spAutoFit/>
          </a:bodyPr>
          <a:lstStyle/>
          <a:p>
            <a:r>
              <a:rPr lang="en-US" sz="1600" dirty="0"/>
              <a:t>target class</a:t>
            </a:r>
          </a:p>
        </p:txBody>
      </p:sp>
      <p:sp>
        <p:nvSpPr>
          <p:cNvPr id="6" name="Title 5"/>
          <p:cNvSpPr>
            <a:spLocks noGrp="1"/>
          </p:cNvSpPr>
          <p:nvPr>
            <p:ph type="title"/>
          </p:nvPr>
        </p:nvSpPr>
        <p:spPr/>
        <p:txBody>
          <a:bodyPr/>
          <a:lstStyle/>
          <a:p>
            <a:r>
              <a:rPr lang="en-US" dirty="0"/>
              <a:t>Predictive Modeling Example</a:t>
            </a:r>
          </a:p>
        </p:txBody>
      </p:sp>
    </p:spTree>
    <p:extLst>
      <p:ext uri="{BB962C8B-B14F-4D97-AF65-F5344CB8AC3E}">
        <p14:creationId xmlns:p14="http://schemas.microsoft.com/office/powerpoint/2010/main" val="952838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a:t>Unsupervised Learning</a:t>
            </a:r>
          </a:p>
        </p:txBody>
      </p:sp>
      <p:sp>
        <p:nvSpPr>
          <p:cNvPr id="19459" name="Content Placeholder 2"/>
          <p:cNvSpPr>
            <a:spLocks noGrp="1"/>
          </p:cNvSpPr>
          <p:nvPr>
            <p:ph sz="quarter" idx="1"/>
          </p:nvPr>
        </p:nvSpPr>
        <p:spPr>
          <a:xfrm>
            <a:off x="914400" y="2057400"/>
            <a:ext cx="7772400" cy="3962400"/>
          </a:xfrm>
        </p:spPr>
        <p:txBody>
          <a:bodyPr/>
          <a:lstStyle/>
          <a:p>
            <a:pPr eaLnBrk="1" hangingPunct="1"/>
            <a:r>
              <a:rPr lang="en-US" altLang="en-US" dirty="0">
                <a:latin typeface="Franklin Gothic Book" panose="020B0503020102020204" pitchFamily="34" charset="0"/>
              </a:rPr>
              <a:t>Goal: Segment data into meaningful segments; detect patterns</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There is no target (outcome) variable to predict or classify</a:t>
            </a:r>
          </a:p>
          <a:p>
            <a:pPr eaLnBrk="1" hangingPunct="1"/>
            <a:endParaRPr lang="en-US" altLang="en-US" dirty="0">
              <a:latin typeface="Franklin Gothic Book" panose="020B0503020102020204" pitchFamily="34" charset="0"/>
            </a:endParaRPr>
          </a:p>
          <a:p>
            <a:pPr eaLnBrk="1" hangingPunct="1"/>
            <a:r>
              <a:rPr lang="en-US" altLang="en-US" dirty="0">
                <a:latin typeface="Franklin Gothic Book" panose="020B0503020102020204" pitchFamily="34" charset="0"/>
              </a:rPr>
              <a:t>Methods: Association rules, data reduction &amp; exploration, visualization</a:t>
            </a:r>
          </a:p>
        </p:txBody>
      </p:sp>
      <p:sp>
        <p:nvSpPr>
          <p:cNvPr id="6"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6</a:t>
            </a:fld>
            <a:endParaRPr lang="en-US" alt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p:cNvSpPr>
          <p:nvPr>
            <p:ph type="ctrTitle"/>
          </p:nvPr>
        </p:nvSpPr>
        <p:spPr/>
        <p:txBody>
          <a:bodyPr/>
          <a:lstStyle/>
          <a:p>
            <a:r>
              <a:rPr lang="en-US" altLang="en-US" dirty="0"/>
              <a:t>The SEMMA Process</a:t>
            </a: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7</a:t>
            </a:fld>
            <a:endParaRPr lang="en-US" alt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sz="quarter" idx="1"/>
          </p:nvPr>
        </p:nvSpPr>
        <p:spPr>
          <a:xfrm>
            <a:off x="838200" y="1828800"/>
            <a:ext cx="7772400" cy="4572000"/>
          </a:xfrm>
        </p:spPr>
        <p:txBody>
          <a:bodyPr/>
          <a:lstStyle/>
          <a:p>
            <a:pPr marL="274320" indent="-274320" fontAlgn="auto">
              <a:spcBef>
                <a:spcPts val="580"/>
              </a:spcBef>
              <a:spcAft>
                <a:spcPts val="0"/>
              </a:spcAft>
              <a:buFont typeface="Wingdings 2"/>
              <a:buNone/>
              <a:defRPr/>
            </a:pPr>
            <a:r>
              <a:rPr lang="en-US" sz="1800" b="1" dirty="0">
                <a:solidFill>
                  <a:schemeClr val="accent1"/>
                </a:solidFill>
              </a:rPr>
              <a:t>Sample</a:t>
            </a:r>
          </a:p>
          <a:p>
            <a:pPr marL="274320" indent="-274320" fontAlgn="auto">
              <a:spcBef>
                <a:spcPts val="580"/>
              </a:spcBef>
              <a:spcAft>
                <a:spcPts val="0"/>
              </a:spcAft>
              <a:buFont typeface="Wingdings 2"/>
              <a:buChar char=""/>
              <a:defRPr/>
            </a:pPr>
            <a:r>
              <a:rPr lang="en-US" sz="1600" dirty="0"/>
              <a:t>You gather the data by creating one or more tables. The sample should be large enough to contain the significant information, but small enough to process. </a:t>
            </a:r>
          </a:p>
          <a:p>
            <a:pPr marL="274320" indent="-274320" fontAlgn="auto">
              <a:spcBef>
                <a:spcPts val="580"/>
              </a:spcBef>
              <a:spcAft>
                <a:spcPts val="0"/>
              </a:spcAft>
              <a:buFont typeface="Wingdings 2"/>
              <a:buNone/>
              <a:defRPr/>
            </a:pPr>
            <a:r>
              <a:rPr lang="en-US" sz="1800" b="1" dirty="0">
                <a:solidFill>
                  <a:schemeClr val="accent1"/>
                </a:solidFill>
              </a:rPr>
              <a:t>Explore</a:t>
            </a:r>
          </a:p>
          <a:p>
            <a:pPr marL="274320" indent="-274320" fontAlgn="auto">
              <a:spcBef>
                <a:spcPts val="580"/>
              </a:spcBef>
              <a:spcAft>
                <a:spcPts val="0"/>
              </a:spcAft>
              <a:buFont typeface="Wingdings 2"/>
              <a:buChar char=""/>
              <a:defRPr/>
            </a:pPr>
            <a:r>
              <a:rPr lang="en-US" sz="1600" dirty="0"/>
              <a:t>You search for anticipated relationships, unanticipated trends, and anomalies to gain understanding and ideas. Use statistical methods and visualizations. </a:t>
            </a:r>
          </a:p>
          <a:p>
            <a:pPr marL="274320" indent="-274320" fontAlgn="auto">
              <a:spcBef>
                <a:spcPts val="580"/>
              </a:spcBef>
              <a:spcAft>
                <a:spcPts val="0"/>
              </a:spcAft>
              <a:buFont typeface="Wingdings 2"/>
              <a:buNone/>
              <a:defRPr/>
            </a:pPr>
            <a:r>
              <a:rPr lang="en-US" sz="1800" b="1" dirty="0">
                <a:solidFill>
                  <a:schemeClr val="accent1"/>
                </a:solidFill>
              </a:rPr>
              <a:t>M</a:t>
            </a:r>
            <a:r>
              <a:rPr lang="en-US" sz="1800" dirty="0">
                <a:solidFill>
                  <a:schemeClr val="accent1"/>
                </a:solidFill>
              </a:rPr>
              <a:t>odify</a:t>
            </a:r>
          </a:p>
          <a:p>
            <a:pPr marL="274320" indent="-274320" fontAlgn="auto">
              <a:spcBef>
                <a:spcPts val="580"/>
              </a:spcBef>
              <a:spcAft>
                <a:spcPts val="0"/>
              </a:spcAft>
              <a:buFont typeface="Wingdings 2"/>
              <a:buChar char=""/>
              <a:defRPr/>
            </a:pPr>
            <a:r>
              <a:rPr lang="en-US" sz="1600" dirty="0"/>
              <a:t>You change the data by creating, selecting, and transforming the variables to focus the model selection process. Fix errors to clean the data. Create better predictors through feature engineering. </a:t>
            </a:r>
          </a:p>
          <a:p>
            <a:pPr marL="274320" indent="-274320" fontAlgn="auto">
              <a:spcBef>
                <a:spcPts val="580"/>
              </a:spcBef>
              <a:spcAft>
                <a:spcPts val="0"/>
              </a:spcAft>
              <a:buFont typeface="Wingdings 2"/>
              <a:buNone/>
              <a:defRPr/>
            </a:pPr>
            <a:r>
              <a:rPr lang="en-US" sz="1800" b="1" dirty="0">
                <a:solidFill>
                  <a:schemeClr val="accent1"/>
                </a:solidFill>
              </a:rPr>
              <a:t>M</a:t>
            </a:r>
            <a:r>
              <a:rPr lang="en-US" sz="1800" dirty="0">
                <a:solidFill>
                  <a:schemeClr val="accent1"/>
                </a:solidFill>
              </a:rPr>
              <a:t>odel</a:t>
            </a:r>
          </a:p>
          <a:p>
            <a:pPr marL="274320" indent="-274320" fontAlgn="auto">
              <a:spcBef>
                <a:spcPts val="580"/>
              </a:spcBef>
              <a:spcAft>
                <a:spcPts val="0"/>
              </a:spcAft>
              <a:buFont typeface="Wingdings 2"/>
              <a:buChar char=""/>
              <a:defRPr/>
            </a:pPr>
            <a:r>
              <a:rPr lang="en-US" sz="1600" dirty="0"/>
              <a:t>You model the data by using the analytical tools to search for a combination of the data that reliably predicts a desired outcome. </a:t>
            </a:r>
          </a:p>
          <a:p>
            <a:pPr marL="274320" indent="-274320" fontAlgn="auto">
              <a:spcBef>
                <a:spcPts val="580"/>
              </a:spcBef>
              <a:spcAft>
                <a:spcPts val="0"/>
              </a:spcAft>
              <a:buFont typeface="Wingdings 2"/>
              <a:buNone/>
              <a:defRPr/>
            </a:pPr>
            <a:r>
              <a:rPr lang="en-US" sz="1800" b="1" dirty="0">
                <a:solidFill>
                  <a:schemeClr val="accent1"/>
                </a:solidFill>
              </a:rPr>
              <a:t>Assess</a:t>
            </a:r>
          </a:p>
          <a:p>
            <a:pPr marL="274320" indent="-274320" fontAlgn="auto">
              <a:spcBef>
                <a:spcPts val="580"/>
              </a:spcBef>
              <a:spcAft>
                <a:spcPts val="0"/>
              </a:spcAft>
              <a:buFont typeface="Wingdings 2"/>
              <a:buChar char=""/>
              <a:defRPr/>
            </a:pPr>
            <a:r>
              <a:rPr lang="en-US" sz="1600" dirty="0"/>
              <a:t>You evaluate competing predictive models by building charts to evaluate the usefulness and reliability of the findings from the data mining process. </a:t>
            </a:r>
          </a:p>
          <a:p>
            <a:pPr marL="0" indent="0" eaLnBrk="1" hangingPunct="1">
              <a:lnSpc>
                <a:spcPct val="110000"/>
              </a:lnSpc>
              <a:buNone/>
            </a:pPr>
            <a:endParaRPr lang="en-US" altLang="en-US" dirty="0"/>
          </a:p>
          <a:p>
            <a:pPr lvl="2" eaLnBrk="1" hangingPunct="1">
              <a:lnSpc>
                <a:spcPct val="110000"/>
              </a:lnSpc>
            </a:pPr>
            <a:endParaRPr lang="en-US" altLang="en-US" dirty="0"/>
          </a:p>
        </p:txBody>
      </p:sp>
      <p:sp>
        <p:nvSpPr>
          <p:cNvPr id="7171"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eaLnBrk="1" hangingPunct="1"/>
            <a:r>
              <a:rPr lang="en-US" dirty="0"/>
              <a:t>SEMMA Approach to Data Mining</a:t>
            </a:r>
          </a:p>
        </p:txBody>
      </p:sp>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297A8C6F-B977-4683-B6B5-488394C53176}" type="slidenum">
              <a:rPr kumimoji="0" lang="en-US" altLang="en-US" sz="14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8</a:t>
            </a:fld>
            <a:endParaRPr kumimoji="0" lang="en-US" altLang="en-US" sz="1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2" name="TextBox 1"/>
          <p:cNvSpPr txBox="1"/>
          <p:nvPr/>
        </p:nvSpPr>
        <p:spPr>
          <a:xfrm>
            <a:off x="2855259" y="1417638"/>
            <a:ext cx="3738282" cy="492443"/>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Franklin Gothic Book" panose="020B0503020102020204" pitchFamily="34" charset="0"/>
                <a:ea typeface="+mn-ea"/>
                <a:cs typeface="+mn-cs"/>
              </a:rPr>
              <a:t>Business Imperative </a:t>
            </a:r>
            <a:r>
              <a:rPr kumimoji="0" lang="en-US" sz="2600" b="0" i="0" u="none" strike="noStrike" kern="1200" cap="none" spc="0" normalizeH="0" baseline="0" noProof="0" dirty="0">
                <a:ln>
                  <a:noFill/>
                </a:ln>
                <a:solidFill>
                  <a:srgbClr val="D34817"/>
                </a:solidFill>
                <a:effectLst/>
                <a:uLnTx/>
                <a:uFillTx/>
                <a:latin typeface="Franklin Gothic Book" panose="020B0503020102020204" pitchFamily="34" charset="0"/>
                <a:ea typeface="+mn-ea"/>
                <a:cs typeface="+mn-cs"/>
              </a:rPr>
              <a:t>+</a:t>
            </a:r>
          </a:p>
        </p:txBody>
      </p:sp>
    </p:spTree>
    <p:extLst>
      <p:ext uri="{BB962C8B-B14F-4D97-AF65-F5344CB8AC3E}">
        <p14:creationId xmlns:p14="http://schemas.microsoft.com/office/powerpoint/2010/main" val="807269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eaLnBrk="1" hangingPunct="1"/>
            <a:r>
              <a:rPr lang="en-US" dirty="0"/>
              <a:t>Data Mining Effort</a:t>
            </a:r>
          </a:p>
        </p:txBody>
      </p:sp>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297A8C6F-B977-4683-B6B5-488394C53176}" type="slidenum">
              <a:rPr kumimoji="0" lang="en-US" altLang="en-US" sz="14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9</a:t>
            </a:fld>
            <a:endParaRPr kumimoji="0" lang="en-US" altLang="en-US" sz="1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6" name="Freeform 8"/>
          <p:cNvSpPr>
            <a:spLocks/>
          </p:cNvSpPr>
          <p:nvPr/>
        </p:nvSpPr>
        <p:spPr bwMode="auto">
          <a:xfrm>
            <a:off x="2047875" y="4378325"/>
            <a:ext cx="4713288" cy="206375"/>
          </a:xfrm>
          <a:custGeom>
            <a:avLst/>
            <a:gdLst>
              <a:gd name="T0" fmla="*/ 0 w 2969"/>
              <a:gd name="T1" fmla="*/ 2147483646 h 130"/>
              <a:gd name="T2" fmla="*/ 2147483646 w 2969"/>
              <a:gd name="T3" fmla="*/ 0 h 130"/>
              <a:gd name="T4" fmla="*/ 2147483646 w 2969"/>
              <a:gd name="T5" fmla="*/ 0 h 130"/>
              <a:gd name="T6" fmla="*/ 2147483646 w 2969"/>
              <a:gd name="T7" fmla="*/ 2147483646 h 130"/>
              <a:gd name="T8" fmla="*/ 0 w 2969"/>
              <a:gd name="T9" fmla="*/ 2147483646 h 130"/>
              <a:gd name="T10" fmla="*/ 0 60000 65536"/>
              <a:gd name="T11" fmla="*/ 0 60000 65536"/>
              <a:gd name="T12" fmla="*/ 0 60000 65536"/>
              <a:gd name="T13" fmla="*/ 0 60000 65536"/>
              <a:gd name="T14" fmla="*/ 0 60000 65536"/>
              <a:gd name="T15" fmla="*/ 0 w 2969"/>
              <a:gd name="T16" fmla="*/ 0 h 130"/>
              <a:gd name="T17" fmla="*/ 2969 w 2969"/>
              <a:gd name="T18" fmla="*/ 130 h 130"/>
            </a:gdLst>
            <a:ahLst/>
            <a:cxnLst>
              <a:cxn ang="T10">
                <a:pos x="T0" y="T1"/>
              </a:cxn>
              <a:cxn ang="T11">
                <a:pos x="T2" y="T3"/>
              </a:cxn>
              <a:cxn ang="T12">
                <a:pos x="T4" y="T5"/>
              </a:cxn>
              <a:cxn ang="T13">
                <a:pos x="T6" y="T7"/>
              </a:cxn>
              <a:cxn ang="T14">
                <a:pos x="T8" y="T9"/>
              </a:cxn>
            </a:cxnLst>
            <a:rect l="T15" t="T16" r="T17" b="T18"/>
            <a:pathLst>
              <a:path w="2969" h="130">
                <a:moveTo>
                  <a:pt x="0" y="130"/>
                </a:moveTo>
                <a:lnTo>
                  <a:pt x="228" y="0"/>
                </a:lnTo>
                <a:lnTo>
                  <a:pt x="2969" y="0"/>
                </a:lnTo>
                <a:lnTo>
                  <a:pt x="2741" y="130"/>
                </a:lnTo>
                <a:lnTo>
                  <a:pt x="0" y="1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 name="Freeform 11"/>
          <p:cNvSpPr>
            <a:spLocks/>
          </p:cNvSpPr>
          <p:nvPr/>
        </p:nvSpPr>
        <p:spPr bwMode="auto">
          <a:xfrm>
            <a:off x="2047875" y="4378325"/>
            <a:ext cx="4713288" cy="206375"/>
          </a:xfrm>
          <a:custGeom>
            <a:avLst/>
            <a:gdLst>
              <a:gd name="T0" fmla="*/ 2147483646 w 2969"/>
              <a:gd name="T1" fmla="*/ 0 h 130"/>
              <a:gd name="T2" fmla="*/ 2147483646 w 2969"/>
              <a:gd name="T3" fmla="*/ 2147483646 h 130"/>
              <a:gd name="T4" fmla="*/ 0 w 2969"/>
              <a:gd name="T5" fmla="*/ 2147483646 h 130"/>
              <a:gd name="T6" fmla="*/ 2147483646 w 2969"/>
              <a:gd name="T7" fmla="*/ 0 h 130"/>
              <a:gd name="T8" fmla="*/ 2147483646 w 2969"/>
              <a:gd name="T9" fmla="*/ 0 h 130"/>
              <a:gd name="T10" fmla="*/ 0 60000 65536"/>
              <a:gd name="T11" fmla="*/ 0 60000 65536"/>
              <a:gd name="T12" fmla="*/ 0 60000 65536"/>
              <a:gd name="T13" fmla="*/ 0 60000 65536"/>
              <a:gd name="T14" fmla="*/ 0 60000 65536"/>
              <a:gd name="T15" fmla="*/ 0 w 2969"/>
              <a:gd name="T16" fmla="*/ 0 h 130"/>
              <a:gd name="T17" fmla="*/ 2969 w 2969"/>
              <a:gd name="T18" fmla="*/ 130 h 130"/>
            </a:gdLst>
            <a:ahLst/>
            <a:cxnLst>
              <a:cxn ang="T10">
                <a:pos x="T0" y="T1"/>
              </a:cxn>
              <a:cxn ang="T11">
                <a:pos x="T2" y="T3"/>
              </a:cxn>
              <a:cxn ang="T12">
                <a:pos x="T4" y="T5"/>
              </a:cxn>
              <a:cxn ang="T13">
                <a:pos x="T6" y="T7"/>
              </a:cxn>
              <a:cxn ang="T14">
                <a:pos x="T8" y="T9"/>
              </a:cxn>
            </a:cxnLst>
            <a:rect l="T15" t="T16" r="T17" b="T18"/>
            <a:pathLst>
              <a:path w="2969" h="130">
                <a:moveTo>
                  <a:pt x="2969" y="0"/>
                </a:moveTo>
                <a:lnTo>
                  <a:pt x="2741" y="130"/>
                </a:lnTo>
                <a:lnTo>
                  <a:pt x="0" y="130"/>
                </a:lnTo>
                <a:lnTo>
                  <a:pt x="228" y="0"/>
                </a:lnTo>
                <a:lnTo>
                  <a:pt x="2969" y="0"/>
                </a:lnTo>
                <a:close/>
              </a:path>
            </a:pathLst>
          </a:custGeom>
          <a:noFill/>
          <a:ln w="0" cap="sq">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 name="Freeform 14"/>
          <p:cNvSpPr>
            <a:spLocks/>
          </p:cNvSpPr>
          <p:nvPr/>
        </p:nvSpPr>
        <p:spPr bwMode="auto">
          <a:xfrm>
            <a:off x="2992438" y="3916363"/>
            <a:ext cx="12700" cy="565150"/>
          </a:xfrm>
          <a:custGeom>
            <a:avLst/>
            <a:gdLst>
              <a:gd name="T0" fmla="*/ 2147483646 w 8"/>
              <a:gd name="T1" fmla="*/ 2147483646 h 356"/>
              <a:gd name="T2" fmla="*/ 0 w 8"/>
              <a:gd name="T3" fmla="*/ 2147483646 h 356"/>
              <a:gd name="T4" fmla="*/ 0 w 8"/>
              <a:gd name="T5" fmla="*/ 2147483646 h 356"/>
              <a:gd name="T6" fmla="*/ 2147483646 w 8"/>
              <a:gd name="T7" fmla="*/ 0 h 356"/>
              <a:gd name="T8" fmla="*/ 2147483646 w 8"/>
              <a:gd name="T9" fmla="*/ 2147483646 h 356"/>
              <a:gd name="T10" fmla="*/ 0 60000 65536"/>
              <a:gd name="T11" fmla="*/ 0 60000 65536"/>
              <a:gd name="T12" fmla="*/ 0 60000 65536"/>
              <a:gd name="T13" fmla="*/ 0 60000 65536"/>
              <a:gd name="T14" fmla="*/ 0 60000 65536"/>
              <a:gd name="T15" fmla="*/ 0 w 8"/>
              <a:gd name="T16" fmla="*/ 0 h 356"/>
              <a:gd name="T17" fmla="*/ 8 w 8"/>
              <a:gd name="T18" fmla="*/ 356 h 356"/>
            </a:gdLst>
            <a:ahLst/>
            <a:cxnLst>
              <a:cxn ang="T10">
                <a:pos x="T0" y="T1"/>
              </a:cxn>
              <a:cxn ang="T11">
                <a:pos x="T2" y="T3"/>
              </a:cxn>
              <a:cxn ang="T12">
                <a:pos x="T4" y="T5"/>
              </a:cxn>
              <a:cxn ang="T13">
                <a:pos x="T6" y="T7"/>
              </a:cxn>
              <a:cxn ang="T14">
                <a:pos x="T8" y="T9"/>
              </a:cxn>
            </a:cxnLst>
            <a:rect l="T15" t="T16" r="T17" b="T18"/>
            <a:pathLst>
              <a:path w="8" h="356">
                <a:moveTo>
                  <a:pt x="8" y="345"/>
                </a:moveTo>
                <a:lnTo>
                  <a:pt x="0" y="356"/>
                </a:lnTo>
                <a:lnTo>
                  <a:pt x="0" y="5"/>
                </a:lnTo>
                <a:lnTo>
                  <a:pt x="8" y="0"/>
                </a:lnTo>
                <a:lnTo>
                  <a:pt x="8" y="345"/>
                </a:lnTo>
                <a:close/>
              </a:path>
            </a:pathLst>
          </a:custGeom>
          <a:solidFill>
            <a:srgbClr val="6A6A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9" name="Freeform 15"/>
          <p:cNvSpPr>
            <a:spLocks/>
          </p:cNvSpPr>
          <p:nvPr/>
        </p:nvSpPr>
        <p:spPr bwMode="auto">
          <a:xfrm>
            <a:off x="2970213" y="3924300"/>
            <a:ext cx="22225" cy="565150"/>
          </a:xfrm>
          <a:custGeom>
            <a:avLst/>
            <a:gdLst>
              <a:gd name="T0" fmla="*/ 2147483646 w 14"/>
              <a:gd name="T1" fmla="*/ 2147483646 h 356"/>
              <a:gd name="T2" fmla="*/ 0 w 14"/>
              <a:gd name="T3" fmla="*/ 2147483646 h 356"/>
              <a:gd name="T4" fmla="*/ 0 w 14"/>
              <a:gd name="T5" fmla="*/ 2147483646 h 356"/>
              <a:gd name="T6" fmla="*/ 2147483646 w 14"/>
              <a:gd name="T7" fmla="*/ 0 h 356"/>
              <a:gd name="T8" fmla="*/ 2147483646 w 14"/>
              <a:gd name="T9" fmla="*/ 2147483646 h 356"/>
              <a:gd name="T10" fmla="*/ 0 60000 65536"/>
              <a:gd name="T11" fmla="*/ 0 60000 65536"/>
              <a:gd name="T12" fmla="*/ 0 60000 65536"/>
              <a:gd name="T13" fmla="*/ 0 60000 65536"/>
              <a:gd name="T14" fmla="*/ 0 60000 65536"/>
              <a:gd name="T15" fmla="*/ 0 w 14"/>
              <a:gd name="T16" fmla="*/ 0 h 356"/>
              <a:gd name="T17" fmla="*/ 14 w 14"/>
              <a:gd name="T18" fmla="*/ 356 h 356"/>
            </a:gdLst>
            <a:ahLst/>
            <a:cxnLst>
              <a:cxn ang="T10">
                <a:pos x="T0" y="T1"/>
              </a:cxn>
              <a:cxn ang="T11">
                <a:pos x="T2" y="T3"/>
              </a:cxn>
              <a:cxn ang="T12">
                <a:pos x="T4" y="T5"/>
              </a:cxn>
              <a:cxn ang="T13">
                <a:pos x="T6" y="T7"/>
              </a:cxn>
              <a:cxn ang="T14">
                <a:pos x="T8" y="T9"/>
              </a:cxn>
            </a:cxnLst>
            <a:rect l="T15" t="T16" r="T17" b="T18"/>
            <a:pathLst>
              <a:path w="14" h="356">
                <a:moveTo>
                  <a:pt x="14" y="351"/>
                </a:moveTo>
                <a:lnTo>
                  <a:pt x="0" y="356"/>
                </a:lnTo>
                <a:lnTo>
                  <a:pt x="0" y="6"/>
                </a:lnTo>
                <a:lnTo>
                  <a:pt x="14" y="0"/>
                </a:lnTo>
                <a:lnTo>
                  <a:pt x="14" y="351"/>
                </a:lnTo>
                <a:close/>
              </a:path>
            </a:pathLst>
          </a:custGeom>
          <a:solidFill>
            <a:srgbClr val="7070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Freeform 16"/>
          <p:cNvSpPr>
            <a:spLocks/>
          </p:cNvSpPr>
          <p:nvPr/>
        </p:nvSpPr>
        <p:spPr bwMode="auto">
          <a:xfrm>
            <a:off x="2922588" y="3933825"/>
            <a:ext cx="47625" cy="565150"/>
          </a:xfrm>
          <a:custGeom>
            <a:avLst/>
            <a:gdLst>
              <a:gd name="T0" fmla="*/ 2147483646 w 30"/>
              <a:gd name="T1" fmla="*/ 2147483646 h 356"/>
              <a:gd name="T2" fmla="*/ 0 w 30"/>
              <a:gd name="T3" fmla="*/ 2147483646 h 356"/>
              <a:gd name="T4" fmla="*/ 0 w 30"/>
              <a:gd name="T5" fmla="*/ 2147483646 h 356"/>
              <a:gd name="T6" fmla="*/ 2147483646 w 30"/>
              <a:gd name="T7" fmla="*/ 0 h 356"/>
              <a:gd name="T8" fmla="*/ 2147483646 w 30"/>
              <a:gd name="T9" fmla="*/ 2147483646 h 356"/>
              <a:gd name="T10" fmla="*/ 0 60000 65536"/>
              <a:gd name="T11" fmla="*/ 0 60000 65536"/>
              <a:gd name="T12" fmla="*/ 0 60000 65536"/>
              <a:gd name="T13" fmla="*/ 0 60000 65536"/>
              <a:gd name="T14" fmla="*/ 0 60000 65536"/>
              <a:gd name="T15" fmla="*/ 0 w 30"/>
              <a:gd name="T16" fmla="*/ 0 h 356"/>
              <a:gd name="T17" fmla="*/ 30 w 30"/>
              <a:gd name="T18" fmla="*/ 356 h 356"/>
            </a:gdLst>
            <a:ahLst/>
            <a:cxnLst>
              <a:cxn ang="T10">
                <a:pos x="T0" y="T1"/>
              </a:cxn>
              <a:cxn ang="T11">
                <a:pos x="T2" y="T3"/>
              </a:cxn>
              <a:cxn ang="T12">
                <a:pos x="T4" y="T5"/>
              </a:cxn>
              <a:cxn ang="T13">
                <a:pos x="T6" y="T7"/>
              </a:cxn>
              <a:cxn ang="T14">
                <a:pos x="T8" y="T9"/>
              </a:cxn>
            </a:cxnLst>
            <a:rect l="T15" t="T16" r="T17" b="T18"/>
            <a:pathLst>
              <a:path w="30" h="356">
                <a:moveTo>
                  <a:pt x="30" y="350"/>
                </a:moveTo>
                <a:lnTo>
                  <a:pt x="0" y="356"/>
                </a:lnTo>
                <a:lnTo>
                  <a:pt x="0" y="5"/>
                </a:lnTo>
                <a:lnTo>
                  <a:pt x="30" y="0"/>
                </a:lnTo>
                <a:lnTo>
                  <a:pt x="30" y="350"/>
                </a:lnTo>
                <a:close/>
              </a:path>
            </a:pathLst>
          </a:custGeom>
          <a:solidFill>
            <a:srgbClr val="7676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2" name="Freeform 17"/>
          <p:cNvSpPr>
            <a:spLocks/>
          </p:cNvSpPr>
          <p:nvPr/>
        </p:nvSpPr>
        <p:spPr bwMode="auto">
          <a:xfrm>
            <a:off x="2876550" y="3941763"/>
            <a:ext cx="46038" cy="565150"/>
          </a:xfrm>
          <a:custGeom>
            <a:avLst/>
            <a:gdLst>
              <a:gd name="T0" fmla="*/ 2147483646 w 29"/>
              <a:gd name="T1" fmla="*/ 2147483646 h 356"/>
              <a:gd name="T2" fmla="*/ 0 w 29"/>
              <a:gd name="T3" fmla="*/ 2147483646 h 356"/>
              <a:gd name="T4" fmla="*/ 0 w 29"/>
              <a:gd name="T5" fmla="*/ 2147483646 h 356"/>
              <a:gd name="T6" fmla="*/ 2147483646 w 29"/>
              <a:gd name="T7" fmla="*/ 0 h 356"/>
              <a:gd name="T8" fmla="*/ 2147483646 w 29"/>
              <a:gd name="T9" fmla="*/ 2147483646 h 356"/>
              <a:gd name="T10" fmla="*/ 0 60000 65536"/>
              <a:gd name="T11" fmla="*/ 0 60000 65536"/>
              <a:gd name="T12" fmla="*/ 0 60000 65536"/>
              <a:gd name="T13" fmla="*/ 0 60000 65536"/>
              <a:gd name="T14" fmla="*/ 0 60000 65536"/>
              <a:gd name="T15" fmla="*/ 0 w 29"/>
              <a:gd name="T16" fmla="*/ 0 h 356"/>
              <a:gd name="T17" fmla="*/ 29 w 29"/>
              <a:gd name="T18" fmla="*/ 356 h 356"/>
            </a:gdLst>
            <a:ahLst/>
            <a:cxnLst>
              <a:cxn ang="T10">
                <a:pos x="T0" y="T1"/>
              </a:cxn>
              <a:cxn ang="T11">
                <a:pos x="T2" y="T3"/>
              </a:cxn>
              <a:cxn ang="T12">
                <a:pos x="T4" y="T5"/>
              </a:cxn>
              <a:cxn ang="T13">
                <a:pos x="T6" y="T7"/>
              </a:cxn>
              <a:cxn ang="T14">
                <a:pos x="T8" y="T9"/>
              </a:cxn>
            </a:cxnLst>
            <a:rect l="T15" t="T16" r="T17" b="T18"/>
            <a:pathLst>
              <a:path w="29" h="356">
                <a:moveTo>
                  <a:pt x="29" y="351"/>
                </a:moveTo>
                <a:lnTo>
                  <a:pt x="0" y="356"/>
                </a:lnTo>
                <a:lnTo>
                  <a:pt x="0" y="6"/>
                </a:lnTo>
                <a:lnTo>
                  <a:pt x="29" y="0"/>
                </a:lnTo>
                <a:lnTo>
                  <a:pt x="29" y="351"/>
                </a:lnTo>
                <a:close/>
              </a:path>
            </a:pathLst>
          </a:custGeom>
          <a:solidFill>
            <a:srgbClr val="7C7C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3" name="Freeform 18"/>
          <p:cNvSpPr>
            <a:spLocks/>
          </p:cNvSpPr>
          <p:nvPr/>
        </p:nvSpPr>
        <p:spPr bwMode="auto">
          <a:xfrm>
            <a:off x="2830513" y="3951288"/>
            <a:ext cx="46037" cy="563562"/>
          </a:xfrm>
          <a:custGeom>
            <a:avLst/>
            <a:gdLst>
              <a:gd name="T0" fmla="*/ 2147483646 w 29"/>
              <a:gd name="T1" fmla="*/ 2147483646 h 355"/>
              <a:gd name="T2" fmla="*/ 0 w 29"/>
              <a:gd name="T3" fmla="*/ 2147483646 h 355"/>
              <a:gd name="T4" fmla="*/ 0 w 29"/>
              <a:gd name="T5" fmla="*/ 2147483646 h 355"/>
              <a:gd name="T6" fmla="*/ 2147483646 w 29"/>
              <a:gd name="T7" fmla="*/ 0 h 355"/>
              <a:gd name="T8" fmla="*/ 2147483646 w 29"/>
              <a:gd name="T9" fmla="*/ 2147483646 h 355"/>
              <a:gd name="T10" fmla="*/ 0 60000 65536"/>
              <a:gd name="T11" fmla="*/ 0 60000 65536"/>
              <a:gd name="T12" fmla="*/ 0 60000 65536"/>
              <a:gd name="T13" fmla="*/ 0 60000 65536"/>
              <a:gd name="T14" fmla="*/ 0 60000 65536"/>
              <a:gd name="T15" fmla="*/ 0 w 29"/>
              <a:gd name="T16" fmla="*/ 0 h 355"/>
              <a:gd name="T17" fmla="*/ 29 w 29"/>
              <a:gd name="T18" fmla="*/ 355 h 355"/>
            </a:gdLst>
            <a:ahLst/>
            <a:cxnLst>
              <a:cxn ang="T10">
                <a:pos x="T0" y="T1"/>
              </a:cxn>
              <a:cxn ang="T11">
                <a:pos x="T2" y="T3"/>
              </a:cxn>
              <a:cxn ang="T12">
                <a:pos x="T4" y="T5"/>
              </a:cxn>
              <a:cxn ang="T13">
                <a:pos x="T6" y="T7"/>
              </a:cxn>
              <a:cxn ang="T14">
                <a:pos x="T8" y="T9"/>
              </a:cxn>
            </a:cxnLst>
            <a:rect l="T15" t="T16" r="T17" b="T18"/>
            <a:pathLst>
              <a:path w="29" h="355">
                <a:moveTo>
                  <a:pt x="29" y="350"/>
                </a:moveTo>
                <a:lnTo>
                  <a:pt x="0" y="355"/>
                </a:lnTo>
                <a:lnTo>
                  <a:pt x="0" y="5"/>
                </a:lnTo>
                <a:lnTo>
                  <a:pt x="29" y="0"/>
                </a:lnTo>
                <a:lnTo>
                  <a:pt x="29" y="350"/>
                </a:lnTo>
                <a:close/>
              </a:path>
            </a:pathLst>
          </a:custGeom>
          <a:solidFill>
            <a:srgbClr val="8181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4" name="Freeform 19"/>
          <p:cNvSpPr>
            <a:spLocks/>
          </p:cNvSpPr>
          <p:nvPr/>
        </p:nvSpPr>
        <p:spPr bwMode="auto">
          <a:xfrm>
            <a:off x="2771775" y="3959225"/>
            <a:ext cx="58738" cy="565150"/>
          </a:xfrm>
          <a:custGeom>
            <a:avLst/>
            <a:gdLst>
              <a:gd name="T0" fmla="*/ 2147483646 w 37"/>
              <a:gd name="T1" fmla="*/ 2147483646 h 356"/>
              <a:gd name="T2" fmla="*/ 0 w 37"/>
              <a:gd name="T3" fmla="*/ 2147483646 h 356"/>
              <a:gd name="T4" fmla="*/ 0 w 37"/>
              <a:gd name="T5" fmla="*/ 2147483646 h 356"/>
              <a:gd name="T6" fmla="*/ 2147483646 w 37"/>
              <a:gd name="T7" fmla="*/ 0 h 356"/>
              <a:gd name="T8" fmla="*/ 2147483646 w 37"/>
              <a:gd name="T9" fmla="*/ 2147483646 h 356"/>
              <a:gd name="T10" fmla="*/ 0 60000 65536"/>
              <a:gd name="T11" fmla="*/ 0 60000 65536"/>
              <a:gd name="T12" fmla="*/ 0 60000 65536"/>
              <a:gd name="T13" fmla="*/ 0 60000 65536"/>
              <a:gd name="T14" fmla="*/ 0 60000 65536"/>
              <a:gd name="T15" fmla="*/ 0 w 37"/>
              <a:gd name="T16" fmla="*/ 0 h 356"/>
              <a:gd name="T17" fmla="*/ 37 w 37"/>
              <a:gd name="T18" fmla="*/ 356 h 356"/>
            </a:gdLst>
            <a:ahLst/>
            <a:cxnLst>
              <a:cxn ang="T10">
                <a:pos x="T0" y="T1"/>
              </a:cxn>
              <a:cxn ang="T11">
                <a:pos x="T2" y="T3"/>
              </a:cxn>
              <a:cxn ang="T12">
                <a:pos x="T4" y="T5"/>
              </a:cxn>
              <a:cxn ang="T13">
                <a:pos x="T6" y="T7"/>
              </a:cxn>
              <a:cxn ang="T14">
                <a:pos x="T8" y="T9"/>
              </a:cxn>
            </a:cxnLst>
            <a:rect l="T15" t="T16" r="T17" b="T18"/>
            <a:pathLst>
              <a:path w="37" h="356">
                <a:moveTo>
                  <a:pt x="37" y="350"/>
                </a:moveTo>
                <a:lnTo>
                  <a:pt x="0" y="356"/>
                </a:lnTo>
                <a:lnTo>
                  <a:pt x="0" y="5"/>
                </a:lnTo>
                <a:lnTo>
                  <a:pt x="37" y="0"/>
                </a:lnTo>
                <a:lnTo>
                  <a:pt x="37" y="350"/>
                </a:lnTo>
                <a:close/>
              </a:path>
            </a:pathLst>
          </a:custGeom>
          <a:solidFill>
            <a:srgbClr val="8787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5" name="Rectangle 20"/>
          <p:cNvSpPr>
            <a:spLocks noChangeArrowheads="1"/>
          </p:cNvSpPr>
          <p:nvPr/>
        </p:nvSpPr>
        <p:spPr bwMode="auto">
          <a:xfrm>
            <a:off x="2701925" y="3967163"/>
            <a:ext cx="69850" cy="557212"/>
          </a:xfrm>
          <a:prstGeom prst="rect">
            <a:avLst/>
          </a:prstGeom>
          <a:solidFill>
            <a:srgbClr val="8D8D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16" name="Rectangle 21"/>
          <p:cNvSpPr>
            <a:spLocks noChangeArrowheads="1"/>
          </p:cNvSpPr>
          <p:nvPr/>
        </p:nvSpPr>
        <p:spPr bwMode="auto">
          <a:xfrm>
            <a:off x="2643188" y="3967163"/>
            <a:ext cx="58737" cy="557212"/>
          </a:xfrm>
          <a:prstGeom prst="rect">
            <a:avLst/>
          </a:prstGeom>
          <a:solidFill>
            <a:srgbClr val="9393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17" name="Freeform 22"/>
          <p:cNvSpPr>
            <a:spLocks/>
          </p:cNvSpPr>
          <p:nvPr/>
        </p:nvSpPr>
        <p:spPr bwMode="auto">
          <a:xfrm>
            <a:off x="2608263" y="3959225"/>
            <a:ext cx="34925" cy="565150"/>
          </a:xfrm>
          <a:custGeom>
            <a:avLst/>
            <a:gdLst>
              <a:gd name="T0" fmla="*/ 2147483646 w 22"/>
              <a:gd name="T1" fmla="*/ 2147483646 h 356"/>
              <a:gd name="T2" fmla="*/ 0 w 22"/>
              <a:gd name="T3" fmla="*/ 2147483646 h 356"/>
              <a:gd name="T4" fmla="*/ 0 w 22"/>
              <a:gd name="T5" fmla="*/ 0 h 356"/>
              <a:gd name="T6" fmla="*/ 2147483646 w 22"/>
              <a:gd name="T7" fmla="*/ 2147483646 h 356"/>
              <a:gd name="T8" fmla="*/ 2147483646 w 22"/>
              <a:gd name="T9" fmla="*/ 2147483646 h 356"/>
              <a:gd name="T10" fmla="*/ 0 60000 65536"/>
              <a:gd name="T11" fmla="*/ 0 60000 65536"/>
              <a:gd name="T12" fmla="*/ 0 60000 65536"/>
              <a:gd name="T13" fmla="*/ 0 60000 65536"/>
              <a:gd name="T14" fmla="*/ 0 60000 65536"/>
              <a:gd name="T15" fmla="*/ 0 w 22"/>
              <a:gd name="T16" fmla="*/ 0 h 356"/>
              <a:gd name="T17" fmla="*/ 22 w 22"/>
              <a:gd name="T18" fmla="*/ 356 h 356"/>
            </a:gdLst>
            <a:ahLst/>
            <a:cxnLst>
              <a:cxn ang="T10">
                <a:pos x="T0" y="T1"/>
              </a:cxn>
              <a:cxn ang="T11">
                <a:pos x="T2" y="T3"/>
              </a:cxn>
              <a:cxn ang="T12">
                <a:pos x="T4" y="T5"/>
              </a:cxn>
              <a:cxn ang="T13">
                <a:pos x="T6" y="T7"/>
              </a:cxn>
              <a:cxn ang="T14">
                <a:pos x="T8" y="T9"/>
              </a:cxn>
            </a:cxnLst>
            <a:rect l="T15" t="T16" r="T17" b="T18"/>
            <a:pathLst>
              <a:path w="22" h="356">
                <a:moveTo>
                  <a:pt x="22" y="356"/>
                </a:moveTo>
                <a:lnTo>
                  <a:pt x="0" y="350"/>
                </a:lnTo>
                <a:lnTo>
                  <a:pt x="0" y="0"/>
                </a:lnTo>
                <a:lnTo>
                  <a:pt x="22" y="5"/>
                </a:lnTo>
                <a:lnTo>
                  <a:pt x="22" y="356"/>
                </a:lnTo>
                <a:close/>
              </a:path>
            </a:pathLst>
          </a:custGeom>
          <a:solidFill>
            <a:srgbClr val="99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8" name="Rectangle 23"/>
          <p:cNvSpPr>
            <a:spLocks noChangeArrowheads="1"/>
          </p:cNvSpPr>
          <p:nvPr/>
        </p:nvSpPr>
        <p:spPr bwMode="auto">
          <a:xfrm>
            <a:off x="2573338" y="3959225"/>
            <a:ext cx="34925" cy="555625"/>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19" name="Freeform 24"/>
          <p:cNvSpPr>
            <a:spLocks/>
          </p:cNvSpPr>
          <p:nvPr/>
        </p:nvSpPr>
        <p:spPr bwMode="auto">
          <a:xfrm>
            <a:off x="2549525" y="3951288"/>
            <a:ext cx="23813" cy="563562"/>
          </a:xfrm>
          <a:custGeom>
            <a:avLst/>
            <a:gdLst>
              <a:gd name="T0" fmla="*/ 2147483646 w 15"/>
              <a:gd name="T1" fmla="*/ 2147483646 h 355"/>
              <a:gd name="T2" fmla="*/ 0 w 15"/>
              <a:gd name="T3" fmla="*/ 2147483646 h 355"/>
              <a:gd name="T4" fmla="*/ 0 w 15"/>
              <a:gd name="T5" fmla="*/ 0 h 355"/>
              <a:gd name="T6" fmla="*/ 2147483646 w 15"/>
              <a:gd name="T7" fmla="*/ 2147483646 h 355"/>
              <a:gd name="T8" fmla="*/ 2147483646 w 15"/>
              <a:gd name="T9" fmla="*/ 2147483646 h 355"/>
              <a:gd name="T10" fmla="*/ 0 60000 65536"/>
              <a:gd name="T11" fmla="*/ 0 60000 65536"/>
              <a:gd name="T12" fmla="*/ 0 60000 65536"/>
              <a:gd name="T13" fmla="*/ 0 60000 65536"/>
              <a:gd name="T14" fmla="*/ 0 60000 65536"/>
              <a:gd name="T15" fmla="*/ 0 w 15"/>
              <a:gd name="T16" fmla="*/ 0 h 355"/>
              <a:gd name="T17" fmla="*/ 15 w 15"/>
              <a:gd name="T18" fmla="*/ 355 h 355"/>
            </a:gdLst>
            <a:ahLst/>
            <a:cxnLst>
              <a:cxn ang="T10">
                <a:pos x="T0" y="T1"/>
              </a:cxn>
              <a:cxn ang="T11">
                <a:pos x="T2" y="T3"/>
              </a:cxn>
              <a:cxn ang="T12">
                <a:pos x="T4" y="T5"/>
              </a:cxn>
              <a:cxn ang="T13">
                <a:pos x="T6" y="T7"/>
              </a:cxn>
              <a:cxn ang="T14">
                <a:pos x="T8" y="T9"/>
              </a:cxn>
            </a:cxnLst>
            <a:rect l="T15" t="T16" r="T17" b="T18"/>
            <a:pathLst>
              <a:path w="15" h="355">
                <a:moveTo>
                  <a:pt x="15" y="355"/>
                </a:moveTo>
                <a:lnTo>
                  <a:pt x="0" y="350"/>
                </a:lnTo>
                <a:lnTo>
                  <a:pt x="0" y="0"/>
                </a:lnTo>
                <a:lnTo>
                  <a:pt x="15" y="5"/>
                </a:lnTo>
                <a:lnTo>
                  <a:pt x="15" y="355"/>
                </a:lnTo>
                <a:close/>
              </a:path>
            </a:pathLst>
          </a:custGeom>
          <a:solidFill>
            <a:srgbClr val="9393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Freeform 25"/>
          <p:cNvSpPr>
            <a:spLocks/>
          </p:cNvSpPr>
          <p:nvPr/>
        </p:nvSpPr>
        <p:spPr bwMode="auto">
          <a:xfrm>
            <a:off x="2538413" y="3941763"/>
            <a:ext cx="11112" cy="565150"/>
          </a:xfrm>
          <a:custGeom>
            <a:avLst/>
            <a:gdLst>
              <a:gd name="T0" fmla="*/ 2147483646 w 7"/>
              <a:gd name="T1" fmla="*/ 2147483646 h 356"/>
              <a:gd name="T2" fmla="*/ 0 w 7"/>
              <a:gd name="T3" fmla="*/ 2147483646 h 356"/>
              <a:gd name="T4" fmla="*/ 0 w 7"/>
              <a:gd name="T5" fmla="*/ 0 h 356"/>
              <a:gd name="T6" fmla="*/ 2147483646 w 7"/>
              <a:gd name="T7" fmla="*/ 2147483646 h 356"/>
              <a:gd name="T8" fmla="*/ 2147483646 w 7"/>
              <a:gd name="T9" fmla="*/ 2147483646 h 356"/>
              <a:gd name="T10" fmla="*/ 0 60000 65536"/>
              <a:gd name="T11" fmla="*/ 0 60000 65536"/>
              <a:gd name="T12" fmla="*/ 0 60000 65536"/>
              <a:gd name="T13" fmla="*/ 0 60000 65536"/>
              <a:gd name="T14" fmla="*/ 0 60000 65536"/>
              <a:gd name="T15" fmla="*/ 0 w 7"/>
              <a:gd name="T16" fmla="*/ 0 h 356"/>
              <a:gd name="T17" fmla="*/ 7 w 7"/>
              <a:gd name="T18" fmla="*/ 356 h 356"/>
            </a:gdLst>
            <a:ahLst/>
            <a:cxnLst>
              <a:cxn ang="T10">
                <a:pos x="T0" y="T1"/>
              </a:cxn>
              <a:cxn ang="T11">
                <a:pos x="T2" y="T3"/>
              </a:cxn>
              <a:cxn ang="T12">
                <a:pos x="T4" y="T5"/>
              </a:cxn>
              <a:cxn ang="T13">
                <a:pos x="T6" y="T7"/>
              </a:cxn>
              <a:cxn ang="T14">
                <a:pos x="T8" y="T9"/>
              </a:cxn>
            </a:cxnLst>
            <a:rect l="T15" t="T16" r="T17" b="T18"/>
            <a:pathLst>
              <a:path w="7" h="356">
                <a:moveTo>
                  <a:pt x="7" y="356"/>
                </a:moveTo>
                <a:lnTo>
                  <a:pt x="0" y="351"/>
                </a:lnTo>
                <a:lnTo>
                  <a:pt x="0" y="0"/>
                </a:lnTo>
                <a:lnTo>
                  <a:pt x="7" y="6"/>
                </a:lnTo>
                <a:lnTo>
                  <a:pt x="7" y="356"/>
                </a:lnTo>
                <a:close/>
              </a:path>
            </a:pathLst>
          </a:custGeom>
          <a:solidFill>
            <a:srgbClr val="8D8D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1" name="Freeform 26"/>
          <p:cNvSpPr>
            <a:spLocks/>
          </p:cNvSpPr>
          <p:nvPr/>
        </p:nvSpPr>
        <p:spPr bwMode="auto">
          <a:xfrm>
            <a:off x="2538413" y="3890963"/>
            <a:ext cx="466725" cy="76200"/>
          </a:xfrm>
          <a:custGeom>
            <a:avLst/>
            <a:gdLst>
              <a:gd name="T0" fmla="*/ 2147483646 w 294"/>
              <a:gd name="T1" fmla="*/ 0 h 48"/>
              <a:gd name="T2" fmla="*/ 2147483646 w 294"/>
              <a:gd name="T3" fmla="*/ 0 h 48"/>
              <a:gd name="T4" fmla="*/ 2147483646 w 294"/>
              <a:gd name="T5" fmla="*/ 0 h 48"/>
              <a:gd name="T6" fmla="*/ 2147483646 w 294"/>
              <a:gd name="T7" fmla="*/ 2147483646 h 48"/>
              <a:gd name="T8" fmla="*/ 2147483646 w 294"/>
              <a:gd name="T9" fmla="*/ 2147483646 h 48"/>
              <a:gd name="T10" fmla="*/ 2147483646 w 294"/>
              <a:gd name="T11" fmla="*/ 2147483646 h 48"/>
              <a:gd name="T12" fmla="*/ 2147483646 w 294"/>
              <a:gd name="T13" fmla="*/ 2147483646 h 48"/>
              <a:gd name="T14" fmla="*/ 2147483646 w 294"/>
              <a:gd name="T15" fmla="*/ 2147483646 h 48"/>
              <a:gd name="T16" fmla="*/ 2147483646 w 294"/>
              <a:gd name="T17" fmla="*/ 2147483646 h 48"/>
              <a:gd name="T18" fmla="*/ 2147483646 w 294"/>
              <a:gd name="T19" fmla="*/ 2147483646 h 48"/>
              <a:gd name="T20" fmla="*/ 2147483646 w 294"/>
              <a:gd name="T21" fmla="*/ 2147483646 h 48"/>
              <a:gd name="T22" fmla="*/ 2147483646 w 294"/>
              <a:gd name="T23" fmla="*/ 2147483646 h 48"/>
              <a:gd name="T24" fmla="*/ 2147483646 w 294"/>
              <a:gd name="T25" fmla="*/ 2147483646 h 48"/>
              <a:gd name="T26" fmla="*/ 2147483646 w 294"/>
              <a:gd name="T27" fmla="*/ 2147483646 h 48"/>
              <a:gd name="T28" fmla="*/ 2147483646 w 294"/>
              <a:gd name="T29" fmla="*/ 2147483646 h 48"/>
              <a:gd name="T30" fmla="*/ 2147483646 w 294"/>
              <a:gd name="T31" fmla="*/ 2147483646 h 48"/>
              <a:gd name="T32" fmla="*/ 2147483646 w 294"/>
              <a:gd name="T33" fmla="*/ 2147483646 h 48"/>
              <a:gd name="T34" fmla="*/ 0 w 294"/>
              <a:gd name="T35" fmla="*/ 2147483646 h 48"/>
              <a:gd name="T36" fmla="*/ 2147483646 w 294"/>
              <a:gd name="T37" fmla="*/ 2147483646 h 48"/>
              <a:gd name="T38" fmla="*/ 2147483646 w 294"/>
              <a:gd name="T39" fmla="*/ 2147483646 h 48"/>
              <a:gd name="T40" fmla="*/ 2147483646 w 294"/>
              <a:gd name="T41" fmla="*/ 2147483646 h 48"/>
              <a:gd name="T42" fmla="*/ 2147483646 w 294"/>
              <a:gd name="T43" fmla="*/ 2147483646 h 48"/>
              <a:gd name="T44" fmla="*/ 2147483646 w 294"/>
              <a:gd name="T45" fmla="*/ 2147483646 h 48"/>
              <a:gd name="T46" fmla="*/ 2147483646 w 294"/>
              <a:gd name="T47" fmla="*/ 0 h 48"/>
              <a:gd name="T48" fmla="*/ 2147483646 w 294"/>
              <a:gd name="T49" fmla="*/ 0 h 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4"/>
              <a:gd name="T76" fmla="*/ 0 h 48"/>
              <a:gd name="T77" fmla="*/ 294 w 294"/>
              <a:gd name="T78" fmla="*/ 48 h 4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4" h="48">
                <a:moveTo>
                  <a:pt x="191" y="0"/>
                </a:moveTo>
                <a:lnTo>
                  <a:pt x="228" y="0"/>
                </a:lnTo>
                <a:lnTo>
                  <a:pt x="250" y="0"/>
                </a:lnTo>
                <a:lnTo>
                  <a:pt x="272" y="5"/>
                </a:lnTo>
                <a:lnTo>
                  <a:pt x="286" y="11"/>
                </a:lnTo>
                <a:lnTo>
                  <a:pt x="294" y="16"/>
                </a:lnTo>
                <a:lnTo>
                  <a:pt x="286" y="21"/>
                </a:lnTo>
                <a:lnTo>
                  <a:pt x="272" y="27"/>
                </a:lnTo>
                <a:lnTo>
                  <a:pt x="242" y="32"/>
                </a:lnTo>
                <a:lnTo>
                  <a:pt x="213" y="38"/>
                </a:lnTo>
                <a:lnTo>
                  <a:pt x="184" y="43"/>
                </a:lnTo>
                <a:lnTo>
                  <a:pt x="147" y="48"/>
                </a:lnTo>
                <a:lnTo>
                  <a:pt x="103" y="48"/>
                </a:lnTo>
                <a:lnTo>
                  <a:pt x="66" y="48"/>
                </a:lnTo>
                <a:lnTo>
                  <a:pt x="44" y="43"/>
                </a:lnTo>
                <a:lnTo>
                  <a:pt x="22" y="43"/>
                </a:lnTo>
                <a:lnTo>
                  <a:pt x="7" y="38"/>
                </a:lnTo>
                <a:lnTo>
                  <a:pt x="0" y="32"/>
                </a:lnTo>
                <a:lnTo>
                  <a:pt x="7" y="21"/>
                </a:lnTo>
                <a:lnTo>
                  <a:pt x="22" y="16"/>
                </a:lnTo>
                <a:lnTo>
                  <a:pt x="51" y="11"/>
                </a:lnTo>
                <a:lnTo>
                  <a:pt x="81" y="5"/>
                </a:lnTo>
                <a:lnTo>
                  <a:pt x="110" y="5"/>
                </a:lnTo>
                <a:lnTo>
                  <a:pt x="147" y="0"/>
                </a:lnTo>
                <a:lnTo>
                  <a:pt x="191" y="0"/>
                </a:lnTo>
                <a:close/>
              </a:path>
            </a:pathLst>
          </a:custGeom>
          <a:solidFill>
            <a:srgbClr val="7373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2" name="Freeform 27"/>
          <p:cNvSpPr>
            <a:spLocks/>
          </p:cNvSpPr>
          <p:nvPr/>
        </p:nvSpPr>
        <p:spPr bwMode="auto">
          <a:xfrm>
            <a:off x="2538413" y="4464050"/>
            <a:ext cx="466725" cy="60325"/>
          </a:xfrm>
          <a:custGeom>
            <a:avLst/>
            <a:gdLst>
              <a:gd name="T0" fmla="*/ 2147483646 w 294"/>
              <a:gd name="T1" fmla="*/ 0 h 38"/>
              <a:gd name="T2" fmla="*/ 2147483646 w 294"/>
              <a:gd name="T3" fmla="*/ 2147483646 h 38"/>
              <a:gd name="T4" fmla="*/ 2147483646 w 294"/>
              <a:gd name="T5" fmla="*/ 2147483646 h 38"/>
              <a:gd name="T6" fmla="*/ 2147483646 w 294"/>
              <a:gd name="T7" fmla="*/ 2147483646 h 38"/>
              <a:gd name="T8" fmla="*/ 2147483646 w 294"/>
              <a:gd name="T9" fmla="*/ 2147483646 h 38"/>
              <a:gd name="T10" fmla="*/ 2147483646 w 294"/>
              <a:gd name="T11" fmla="*/ 2147483646 h 38"/>
              <a:gd name="T12" fmla="*/ 2147483646 w 294"/>
              <a:gd name="T13" fmla="*/ 2147483646 h 38"/>
              <a:gd name="T14" fmla="*/ 2147483646 w 294"/>
              <a:gd name="T15" fmla="*/ 2147483646 h 38"/>
              <a:gd name="T16" fmla="*/ 2147483646 w 294"/>
              <a:gd name="T17" fmla="*/ 2147483646 h 38"/>
              <a:gd name="T18" fmla="*/ 2147483646 w 294"/>
              <a:gd name="T19" fmla="*/ 2147483646 h 38"/>
              <a:gd name="T20" fmla="*/ 2147483646 w 294"/>
              <a:gd name="T21" fmla="*/ 2147483646 h 38"/>
              <a:gd name="T22" fmla="*/ 2147483646 w 294"/>
              <a:gd name="T23" fmla="*/ 2147483646 h 38"/>
              <a:gd name="T24" fmla="*/ 0 w 294"/>
              <a:gd name="T25" fmla="*/ 2147483646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4"/>
              <a:gd name="T40" fmla="*/ 0 h 38"/>
              <a:gd name="T41" fmla="*/ 294 w 29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4" h="38">
                <a:moveTo>
                  <a:pt x="294" y="0"/>
                </a:moveTo>
                <a:lnTo>
                  <a:pt x="286" y="11"/>
                </a:lnTo>
                <a:lnTo>
                  <a:pt x="272" y="16"/>
                </a:lnTo>
                <a:lnTo>
                  <a:pt x="242" y="22"/>
                </a:lnTo>
                <a:lnTo>
                  <a:pt x="213" y="27"/>
                </a:lnTo>
                <a:lnTo>
                  <a:pt x="184" y="32"/>
                </a:lnTo>
                <a:lnTo>
                  <a:pt x="147" y="38"/>
                </a:lnTo>
                <a:lnTo>
                  <a:pt x="103" y="38"/>
                </a:lnTo>
                <a:lnTo>
                  <a:pt x="66" y="38"/>
                </a:lnTo>
                <a:lnTo>
                  <a:pt x="44" y="32"/>
                </a:lnTo>
                <a:lnTo>
                  <a:pt x="22" y="32"/>
                </a:lnTo>
                <a:lnTo>
                  <a:pt x="7" y="27"/>
                </a:lnTo>
                <a:lnTo>
                  <a:pt x="0" y="2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3" name="Freeform 28"/>
          <p:cNvSpPr>
            <a:spLocks/>
          </p:cNvSpPr>
          <p:nvPr/>
        </p:nvSpPr>
        <p:spPr bwMode="auto">
          <a:xfrm>
            <a:off x="2538413" y="3890963"/>
            <a:ext cx="466725" cy="76200"/>
          </a:xfrm>
          <a:custGeom>
            <a:avLst/>
            <a:gdLst>
              <a:gd name="T0" fmla="*/ 2147483646 w 294"/>
              <a:gd name="T1" fmla="*/ 0 h 48"/>
              <a:gd name="T2" fmla="*/ 2147483646 w 294"/>
              <a:gd name="T3" fmla="*/ 0 h 48"/>
              <a:gd name="T4" fmla="*/ 2147483646 w 294"/>
              <a:gd name="T5" fmla="*/ 0 h 48"/>
              <a:gd name="T6" fmla="*/ 2147483646 w 294"/>
              <a:gd name="T7" fmla="*/ 2147483646 h 48"/>
              <a:gd name="T8" fmla="*/ 2147483646 w 294"/>
              <a:gd name="T9" fmla="*/ 2147483646 h 48"/>
              <a:gd name="T10" fmla="*/ 2147483646 w 294"/>
              <a:gd name="T11" fmla="*/ 2147483646 h 48"/>
              <a:gd name="T12" fmla="*/ 2147483646 w 294"/>
              <a:gd name="T13" fmla="*/ 2147483646 h 48"/>
              <a:gd name="T14" fmla="*/ 2147483646 w 294"/>
              <a:gd name="T15" fmla="*/ 2147483646 h 48"/>
              <a:gd name="T16" fmla="*/ 2147483646 w 294"/>
              <a:gd name="T17" fmla="*/ 2147483646 h 48"/>
              <a:gd name="T18" fmla="*/ 2147483646 w 294"/>
              <a:gd name="T19" fmla="*/ 2147483646 h 48"/>
              <a:gd name="T20" fmla="*/ 2147483646 w 294"/>
              <a:gd name="T21" fmla="*/ 2147483646 h 48"/>
              <a:gd name="T22" fmla="*/ 2147483646 w 294"/>
              <a:gd name="T23" fmla="*/ 2147483646 h 48"/>
              <a:gd name="T24" fmla="*/ 2147483646 w 294"/>
              <a:gd name="T25" fmla="*/ 2147483646 h 48"/>
              <a:gd name="T26" fmla="*/ 2147483646 w 294"/>
              <a:gd name="T27" fmla="*/ 2147483646 h 48"/>
              <a:gd name="T28" fmla="*/ 2147483646 w 294"/>
              <a:gd name="T29" fmla="*/ 2147483646 h 48"/>
              <a:gd name="T30" fmla="*/ 2147483646 w 294"/>
              <a:gd name="T31" fmla="*/ 2147483646 h 48"/>
              <a:gd name="T32" fmla="*/ 2147483646 w 294"/>
              <a:gd name="T33" fmla="*/ 2147483646 h 48"/>
              <a:gd name="T34" fmla="*/ 0 w 294"/>
              <a:gd name="T35" fmla="*/ 2147483646 h 48"/>
              <a:gd name="T36" fmla="*/ 2147483646 w 294"/>
              <a:gd name="T37" fmla="*/ 2147483646 h 48"/>
              <a:gd name="T38" fmla="*/ 2147483646 w 294"/>
              <a:gd name="T39" fmla="*/ 2147483646 h 48"/>
              <a:gd name="T40" fmla="*/ 2147483646 w 294"/>
              <a:gd name="T41" fmla="*/ 2147483646 h 48"/>
              <a:gd name="T42" fmla="*/ 2147483646 w 294"/>
              <a:gd name="T43" fmla="*/ 2147483646 h 48"/>
              <a:gd name="T44" fmla="*/ 2147483646 w 294"/>
              <a:gd name="T45" fmla="*/ 2147483646 h 48"/>
              <a:gd name="T46" fmla="*/ 2147483646 w 294"/>
              <a:gd name="T47" fmla="*/ 0 h 48"/>
              <a:gd name="T48" fmla="*/ 2147483646 w 294"/>
              <a:gd name="T49" fmla="*/ 0 h 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4"/>
              <a:gd name="T76" fmla="*/ 0 h 48"/>
              <a:gd name="T77" fmla="*/ 294 w 294"/>
              <a:gd name="T78" fmla="*/ 48 h 4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4" h="48">
                <a:moveTo>
                  <a:pt x="191" y="0"/>
                </a:moveTo>
                <a:lnTo>
                  <a:pt x="228" y="0"/>
                </a:lnTo>
                <a:lnTo>
                  <a:pt x="250" y="0"/>
                </a:lnTo>
                <a:lnTo>
                  <a:pt x="272" y="5"/>
                </a:lnTo>
                <a:lnTo>
                  <a:pt x="286" y="11"/>
                </a:lnTo>
                <a:lnTo>
                  <a:pt x="294" y="16"/>
                </a:lnTo>
                <a:lnTo>
                  <a:pt x="286" y="21"/>
                </a:lnTo>
                <a:lnTo>
                  <a:pt x="272" y="27"/>
                </a:lnTo>
                <a:lnTo>
                  <a:pt x="242" y="32"/>
                </a:lnTo>
                <a:lnTo>
                  <a:pt x="213" y="38"/>
                </a:lnTo>
                <a:lnTo>
                  <a:pt x="184" y="43"/>
                </a:lnTo>
                <a:lnTo>
                  <a:pt x="147" y="48"/>
                </a:lnTo>
                <a:lnTo>
                  <a:pt x="103" y="48"/>
                </a:lnTo>
                <a:lnTo>
                  <a:pt x="66" y="48"/>
                </a:lnTo>
                <a:lnTo>
                  <a:pt x="44" y="43"/>
                </a:lnTo>
                <a:lnTo>
                  <a:pt x="22" y="43"/>
                </a:lnTo>
                <a:lnTo>
                  <a:pt x="7" y="38"/>
                </a:lnTo>
                <a:lnTo>
                  <a:pt x="0" y="32"/>
                </a:lnTo>
                <a:lnTo>
                  <a:pt x="7" y="21"/>
                </a:lnTo>
                <a:lnTo>
                  <a:pt x="22" y="16"/>
                </a:lnTo>
                <a:lnTo>
                  <a:pt x="51" y="11"/>
                </a:lnTo>
                <a:lnTo>
                  <a:pt x="81" y="5"/>
                </a:lnTo>
                <a:lnTo>
                  <a:pt x="110" y="5"/>
                </a:lnTo>
                <a:lnTo>
                  <a:pt x="147" y="0"/>
                </a:lnTo>
                <a:lnTo>
                  <a:pt x="191" y="0"/>
                </a:lnTo>
                <a:close/>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4" name="Line 29"/>
          <p:cNvSpPr>
            <a:spLocks noChangeShapeType="1"/>
          </p:cNvSpPr>
          <p:nvPr/>
        </p:nvSpPr>
        <p:spPr bwMode="auto">
          <a:xfrm flipV="1">
            <a:off x="3005138" y="3916363"/>
            <a:ext cx="1587" cy="5476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5" name="Line 30"/>
          <p:cNvSpPr>
            <a:spLocks noChangeShapeType="1"/>
          </p:cNvSpPr>
          <p:nvPr/>
        </p:nvSpPr>
        <p:spPr bwMode="auto">
          <a:xfrm flipV="1">
            <a:off x="2538413" y="3941763"/>
            <a:ext cx="1587" cy="5572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6" name="Freeform 31"/>
          <p:cNvSpPr>
            <a:spLocks/>
          </p:cNvSpPr>
          <p:nvPr/>
        </p:nvSpPr>
        <p:spPr bwMode="auto">
          <a:xfrm>
            <a:off x="4078288" y="2803525"/>
            <a:ext cx="11112" cy="1677988"/>
          </a:xfrm>
          <a:custGeom>
            <a:avLst/>
            <a:gdLst>
              <a:gd name="T0" fmla="*/ 2147483646 w 7"/>
              <a:gd name="T1" fmla="*/ 2147483646 h 1057"/>
              <a:gd name="T2" fmla="*/ 0 w 7"/>
              <a:gd name="T3" fmla="*/ 2147483646 h 1057"/>
              <a:gd name="T4" fmla="*/ 0 w 7"/>
              <a:gd name="T5" fmla="*/ 2147483646 h 1057"/>
              <a:gd name="T6" fmla="*/ 2147483646 w 7"/>
              <a:gd name="T7" fmla="*/ 0 h 1057"/>
              <a:gd name="T8" fmla="*/ 2147483646 w 7"/>
              <a:gd name="T9" fmla="*/ 2147483646 h 1057"/>
              <a:gd name="T10" fmla="*/ 0 60000 65536"/>
              <a:gd name="T11" fmla="*/ 0 60000 65536"/>
              <a:gd name="T12" fmla="*/ 0 60000 65536"/>
              <a:gd name="T13" fmla="*/ 0 60000 65536"/>
              <a:gd name="T14" fmla="*/ 0 60000 65536"/>
              <a:gd name="T15" fmla="*/ 0 w 7"/>
              <a:gd name="T16" fmla="*/ 0 h 1057"/>
              <a:gd name="T17" fmla="*/ 7 w 7"/>
              <a:gd name="T18" fmla="*/ 1057 h 1057"/>
            </a:gdLst>
            <a:ahLst/>
            <a:cxnLst>
              <a:cxn ang="T10">
                <a:pos x="T0" y="T1"/>
              </a:cxn>
              <a:cxn ang="T11">
                <a:pos x="T2" y="T3"/>
              </a:cxn>
              <a:cxn ang="T12">
                <a:pos x="T4" y="T5"/>
              </a:cxn>
              <a:cxn ang="T13">
                <a:pos x="T6" y="T7"/>
              </a:cxn>
              <a:cxn ang="T14">
                <a:pos x="T8" y="T9"/>
              </a:cxn>
            </a:cxnLst>
            <a:rect l="T15" t="T16" r="T17" b="T18"/>
            <a:pathLst>
              <a:path w="7" h="1057">
                <a:moveTo>
                  <a:pt x="7" y="1046"/>
                </a:moveTo>
                <a:lnTo>
                  <a:pt x="0" y="1057"/>
                </a:lnTo>
                <a:lnTo>
                  <a:pt x="0" y="11"/>
                </a:lnTo>
                <a:lnTo>
                  <a:pt x="7" y="0"/>
                </a:lnTo>
                <a:lnTo>
                  <a:pt x="7" y="1046"/>
                </a:lnTo>
                <a:close/>
              </a:path>
            </a:pathLst>
          </a:custGeom>
          <a:solidFill>
            <a:srgbClr val="6A6A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Freeform 32"/>
          <p:cNvSpPr>
            <a:spLocks/>
          </p:cNvSpPr>
          <p:nvPr/>
        </p:nvSpPr>
        <p:spPr bwMode="auto">
          <a:xfrm>
            <a:off x="4054475" y="2820988"/>
            <a:ext cx="23813" cy="1668462"/>
          </a:xfrm>
          <a:custGeom>
            <a:avLst/>
            <a:gdLst>
              <a:gd name="T0" fmla="*/ 2147483646 w 15"/>
              <a:gd name="T1" fmla="*/ 2147483646 h 1051"/>
              <a:gd name="T2" fmla="*/ 0 w 15"/>
              <a:gd name="T3" fmla="*/ 2147483646 h 1051"/>
              <a:gd name="T4" fmla="*/ 0 w 15"/>
              <a:gd name="T5" fmla="*/ 2147483646 h 1051"/>
              <a:gd name="T6" fmla="*/ 2147483646 w 15"/>
              <a:gd name="T7" fmla="*/ 0 h 1051"/>
              <a:gd name="T8" fmla="*/ 2147483646 w 15"/>
              <a:gd name="T9" fmla="*/ 2147483646 h 1051"/>
              <a:gd name="T10" fmla="*/ 0 60000 65536"/>
              <a:gd name="T11" fmla="*/ 0 60000 65536"/>
              <a:gd name="T12" fmla="*/ 0 60000 65536"/>
              <a:gd name="T13" fmla="*/ 0 60000 65536"/>
              <a:gd name="T14" fmla="*/ 0 60000 65536"/>
              <a:gd name="T15" fmla="*/ 0 w 15"/>
              <a:gd name="T16" fmla="*/ 0 h 1051"/>
              <a:gd name="T17" fmla="*/ 15 w 15"/>
              <a:gd name="T18" fmla="*/ 1051 h 1051"/>
            </a:gdLst>
            <a:ahLst/>
            <a:cxnLst>
              <a:cxn ang="T10">
                <a:pos x="T0" y="T1"/>
              </a:cxn>
              <a:cxn ang="T11">
                <a:pos x="T2" y="T3"/>
              </a:cxn>
              <a:cxn ang="T12">
                <a:pos x="T4" y="T5"/>
              </a:cxn>
              <a:cxn ang="T13">
                <a:pos x="T6" y="T7"/>
              </a:cxn>
              <a:cxn ang="T14">
                <a:pos x="T8" y="T9"/>
              </a:cxn>
            </a:cxnLst>
            <a:rect l="T15" t="T16" r="T17" b="T18"/>
            <a:pathLst>
              <a:path w="15" h="1051">
                <a:moveTo>
                  <a:pt x="15" y="1046"/>
                </a:moveTo>
                <a:lnTo>
                  <a:pt x="0" y="1051"/>
                </a:lnTo>
                <a:lnTo>
                  <a:pt x="0" y="5"/>
                </a:lnTo>
                <a:lnTo>
                  <a:pt x="15" y="0"/>
                </a:lnTo>
                <a:lnTo>
                  <a:pt x="15" y="1046"/>
                </a:lnTo>
                <a:close/>
              </a:path>
            </a:pathLst>
          </a:custGeom>
          <a:solidFill>
            <a:srgbClr val="7070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8" name="Freeform 33"/>
          <p:cNvSpPr>
            <a:spLocks/>
          </p:cNvSpPr>
          <p:nvPr/>
        </p:nvSpPr>
        <p:spPr bwMode="auto">
          <a:xfrm>
            <a:off x="4019550" y="2828925"/>
            <a:ext cx="34925" cy="1670050"/>
          </a:xfrm>
          <a:custGeom>
            <a:avLst/>
            <a:gdLst>
              <a:gd name="T0" fmla="*/ 2147483646 w 22"/>
              <a:gd name="T1" fmla="*/ 2147483646 h 1052"/>
              <a:gd name="T2" fmla="*/ 0 w 22"/>
              <a:gd name="T3" fmla="*/ 2147483646 h 1052"/>
              <a:gd name="T4" fmla="*/ 0 w 22"/>
              <a:gd name="T5" fmla="*/ 2147483646 h 1052"/>
              <a:gd name="T6" fmla="*/ 2147483646 w 22"/>
              <a:gd name="T7" fmla="*/ 0 h 1052"/>
              <a:gd name="T8" fmla="*/ 2147483646 w 22"/>
              <a:gd name="T9" fmla="*/ 2147483646 h 1052"/>
              <a:gd name="T10" fmla="*/ 0 60000 65536"/>
              <a:gd name="T11" fmla="*/ 0 60000 65536"/>
              <a:gd name="T12" fmla="*/ 0 60000 65536"/>
              <a:gd name="T13" fmla="*/ 0 60000 65536"/>
              <a:gd name="T14" fmla="*/ 0 60000 65536"/>
              <a:gd name="T15" fmla="*/ 0 w 22"/>
              <a:gd name="T16" fmla="*/ 0 h 1052"/>
              <a:gd name="T17" fmla="*/ 22 w 22"/>
              <a:gd name="T18" fmla="*/ 1052 h 1052"/>
            </a:gdLst>
            <a:ahLst/>
            <a:cxnLst>
              <a:cxn ang="T10">
                <a:pos x="T0" y="T1"/>
              </a:cxn>
              <a:cxn ang="T11">
                <a:pos x="T2" y="T3"/>
              </a:cxn>
              <a:cxn ang="T12">
                <a:pos x="T4" y="T5"/>
              </a:cxn>
              <a:cxn ang="T13">
                <a:pos x="T6" y="T7"/>
              </a:cxn>
              <a:cxn ang="T14">
                <a:pos x="T8" y="T9"/>
              </a:cxn>
            </a:cxnLst>
            <a:rect l="T15" t="T16" r="T17" b="T18"/>
            <a:pathLst>
              <a:path w="22" h="1052">
                <a:moveTo>
                  <a:pt x="22" y="1046"/>
                </a:moveTo>
                <a:lnTo>
                  <a:pt x="0" y="1052"/>
                </a:lnTo>
                <a:lnTo>
                  <a:pt x="0" y="6"/>
                </a:lnTo>
                <a:lnTo>
                  <a:pt x="22" y="0"/>
                </a:lnTo>
                <a:lnTo>
                  <a:pt x="22" y="1046"/>
                </a:lnTo>
                <a:close/>
              </a:path>
            </a:pathLst>
          </a:custGeom>
          <a:solidFill>
            <a:srgbClr val="7676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9" name="Freeform 34"/>
          <p:cNvSpPr>
            <a:spLocks/>
          </p:cNvSpPr>
          <p:nvPr/>
        </p:nvSpPr>
        <p:spPr bwMode="auto">
          <a:xfrm>
            <a:off x="3973513" y="2838450"/>
            <a:ext cx="46037" cy="1668463"/>
          </a:xfrm>
          <a:custGeom>
            <a:avLst/>
            <a:gdLst>
              <a:gd name="T0" fmla="*/ 2147483646 w 29"/>
              <a:gd name="T1" fmla="*/ 2147483646 h 1051"/>
              <a:gd name="T2" fmla="*/ 0 w 29"/>
              <a:gd name="T3" fmla="*/ 2147483646 h 1051"/>
              <a:gd name="T4" fmla="*/ 0 w 29"/>
              <a:gd name="T5" fmla="*/ 2147483646 h 1051"/>
              <a:gd name="T6" fmla="*/ 2147483646 w 29"/>
              <a:gd name="T7" fmla="*/ 0 h 1051"/>
              <a:gd name="T8" fmla="*/ 2147483646 w 29"/>
              <a:gd name="T9" fmla="*/ 2147483646 h 1051"/>
              <a:gd name="T10" fmla="*/ 0 60000 65536"/>
              <a:gd name="T11" fmla="*/ 0 60000 65536"/>
              <a:gd name="T12" fmla="*/ 0 60000 65536"/>
              <a:gd name="T13" fmla="*/ 0 60000 65536"/>
              <a:gd name="T14" fmla="*/ 0 60000 65536"/>
              <a:gd name="T15" fmla="*/ 0 w 29"/>
              <a:gd name="T16" fmla="*/ 0 h 1051"/>
              <a:gd name="T17" fmla="*/ 29 w 29"/>
              <a:gd name="T18" fmla="*/ 1051 h 1051"/>
            </a:gdLst>
            <a:ahLst/>
            <a:cxnLst>
              <a:cxn ang="T10">
                <a:pos x="T0" y="T1"/>
              </a:cxn>
              <a:cxn ang="T11">
                <a:pos x="T2" y="T3"/>
              </a:cxn>
              <a:cxn ang="T12">
                <a:pos x="T4" y="T5"/>
              </a:cxn>
              <a:cxn ang="T13">
                <a:pos x="T6" y="T7"/>
              </a:cxn>
              <a:cxn ang="T14">
                <a:pos x="T8" y="T9"/>
              </a:cxn>
            </a:cxnLst>
            <a:rect l="T15" t="T16" r="T17" b="T18"/>
            <a:pathLst>
              <a:path w="29" h="1051">
                <a:moveTo>
                  <a:pt x="29" y="1046"/>
                </a:moveTo>
                <a:lnTo>
                  <a:pt x="0" y="1051"/>
                </a:lnTo>
                <a:lnTo>
                  <a:pt x="0" y="5"/>
                </a:lnTo>
                <a:lnTo>
                  <a:pt x="29" y="0"/>
                </a:lnTo>
                <a:lnTo>
                  <a:pt x="29" y="1046"/>
                </a:lnTo>
                <a:close/>
              </a:path>
            </a:pathLst>
          </a:custGeom>
          <a:solidFill>
            <a:srgbClr val="7C7C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0" name="Freeform 35"/>
          <p:cNvSpPr>
            <a:spLocks/>
          </p:cNvSpPr>
          <p:nvPr/>
        </p:nvSpPr>
        <p:spPr bwMode="auto">
          <a:xfrm>
            <a:off x="3914775" y="2846388"/>
            <a:ext cx="58738" cy="1668462"/>
          </a:xfrm>
          <a:custGeom>
            <a:avLst/>
            <a:gdLst>
              <a:gd name="T0" fmla="*/ 2147483646 w 37"/>
              <a:gd name="T1" fmla="*/ 2147483646 h 1051"/>
              <a:gd name="T2" fmla="*/ 0 w 37"/>
              <a:gd name="T3" fmla="*/ 2147483646 h 1051"/>
              <a:gd name="T4" fmla="*/ 0 w 37"/>
              <a:gd name="T5" fmla="*/ 0 h 1051"/>
              <a:gd name="T6" fmla="*/ 2147483646 w 37"/>
              <a:gd name="T7" fmla="*/ 0 h 1051"/>
              <a:gd name="T8" fmla="*/ 2147483646 w 37"/>
              <a:gd name="T9" fmla="*/ 2147483646 h 1051"/>
              <a:gd name="T10" fmla="*/ 0 60000 65536"/>
              <a:gd name="T11" fmla="*/ 0 60000 65536"/>
              <a:gd name="T12" fmla="*/ 0 60000 65536"/>
              <a:gd name="T13" fmla="*/ 0 60000 65536"/>
              <a:gd name="T14" fmla="*/ 0 60000 65536"/>
              <a:gd name="T15" fmla="*/ 0 w 37"/>
              <a:gd name="T16" fmla="*/ 0 h 1051"/>
              <a:gd name="T17" fmla="*/ 37 w 37"/>
              <a:gd name="T18" fmla="*/ 1051 h 1051"/>
            </a:gdLst>
            <a:ahLst/>
            <a:cxnLst>
              <a:cxn ang="T10">
                <a:pos x="T0" y="T1"/>
              </a:cxn>
              <a:cxn ang="T11">
                <a:pos x="T2" y="T3"/>
              </a:cxn>
              <a:cxn ang="T12">
                <a:pos x="T4" y="T5"/>
              </a:cxn>
              <a:cxn ang="T13">
                <a:pos x="T6" y="T7"/>
              </a:cxn>
              <a:cxn ang="T14">
                <a:pos x="T8" y="T9"/>
              </a:cxn>
            </a:cxnLst>
            <a:rect l="T15" t="T16" r="T17" b="T18"/>
            <a:pathLst>
              <a:path w="37" h="1051">
                <a:moveTo>
                  <a:pt x="37" y="1046"/>
                </a:moveTo>
                <a:lnTo>
                  <a:pt x="0" y="1051"/>
                </a:lnTo>
                <a:lnTo>
                  <a:pt x="0" y="0"/>
                </a:lnTo>
                <a:lnTo>
                  <a:pt x="37" y="0"/>
                </a:lnTo>
                <a:lnTo>
                  <a:pt x="37" y="1046"/>
                </a:lnTo>
                <a:close/>
              </a:path>
            </a:pathLst>
          </a:custGeom>
          <a:solidFill>
            <a:srgbClr val="8181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1" name="Freeform 36"/>
          <p:cNvSpPr>
            <a:spLocks/>
          </p:cNvSpPr>
          <p:nvPr/>
        </p:nvSpPr>
        <p:spPr bwMode="auto">
          <a:xfrm>
            <a:off x="3856038" y="2846388"/>
            <a:ext cx="58737" cy="1677987"/>
          </a:xfrm>
          <a:custGeom>
            <a:avLst/>
            <a:gdLst>
              <a:gd name="T0" fmla="*/ 2147483646 w 37"/>
              <a:gd name="T1" fmla="*/ 2147483646 h 1057"/>
              <a:gd name="T2" fmla="*/ 0 w 37"/>
              <a:gd name="T3" fmla="*/ 2147483646 h 1057"/>
              <a:gd name="T4" fmla="*/ 0 w 37"/>
              <a:gd name="T5" fmla="*/ 2147483646 h 1057"/>
              <a:gd name="T6" fmla="*/ 2147483646 w 37"/>
              <a:gd name="T7" fmla="*/ 0 h 1057"/>
              <a:gd name="T8" fmla="*/ 2147483646 w 37"/>
              <a:gd name="T9" fmla="*/ 2147483646 h 1057"/>
              <a:gd name="T10" fmla="*/ 0 60000 65536"/>
              <a:gd name="T11" fmla="*/ 0 60000 65536"/>
              <a:gd name="T12" fmla="*/ 0 60000 65536"/>
              <a:gd name="T13" fmla="*/ 0 60000 65536"/>
              <a:gd name="T14" fmla="*/ 0 60000 65536"/>
              <a:gd name="T15" fmla="*/ 0 w 37"/>
              <a:gd name="T16" fmla="*/ 0 h 1057"/>
              <a:gd name="T17" fmla="*/ 37 w 37"/>
              <a:gd name="T18" fmla="*/ 1057 h 1057"/>
            </a:gdLst>
            <a:ahLst/>
            <a:cxnLst>
              <a:cxn ang="T10">
                <a:pos x="T0" y="T1"/>
              </a:cxn>
              <a:cxn ang="T11">
                <a:pos x="T2" y="T3"/>
              </a:cxn>
              <a:cxn ang="T12">
                <a:pos x="T4" y="T5"/>
              </a:cxn>
              <a:cxn ang="T13">
                <a:pos x="T6" y="T7"/>
              </a:cxn>
              <a:cxn ang="T14">
                <a:pos x="T8" y="T9"/>
              </a:cxn>
            </a:cxnLst>
            <a:rect l="T15" t="T16" r="T17" b="T18"/>
            <a:pathLst>
              <a:path w="37" h="1057">
                <a:moveTo>
                  <a:pt x="37" y="1051"/>
                </a:moveTo>
                <a:lnTo>
                  <a:pt x="0" y="1057"/>
                </a:lnTo>
                <a:lnTo>
                  <a:pt x="0" y="5"/>
                </a:lnTo>
                <a:lnTo>
                  <a:pt x="37" y="0"/>
                </a:lnTo>
                <a:lnTo>
                  <a:pt x="37" y="1051"/>
                </a:lnTo>
                <a:close/>
              </a:path>
            </a:pathLst>
          </a:custGeom>
          <a:solidFill>
            <a:srgbClr val="8787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2" name="Rectangle 37"/>
          <p:cNvSpPr>
            <a:spLocks noChangeArrowheads="1"/>
          </p:cNvSpPr>
          <p:nvPr/>
        </p:nvSpPr>
        <p:spPr bwMode="auto">
          <a:xfrm>
            <a:off x="3786188" y="2854325"/>
            <a:ext cx="69850" cy="1670050"/>
          </a:xfrm>
          <a:prstGeom prst="rect">
            <a:avLst/>
          </a:prstGeom>
          <a:solidFill>
            <a:srgbClr val="8D8D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33" name="Rectangle 38"/>
          <p:cNvSpPr>
            <a:spLocks noChangeArrowheads="1"/>
          </p:cNvSpPr>
          <p:nvPr/>
        </p:nvSpPr>
        <p:spPr bwMode="auto">
          <a:xfrm>
            <a:off x="3740150" y="2854325"/>
            <a:ext cx="46038" cy="1670050"/>
          </a:xfrm>
          <a:prstGeom prst="rect">
            <a:avLst/>
          </a:prstGeom>
          <a:solidFill>
            <a:srgbClr val="9393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34" name="Freeform 39"/>
          <p:cNvSpPr>
            <a:spLocks/>
          </p:cNvSpPr>
          <p:nvPr/>
        </p:nvSpPr>
        <p:spPr bwMode="auto">
          <a:xfrm>
            <a:off x="3692525" y="2854325"/>
            <a:ext cx="47625" cy="1670050"/>
          </a:xfrm>
          <a:custGeom>
            <a:avLst/>
            <a:gdLst>
              <a:gd name="T0" fmla="*/ 2147483646 w 30"/>
              <a:gd name="T1" fmla="*/ 2147483646 h 1052"/>
              <a:gd name="T2" fmla="*/ 0 w 30"/>
              <a:gd name="T3" fmla="*/ 2147483646 h 1052"/>
              <a:gd name="T4" fmla="*/ 0 w 30"/>
              <a:gd name="T5" fmla="*/ 0 h 1052"/>
              <a:gd name="T6" fmla="*/ 2147483646 w 30"/>
              <a:gd name="T7" fmla="*/ 0 h 1052"/>
              <a:gd name="T8" fmla="*/ 2147483646 w 30"/>
              <a:gd name="T9" fmla="*/ 2147483646 h 1052"/>
              <a:gd name="T10" fmla="*/ 0 60000 65536"/>
              <a:gd name="T11" fmla="*/ 0 60000 65536"/>
              <a:gd name="T12" fmla="*/ 0 60000 65536"/>
              <a:gd name="T13" fmla="*/ 0 60000 65536"/>
              <a:gd name="T14" fmla="*/ 0 60000 65536"/>
              <a:gd name="T15" fmla="*/ 0 w 30"/>
              <a:gd name="T16" fmla="*/ 0 h 1052"/>
              <a:gd name="T17" fmla="*/ 30 w 30"/>
              <a:gd name="T18" fmla="*/ 1052 h 1052"/>
            </a:gdLst>
            <a:ahLst/>
            <a:cxnLst>
              <a:cxn ang="T10">
                <a:pos x="T0" y="T1"/>
              </a:cxn>
              <a:cxn ang="T11">
                <a:pos x="T2" y="T3"/>
              </a:cxn>
              <a:cxn ang="T12">
                <a:pos x="T4" y="T5"/>
              </a:cxn>
              <a:cxn ang="T13">
                <a:pos x="T6" y="T7"/>
              </a:cxn>
              <a:cxn ang="T14">
                <a:pos x="T8" y="T9"/>
              </a:cxn>
            </a:cxnLst>
            <a:rect l="T15" t="T16" r="T17" b="T18"/>
            <a:pathLst>
              <a:path w="30" h="1052">
                <a:moveTo>
                  <a:pt x="30" y="1052"/>
                </a:moveTo>
                <a:lnTo>
                  <a:pt x="0" y="1046"/>
                </a:lnTo>
                <a:lnTo>
                  <a:pt x="0" y="0"/>
                </a:lnTo>
                <a:lnTo>
                  <a:pt x="30" y="0"/>
                </a:lnTo>
                <a:lnTo>
                  <a:pt x="30" y="1052"/>
                </a:lnTo>
                <a:close/>
              </a:path>
            </a:pathLst>
          </a:custGeom>
          <a:solidFill>
            <a:srgbClr val="99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5" name="Freeform 40"/>
          <p:cNvSpPr>
            <a:spLocks/>
          </p:cNvSpPr>
          <p:nvPr/>
        </p:nvSpPr>
        <p:spPr bwMode="auto">
          <a:xfrm>
            <a:off x="3657600" y="2846388"/>
            <a:ext cx="34925" cy="1668462"/>
          </a:xfrm>
          <a:custGeom>
            <a:avLst/>
            <a:gdLst>
              <a:gd name="T0" fmla="*/ 2147483646 w 22"/>
              <a:gd name="T1" fmla="*/ 2147483646 h 1051"/>
              <a:gd name="T2" fmla="*/ 0 w 22"/>
              <a:gd name="T3" fmla="*/ 2147483646 h 1051"/>
              <a:gd name="T4" fmla="*/ 0 w 22"/>
              <a:gd name="T5" fmla="*/ 0 h 1051"/>
              <a:gd name="T6" fmla="*/ 2147483646 w 22"/>
              <a:gd name="T7" fmla="*/ 2147483646 h 1051"/>
              <a:gd name="T8" fmla="*/ 2147483646 w 22"/>
              <a:gd name="T9" fmla="*/ 2147483646 h 1051"/>
              <a:gd name="T10" fmla="*/ 0 60000 65536"/>
              <a:gd name="T11" fmla="*/ 0 60000 65536"/>
              <a:gd name="T12" fmla="*/ 0 60000 65536"/>
              <a:gd name="T13" fmla="*/ 0 60000 65536"/>
              <a:gd name="T14" fmla="*/ 0 60000 65536"/>
              <a:gd name="T15" fmla="*/ 0 w 22"/>
              <a:gd name="T16" fmla="*/ 0 h 1051"/>
              <a:gd name="T17" fmla="*/ 22 w 22"/>
              <a:gd name="T18" fmla="*/ 1051 h 1051"/>
            </a:gdLst>
            <a:ahLst/>
            <a:cxnLst>
              <a:cxn ang="T10">
                <a:pos x="T0" y="T1"/>
              </a:cxn>
              <a:cxn ang="T11">
                <a:pos x="T2" y="T3"/>
              </a:cxn>
              <a:cxn ang="T12">
                <a:pos x="T4" y="T5"/>
              </a:cxn>
              <a:cxn ang="T13">
                <a:pos x="T6" y="T7"/>
              </a:cxn>
              <a:cxn ang="T14">
                <a:pos x="T8" y="T9"/>
              </a:cxn>
            </a:cxnLst>
            <a:rect l="T15" t="T16" r="T17" b="T18"/>
            <a:pathLst>
              <a:path w="22" h="1051">
                <a:moveTo>
                  <a:pt x="22" y="1051"/>
                </a:moveTo>
                <a:lnTo>
                  <a:pt x="0" y="1051"/>
                </a:lnTo>
                <a:lnTo>
                  <a:pt x="0" y="0"/>
                </a:lnTo>
                <a:lnTo>
                  <a:pt x="22" y="5"/>
                </a:lnTo>
                <a:lnTo>
                  <a:pt x="22" y="1051"/>
                </a:lnTo>
                <a:close/>
              </a:path>
            </a:pathLst>
          </a:custGeom>
          <a:solidFill>
            <a:srgbClr val="99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6" name="Freeform 41"/>
          <p:cNvSpPr>
            <a:spLocks/>
          </p:cNvSpPr>
          <p:nvPr/>
        </p:nvSpPr>
        <p:spPr bwMode="auto">
          <a:xfrm>
            <a:off x="3633788" y="2838450"/>
            <a:ext cx="23812" cy="1676400"/>
          </a:xfrm>
          <a:custGeom>
            <a:avLst/>
            <a:gdLst>
              <a:gd name="T0" fmla="*/ 2147483646 w 15"/>
              <a:gd name="T1" fmla="*/ 2147483646 h 1056"/>
              <a:gd name="T2" fmla="*/ 0 w 15"/>
              <a:gd name="T3" fmla="*/ 2147483646 h 1056"/>
              <a:gd name="T4" fmla="*/ 0 w 15"/>
              <a:gd name="T5" fmla="*/ 0 h 1056"/>
              <a:gd name="T6" fmla="*/ 2147483646 w 15"/>
              <a:gd name="T7" fmla="*/ 2147483646 h 1056"/>
              <a:gd name="T8" fmla="*/ 2147483646 w 15"/>
              <a:gd name="T9" fmla="*/ 2147483646 h 1056"/>
              <a:gd name="T10" fmla="*/ 0 60000 65536"/>
              <a:gd name="T11" fmla="*/ 0 60000 65536"/>
              <a:gd name="T12" fmla="*/ 0 60000 65536"/>
              <a:gd name="T13" fmla="*/ 0 60000 65536"/>
              <a:gd name="T14" fmla="*/ 0 60000 65536"/>
              <a:gd name="T15" fmla="*/ 0 w 15"/>
              <a:gd name="T16" fmla="*/ 0 h 1056"/>
              <a:gd name="T17" fmla="*/ 15 w 15"/>
              <a:gd name="T18" fmla="*/ 1056 h 1056"/>
            </a:gdLst>
            <a:ahLst/>
            <a:cxnLst>
              <a:cxn ang="T10">
                <a:pos x="T0" y="T1"/>
              </a:cxn>
              <a:cxn ang="T11">
                <a:pos x="T2" y="T3"/>
              </a:cxn>
              <a:cxn ang="T12">
                <a:pos x="T4" y="T5"/>
              </a:cxn>
              <a:cxn ang="T13">
                <a:pos x="T6" y="T7"/>
              </a:cxn>
              <a:cxn ang="T14">
                <a:pos x="T8" y="T9"/>
              </a:cxn>
            </a:cxnLst>
            <a:rect l="T15" t="T16" r="T17" b="T18"/>
            <a:pathLst>
              <a:path w="15" h="1056">
                <a:moveTo>
                  <a:pt x="15" y="1056"/>
                </a:moveTo>
                <a:lnTo>
                  <a:pt x="0" y="1051"/>
                </a:lnTo>
                <a:lnTo>
                  <a:pt x="0" y="0"/>
                </a:lnTo>
                <a:lnTo>
                  <a:pt x="15" y="5"/>
                </a:lnTo>
                <a:lnTo>
                  <a:pt x="15" y="1056"/>
                </a:lnTo>
                <a:close/>
              </a:path>
            </a:pathLst>
          </a:custGeom>
          <a:solidFill>
            <a:srgbClr val="9393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7" name="Freeform 42"/>
          <p:cNvSpPr>
            <a:spLocks/>
          </p:cNvSpPr>
          <p:nvPr/>
        </p:nvSpPr>
        <p:spPr bwMode="auto">
          <a:xfrm>
            <a:off x="3633788" y="2828925"/>
            <a:ext cx="1587" cy="1677988"/>
          </a:xfrm>
          <a:custGeom>
            <a:avLst/>
            <a:gdLst>
              <a:gd name="T0" fmla="*/ 0 w 1587"/>
              <a:gd name="T1" fmla="*/ 2147483646 h 1057"/>
              <a:gd name="T2" fmla="*/ 0 w 1587"/>
              <a:gd name="T3" fmla="*/ 2147483646 h 1057"/>
              <a:gd name="T4" fmla="*/ 0 w 1587"/>
              <a:gd name="T5" fmla="*/ 0 h 1057"/>
              <a:gd name="T6" fmla="*/ 0 w 1587"/>
              <a:gd name="T7" fmla="*/ 2147483646 h 1057"/>
              <a:gd name="T8" fmla="*/ 0 w 1587"/>
              <a:gd name="T9" fmla="*/ 2147483646 h 1057"/>
              <a:gd name="T10" fmla="*/ 0 60000 65536"/>
              <a:gd name="T11" fmla="*/ 0 60000 65536"/>
              <a:gd name="T12" fmla="*/ 0 60000 65536"/>
              <a:gd name="T13" fmla="*/ 0 60000 65536"/>
              <a:gd name="T14" fmla="*/ 0 60000 65536"/>
              <a:gd name="T15" fmla="*/ 0 w 1587"/>
              <a:gd name="T16" fmla="*/ 0 h 1057"/>
              <a:gd name="T17" fmla="*/ 1587 w 1587"/>
              <a:gd name="T18" fmla="*/ 1057 h 1057"/>
            </a:gdLst>
            <a:ahLst/>
            <a:cxnLst>
              <a:cxn ang="T10">
                <a:pos x="T0" y="T1"/>
              </a:cxn>
              <a:cxn ang="T11">
                <a:pos x="T2" y="T3"/>
              </a:cxn>
              <a:cxn ang="T12">
                <a:pos x="T4" y="T5"/>
              </a:cxn>
              <a:cxn ang="T13">
                <a:pos x="T6" y="T7"/>
              </a:cxn>
              <a:cxn ang="T14">
                <a:pos x="T8" y="T9"/>
              </a:cxn>
            </a:cxnLst>
            <a:rect l="T15" t="T16" r="T17" b="T18"/>
            <a:pathLst>
              <a:path w="1587" h="1057">
                <a:moveTo>
                  <a:pt x="0" y="1057"/>
                </a:moveTo>
                <a:lnTo>
                  <a:pt x="0" y="1052"/>
                </a:lnTo>
                <a:lnTo>
                  <a:pt x="0" y="0"/>
                </a:lnTo>
                <a:lnTo>
                  <a:pt x="0" y="6"/>
                </a:lnTo>
                <a:lnTo>
                  <a:pt x="0" y="1057"/>
                </a:lnTo>
                <a:close/>
              </a:path>
            </a:pathLst>
          </a:custGeom>
          <a:solidFill>
            <a:srgbClr val="8D8D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8" name="Freeform 43"/>
          <p:cNvSpPr>
            <a:spLocks/>
          </p:cNvSpPr>
          <p:nvPr/>
        </p:nvSpPr>
        <p:spPr bwMode="auto">
          <a:xfrm>
            <a:off x="3633788" y="2778125"/>
            <a:ext cx="455612" cy="76200"/>
          </a:xfrm>
          <a:custGeom>
            <a:avLst/>
            <a:gdLst>
              <a:gd name="T0" fmla="*/ 2147483646 w 287"/>
              <a:gd name="T1" fmla="*/ 0 h 48"/>
              <a:gd name="T2" fmla="*/ 2147483646 w 287"/>
              <a:gd name="T3" fmla="*/ 0 h 48"/>
              <a:gd name="T4" fmla="*/ 2147483646 w 287"/>
              <a:gd name="T5" fmla="*/ 2147483646 h 48"/>
              <a:gd name="T6" fmla="*/ 2147483646 w 287"/>
              <a:gd name="T7" fmla="*/ 2147483646 h 48"/>
              <a:gd name="T8" fmla="*/ 2147483646 w 287"/>
              <a:gd name="T9" fmla="*/ 2147483646 h 48"/>
              <a:gd name="T10" fmla="*/ 2147483646 w 287"/>
              <a:gd name="T11" fmla="*/ 2147483646 h 48"/>
              <a:gd name="T12" fmla="*/ 2147483646 w 287"/>
              <a:gd name="T13" fmla="*/ 2147483646 h 48"/>
              <a:gd name="T14" fmla="*/ 2147483646 w 287"/>
              <a:gd name="T15" fmla="*/ 2147483646 h 48"/>
              <a:gd name="T16" fmla="*/ 2147483646 w 287"/>
              <a:gd name="T17" fmla="*/ 2147483646 h 48"/>
              <a:gd name="T18" fmla="*/ 2147483646 w 287"/>
              <a:gd name="T19" fmla="*/ 2147483646 h 48"/>
              <a:gd name="T20" fmla="*/ 2147483646 w 287"/>
              <a:gd name="T21" fmla="*/ 2147483646 h 48"/>
              <a:gd name="T22" fmla="*/ 2147483646 w 287"/>
              <a:gd name="T23" fmla="*/ 2147483646 h 48"/>
              <a:gd name="T24" fmla="*/ 2147483646 w 287"/>
              <a:gd name="T25" fmla="*/ 2147483646 h 48"/>
              <a:gd name="T26" fmla="*/ 2147483646 w 287"/>
              <a:gd name="T27" fmla="*/ 2147483646 h 48"/>
              <a:gd name="T28" fmla="*/ 2147483646 w 287"/>
              <a:gd name="T29" fmla="*/ 2147483646 h 48"/>
              <a:gd name="T30" fmla="*/ 2147483646 w 287"/>
              <a:gd name="T31" fmla="*/ 2147483646 h 48"/>
              <a:gd name="T32" fmla="*/ 0 w 287"/>
              <a:gd name="T33" fmla="*/ 2147483646 h 48"/>
              <a:gd name="T34" fmla="*/ 0 w 287"/>
              <a:gd name="T35" fmla="*/ 2147483646 h 48"/>
              <a:gd name="T36" fmla="*/ 2147483646 w 287"/>
              <a:gd name="T37" fmla="*/ 2147483646 h 48"/>
              <a:gd name="T38" fmla="*/ 2147483646 w 287"/>
              <a:gd name="T39" fmla="*/ 2147483646 h 48"/>
              <a:gd name="T40" fmla="*/ 2147483646 w 287"/>
              <a:gd name="T41" fmla="*/ 2147483646 h 48"/>
              <a:gd name="T42" fmla="*/ 2147483646 w 287"/>
              <a:gd name="T43" fmla="*/ 2147483646 h 48"/>
              <a:gd name="T44" fmla="*/ 2147483646 w 287"/>
              <a:gd name="T45" fmla="*/ 2147483646 h 48"/>
              <a:gd name="T46" fmla="*/ 2147483646 w 287"/>
              <a:gd name="T47" fmla="*/ 0 h 48"/>
              <a:gd name="T48" fmla="*/ 2147483646 w 287"/>
              <a:gd name="T49" fmla="*/ 0 h 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7"/>
              <a:gd name="T76" fmla="*/ 0 h 48"/>
              <a:gd name="T77" fmla="*/ 287 w 287"/>
              <a:gd name="T78" fmla="*/ 48 h 4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7" h="48">
                <a:moveTo>
                  <a:pt x="192" y="0"/>
                </a:moveTo>
                <a:lnTo>
                  <a:pt x="221" y="0"/>
                </a:lnTo>
                <a:lnTo>
                  <a:pt x="250" y="5"/>
                </a:lnTo>
                <a:lnTo>
                  <a:pt x="272" y="5"/>
                </a:lnTo>
                <a:lnTo>
                  <a:pt x="280" y="11"/>
                </a:lnTo>
                <a:lnTo>
                  <a:pt x="287" y="16"/>
                </a:lnTo>
                <a:lnTo>
                  <a:pt x="280" y="27"/>
                </a:lnTo>
                <a:lnTo>
                  <a:pt x="265" y="32"/>
                </a:lnTo>
                <a:lnTo>
                  <a:pt x="243" y="38"/>
                </a:lnTo>
                <a:lnTo>
                  <a:pt x="214" y="43"/>
                </a:lnTo>
                <a:lnTo>
                  <a:pt x="177" y="43"/>
                </a:lnTo>
                <a:lnTo>
                  <a:pt x="140" y="48"/>
                </a:lnTo>
                <a:lnTo>
                  <a:pt x="96" y="48"/>
                </a:lnTo>
                <a:lnTo>
                  <a:pt x="67" y="48"/>
                </a:lnTo>
                <a:lnTo>
                  <a:pt x="37" y="48"/>
                </a:lnTo>
                <a:lnTo>
                  <a:pt x="15" y="43"/>
                </a:lnTo>
                <a:lnTo>
                  <a:pt x="0" y="38"/>
                </a:lnTo>
                <a:lnTo>
                  <a:pt x="0" y="32"/>
                </a:lnTo>
                <a:lnTo>
                  <a:pt x="8" y="27"/>
                </a:lnTo>
                <a:lnTo>
                  <a:pt x="23" y="21"/>
                </a:lnTo>
                <a:lnTo>
                  <a:pt x="45" y="16"/>
                </a:lnTo>
                <a:lnTo>
                  <a:pt x="74" y="11"/>
                </a:lnTo>
                <a:lnTo>
                  <a:pt x="111" y="5"/>
                </a:lnTo>
                <a:lnTo>
                  <a:pt x="147" y="0"/>
                </a:lnTo>
                <a:lnTo>
                  <a:pt x="192" y="0"/>
                </a:lnTo>
                <a:close/>
              </a:path>
            </a:pathLst>
          </a:custGeom>
          <a:solidFill>
            <a:srgbClr val="7373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9" name="Freeform 44"/>
          <p:cNvSpPr>
            <a:spLocks/>
          </p:cNvSpPr>
          <p:nvPr/>
        </p:nvSpPr>
        <p:spPr bwMode="auto">
          <a:xfrm>
            <a:off x="3633788" y="4464050"/>
            <a:ext cx="455612" cy="60325"/>
          </a:xfrm>
          <a:custGeom>
            <a:avLst/>
            <a:gdLst>
              <a:gd name="T0" fmla="*/ 2147483646 w 287"/>
              <a:gd name="T1" fmla="*/ 0 h 38"/>
              <a:gd name="T2" fmla="*/ 2147483646 w 287"/>
              <a:gd name="T3" fmla="*/ 2147483646 h 38"/>
              <a:gd name="T4" fmla="*/ 2147483646 w 287"/>
              <a:gd name="T5" fmla="*/ 2147483646 h 38"/>
              <a:gd name="T6" fmla="*/ 2147483646 w 287"/>
              <a:gd name="T7" fmla="*/ 2147483646 h 38"/>
              <a:gd name="T8" fmla="*/ 2147483646 w 287"/>
              <a:gd name="T9" fmla="*/ 2147483646 h 38"/>
              <a:gd name="T10" fmla="*/ 2147483646 w 287"/>
              <a:gd name="T11" fmla="*/ 2147483646 h 38"/>
              <a:gd name="T12" fmla="*/ 2147483646 w 287"/>
              <a:gd name="T13" fmla="*/ 2147483646 h 38"/>
              <a:gd name="T14" fmla="*/ 2147483646 w 287"/>
              <a:gd name="T15" fmla="*/ 2147483646 h 38"/>
              <a:gd name="T16" fmla="*/ 2147483646 w 287"/>
              <a:gd name="T17" fmla="*/ 2147483646 h 38"/>
              <a:gd name="T18" fmla="*/ 2147483646 w 287"/>
              <a:gd name="T19" fmla="*/ 2147483646 h 38"/>
              <a:gd name="T20" fmla="*/ 2147483646 w 287"/>
              <a:gd name="T21" fmla="*/ 2147483646 h 38"/>
              <a:gd name="T22" fmla="*/ 0 w 287"/>
              <a:gd name="T23" fmla="*/ 2147483646 h 38"/>
              <a:gd name="T24" fmla="*/ 0 w 287"/>
              <a:gd name="T25" fmla="*/ 2147483646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7"/>
              <a:gd name="T40" fmla="*/ 0 h 38"/>
              <a:gd name="T41" fmla="*/ 287 w 287"/>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7" h="38">
                <a:moveTo>
                  <a:pt x="287" y="0"/>
                </a:moveTo>
                <a:lnTo>
                  <a:pt x="280" y="11"/>
                </a:lnTo>
                <a:lnTo>
                  <a:pt x="265" y="16"/>
                </a:lnTo>
                <a:lnTo>
                  <a:pt x="243" y="22"/>
                </a:lnTo>
                <a:lnTo>
                  <a:pt x="214" y="27"/>
                </a:lnTo>
                <a:lnTo>
                  <a:pt x="177" y="32"/>
                </a:lnTo>
                <a:lnTo>
                  <a:pt x="140" y="38"/>
                </a:lnTo>
                <a:lnTo>
                  <a:pt x="96" y="38"/>
                </a:lnTo>
                <a:lnTo>
                  <a:pt x="67" y="38"/>
                </a:lnTo>
                <a:lnTo>
                  <a:pt x="37" y="32"/>
                </a:lnTo>
                <a:lnTo>
                  <a:pt x="15" y="32"/>
                </a:lnTo>
                <a:lnTo>
                  <a:pt x="0" y="27"/>
                </a:lnTo>
                <a:lnTo>
                  <a:pt x="0" y="2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0" name="Freeform 45"/>
          <p:cNvSpPr>
            <a:spLocks/>
          </p:cNvSpPr>
          <p:nvPr/>
        </p:nvSpPr>
        <p:spPr bwMode="auto">
          <a:xfrm>
            <a:off x="3633788" y="2778125"/>
            <a:ext cx="455612" cy="76200"/>
          </a:xfrm>
          <a:custGeom>
            <a:avLst/>
            <a:gdLst>
              <a:gd name="T0" fmla="*/ 2147483646 w 287"/>
              <a:gd name="T1" fmla="*/ 0 h 48"/>
              <a:gd name="T2" fmla="*/ 2147483646 w 287"/>
              <a:gd name="T3" fmla="*/ 0 h 48"/>
              <a:gd name="T4" fmla="*/ 2147483646 w 287"/>
              <a:gd name="T5" fmla="*/ 2147483646 h 48"/>
              <a:gd name="T6" fmla="*/ 2147483646 w 287"/>
              <a:gd name="T7" fmla="*/ 2147483646 h 48"/>
              <a:gd name="T8" fmla="*/ 2147483646 w 287"/>
              <a:gd name="T9" fmla="*/ 2147483646 h 48"/>
              <a:gd name="T10" fmla="*/ 2147483646 w 287"/>
              <a:gd name="T11" fmla="*/ 2147483646 h 48"/>
              <a:gd name="T12" fmla="*/ 2147483646 w 287"/>
              <a:gd name="T13" fmla="*/ 2147483646 h 48"/>
              <a:gd name="T14" fmla="*/ 2147483646 w 287"/>
              <a:gd name="T15" fmla="*/ 2147483646 h 48"/>
              <a:gd name="T16" fmla="*/ 2147483646 w 287"/>
              <a:gd name="T17" fmla="*/ 2147483646 h 48"/>
              <a:gd name="T18" fmla="*/ 2147483646 w 287"/>
              <a:gd name="T19" fmla="*/ 2147483646 h 48"/>
              <a:gd name="T20" fmla="*/ 2147483646 w 287"/>
              <a:gd name="T21" fmla="*/ 2147483646 h 48"/>
              <a:gd name="T22" fmla="*/ 2147483646 w 287"/>
              <a:gd name="T23" fmla="*/ 2147483646 h 48"/>
              <a:gd name="T24" fmla="*/ 2147483646 w 287"/>
              <a:gd name="T25" fmla="*/ 2147483646 h 48"/>
              <a:gd name="T26" fmla="*/ 2147483646 w 287"/>
              <a:gd name="T27" fmla="*/ 2147483646 h 48"/>
              <a:gd name="T28" fmla="*/ 2147483646 w 287"/>
              <a:gd name="T29" fmla="*/ 2147483646 h 48"/>
              <a:gd name="T30" fmla="*/ 2147483646 w 287"/>
              <a:gd name="T31" fmla="*/ 2147483646 h 48"/>
              <a:gd name="T32" fmla="*/ 0 w 287"/>
              <a:gd name="T33" fmla="*/ 2147483646 h 48"/>
              <a:gd name="T34" fmla="*/ 0 w 287"/>
              <a:gd name="T35" fmla="*/ 2147483646 h 48"/>
              <a:gd name="T36" fmla="*/ 2147483646 w 287"/>
              <a:gd name="T37" fmla="*/ 2147483646 h 48"/>
              <a:gd name="T38" fmla="*/ 2147483646 w 287"/>
              <a:gd name="T39" fmla="*/ 2147483646 h 48"/>
              <a:gd name="T40" fmla="*/ 2147483646 w 287"/>
              <a:gd name="T41" fmla="*/ 2147483646 h 48"/>
              <a:gd name="T42" fmla="*/ 2147483646 w 287"/>
              <a:gd name="T43" fmla="*/ 2147483646 h 48"/>
              <a:gd name="T44" fmla="*/ 2147483646 w 287"/>
              <a:gd name="T45" fmla="*/ 2147483646 h 48"/>
              <a:gd name="T46" fmla="*/ 2147483646 w 287"/>
              <a:gd name="T47" fmla="*/ 0 h 48"/>
              <a:gd name="T48" fmla="*/ 2147483646 w 287"/>
              <a:gd name="T49" fmla="*/ 0 h 4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7"/>
              <a:gd name="T76" fmla="*/ 0 h 48"/>
              <a:gd name="T77" fmla="*/ 287 w 287"/>
              <a:gd name="T78" fmla="*/ 48 h 4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7" h="48">
                <a:moveTo>
                  <a:pt x="192" y="0"/>
                </a:moveTo>
                <a:lnTo>
                  <a:pt x="221" y="0"/>
                </a:lnTo>
                <a:lnTo>
                  <a:pt x="250" y="5"/>
                </a:lnTo>
                <a:lnTo>
                  <a:pt x="272" y="5"/>
                </a:lnTo>
                <a:lnTo>
                  <a:pt x="280" y="11"/>
                </a:lnTo>
                <a:lnTo>
                  <a:pt x="287" y="16"/>
                </a:lnTo>
                <a:lnTo>
                  <a:pt x="280" y="27"/>
                </a:lnTo>
                <a:lnTo>
                  <a:pt x="265" y="32"/>
                </a:lnTo>
                <a:lnTo>
                  <a:pt x="243" y="38"/>
                </a:lnTo>
                <a:lnTo>
                  <a:pt x="214" y="43"/>
                </a:lnTo>
                <a:lnTo>
                  <a:pt x="177" y="43"/>
                </a:lnTo>
                <a:lnTo>
                  <a:pt x="140" y="48"/>
                </a:lnTo>
                <a:lnTo>
                  <a:pt x="96" y="48"/>
                </a:lnTo>
                <a:lnTo>
                  <a:pt x="67" y="48"/>
                </a:lnTo>
                <a:lnTo>
                  <a:pt x="37" y="48"/>
                </a:lnTo>
                <a:lnTo>
                  <a:pt x="15" y="43"/>
                </a:lnTo>
                <a:lnTo>
                  <a:pt x="0" y="38"/>
                </a:lnTo>
                <a:lnTo>
                  <a:pt x="0" y="32"/>
                </a:lnTo>
                <a:lnTo>
                  <a:pt x="8" y="27"/>
                </a:lnTo>
                <a:lnTo>
                  <a:pt x="23" y="21"/>
                </a:lnTo>
                <a:lnTo>
                  <a:pt x="45" y="16"/>
                </a:lnTo>
                <a:lnTo>
                  <a:pt x="74" y="11"/>
                </a:lnTo>
                <a:lnTo>
                  <a:pt x="111" y="5"/>
                </a:lnTo>
                <a:lnTo>
                  <a:pt x="147" y="0"/>
                </a:lnTo>
                <a:lnTo>
                  <a:pt x="192" y="0"/>
                </a:lnTo>
                <a:close/>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1" name="Line 46"/>
          <p:cNvSpPr>
            <a:spLocks noChangeShapeType="1"/>
          </p:cNvSpPr>
          <p:nvPr/>
        </p:nvSpPr>
        <p:spPr bwMode="auto">
          <a:xfrm flipV="1">
            <a:off x="4089400" y="2803525"/>
            <a:ext cx="1588" cy="1660525"/>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2" name="Line 47"/>
          <p:cNvSpPr>
            <a:spLocks noChangeShapeType="1"/>
          </p:cNvSpPr>
          <p:nvPr/>
        </p:nvSpPr>
        <p:spPr bwMode="auto">
          <a:xfrm flipV="1">
            <a:off x="3633788" y="2828925"/>
            <a:ext cx="1587" cy="167005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3" name="Freeform 48"/>
          <p:cNvSpPr>
            <a:spLocks/>
          </p:cNvSpPr>
          <p:nvPr/>
        </p:nvSpPr>
        <p:spPr bwMode="auto">
          <a:xfrm>
            <a:off x="5162550" y="4191000"/>
            <a:ext cx="11113" cy="290513"/>
          </a:xfrm>
          <a:custGeom>
            <a:avLst/>
            <a:gdLst>
              <a:gd name="T0" fmla="*/ 2147483646 w 7"/>
              <a:gd name="T1" fmla="*/ 2147483646 h 183"/>
              <a:gd name="T2" fmla="*/ 0 w 7"/>
              <a:gd name="T3" fmla="*/ 2147483646 h 183"/>
              <a:gd name="T4" fmla="*/ 0 w 7"/>
              <a:gd name="T5" fmla="*/ 2147483646 h 183"/>
              <a:gd name="T6" fmla="*/ 2147483646 w 7"/>
              <a:gd name="T7" fmla="*/ 0 h 183"/>
              <a:gd name="T8" fmla="*/ 2147483646 w 7"/>
              <a:gd name="T9" fmla="*/ 2147483646 h 183"/>
              <a:gd name="T10" fmla="*/ 0 60000 65536"/>
              <a:gd name="T11" fmla="*/ 0 60000 65536"/>
              <a:gd name="T12" fmla="*/ 0 60000 65536"/>
              <a:gd name="T13" fmla="*/ 0 60000 65536"/>
              <a:gd name="T14" fmla="*/ 0 60000 65536"/>
              <a:gd name="T15" fmla="*/ 0 w 7"/>
              <a:gd name="T16" fmla="*/ 0 h 183"/>
              <a:gd name="T17" fmla="*/ 7 w 7"/>
              <a:gd name="T18" fmla="*/ 183 h 183"/>
            </a:gdLst>
            <a:ahLst/>
            <a:cxnLst>
              <a:cxn ang="T10">
                <a:pos x="T0" y="T1"/>
              </a:cxn>
              <a:cxn ang="T11">
                <a:pos x="T2" y="T3"/>
              </a:cxn>
              <a:cxn ang="T12">
                <a:pos x="T4" y="T5"/>
              </a:cxn>
              <a:cxn ang="T13">
                <a:pos x="T6" y="T7"/>
              </a:cxn>
              <a:cxn ang="T14">
                <a:pos x="T8" y="T9"/>
              </a:cxn>
            </a:cxnLst>
            <a:rect l="T15" t="T16" r="T17" b="T18"/>
            <a:pathLst>
              <a:path w="7" h="183">
                <a:moveTo>
                  <a:pt x="7" y="172"/>
                </a:moveTo>
                <a:lnTo>
                  <a:pt x="0" y="183"/>
                </a:lnTo>
                <a:lnTo>
                  <a:pt x="0" y="10"/>
                </a:lnTo>
                <a:lnTo>
                  <a:pt x="7" y="0"/>
                </a:lnTo>
                <a:lnTo>
                  <a:pt x="7" y="172"/>
                </a:lnTo>
                <a:close/>
              </a:path>
            </a:pathLst>
          </a:custGeom>
          <a:solidFill>
            <a:srgbClr val="6A6A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4" name="Freeform 49"/>
          <p:cNvSpPr>
            <a:spLocks/>
          </p:cNvSpPr>
          <p:nvPr/>
        </p:nvSpPr>
        <p:spPr bwMode="auto">
          <a:xfrm>
            <a:off x="5138738" y="4206875"/>
            <a:ext cx="23812" cy="282575"/>
          </a:xfrm>
          <a:custGeom>
            <a:avLst/>
            <a:gdLst>
              <a:gd name="T0" fmla="*/ 2147483646 w 15"/>
              <a:gd name="T1" fmla="*/ 2147483646 h 178"/>
              <a:gd name="T2" fmla="*/ 0 w 15"/>
              <a:gd name="T3" fmla="*/ 2147483646 h 178"/>
              <a:gd name="T4" fmla="*/ 0 w 15"/>
              <a:gd name="T5" fmla="*/ 2147483646 h 178"/>
              <a:gd name="T6" fmla="*/ 2147483646 w 15"/>
              <a:gd name="T7" fmla="*/ 0 h 178"/>
              <a:gd name="T8" fmla="*/ 2147483646 w 15"/>
              <a:gd name="T9" fmla="*/ 2147483646 h 178"/>
              <a:gd name="T10" fmla="*/ 0 60000 65536"/>
              <a:gd name="T11" fmla="*/ 0 60000 65536"/>
              <a:gd name="T12" fmla="*/ 0 60000 65536"/>
              <a:gd name="T13" fmla="*/ 0 60000 65536"/>
              <a:gd name="T14" fmla="*/ 0 60000 65536"/>
              <a:gd name="T15" fmla="*/ 0 w 15"/>
              <a:gd name="T16" fmla="*/ 0 h 178"/>
              <a:gd name="T17" fmla="*/ 15 w 15"/>
              <a:gd name="T18" fmla="*/ 178 h 178"/>
            </a:gdLst>
            <a:ahLst/>
            <a:cxnLst>
              <a:cxn ang="T10">
                <a:pos x="T0" y="T1"/>
              </a:cxn>
              <a:cxn ang="T11">
                <a:pos x="T2" y="T3"/>
              </a:cxn>
              <a:cxn ang="T12">
                <a:pos x="T4" y="T5"/>
              </a:cxn>
              <a:cxn ang="T13">
                <a:pos x="T6" y="T7"/>
              </a:cxn>
              <a:cxn ang="T14">
                <a:pos x="T8" y="T9"/>
              </a:cxn>
            </a:cxnLst>
            <a:rect l="T15" t="T16" r="T17" b="T18"/>
            <a:pathLst>
              <a:path w="15" h="178">
                <a:moveTo>
                  <a:pt x="15" y="173"/>
                </a:moveTo>
                <a:lnTo>
                  <a:pt x="0" y="178"/>
                </a:lnTo>
                <a:lnTo>
                  <a:pt x="0" y="6"/>
                </a:lnTo>
                <a:lnTo>
                  <a:pt x="15" y="0"/>
                </a:lnTo>
                <a:lnTo>
                  <a:pt x="15" y="173"/>
                </a:lnTo>
                <a:close/>
              </a:path>
            </a:pathLst>
          </a:custGeom>
          <a:solidFill>
            <a:srgbClr val="7070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5" name="Freeform 50"/>
          <p:cNvSpPr>
            <a:spLocks/>
          </p:cNvSpPr>
          <p:nvPr/>
        </p:nvSpPr>
        <p:spPr bwMode="auto">
          <a:xfrm>
            <a:off x="5103813" y="4216400"/>
            <a:ext cx="34925" cy="282575"/>
          </a:xfrm>
          <a:custGeom>
            <a:avLst/>
            <a:gdLst>
              <a:gd name="T0" fmla="*/ 2147483646 w 22"/>
              <a:gd name="T1" fmla="*/ 2147483646 h 178"/>
              <a:gd name="T2" fmla="*/ 0 w 22"/>
              <a:gd name="T3" fmla="*/ 2147483646 h 178"/>
              <a:gd name="T4" fmla="*/ 0 w 22"/>
              <a:gd name="T5" fmla="*/ 2147483646 h 178"/>
              <a:gd name="T6" fmla="*/ 2147483646 w 22"/>
              <a:gd name="T7" fmla="*/ 0 h 178"/>
              <a:gd name="T8" fmla="*/ 2147483646 w 22"/>
              <a:gd name="T9" fmla="*/ 2147483646 h 178"/>
              <a:gd name="T10" fmla="*/ 0 60000 65536"/>
              <a:gd name="T11" fmla="*/ 0 60000 65536"/>
              <a:gd name="T12" fmla="*/ 0 60000 65536"/>
              <a:gd name="T13" fmla="*/ 0 60000 65536"/>
              <a:gd name="T14" fmla="*/ 0 60000 65536"/>
              <a:gd name="T15" fmla="*/ 0 w 22"/>
              <a:gd name="T16" fmla="*/ 0 h 178"/>
              <a:gd name="T17" fmla="*/ 22 w 22"/>
              <a:gd name="T18" fmla="*/ 178 h 178"/>
            </a:gdLst>
            <a:ahLst/>
            <a:cxnLst>
              <a:cxn ang="T10">
                <a:pos x="T0" y="T1"/>
              </a:cxn>
              <a:cxn ang="T11">
                <a:pos x="T2" y="T3"/>
              </a:cxn>
              <a:cxn ang="T12">
                <a:pos x="T4" y="T5"/>
              </a:cxn>
              <a:cxn ang="T13">
                <a:pos x="T6" y="T7"/>
              </a:cxn>
              <a:cxn ang="T14">
                <a:pos x="T8" y="T9"/>
              </a:cxn>
            </a:cxnLst>
            <a:rect l="T15" t="T16" r="T17" b="T18"/>
            <a:pathLst>
              <a:path w="22" h="178">
                <a:moveTo>
                  <a:pt x="22" y="172"/>
                </a:moveTo>
                <a:lnTo>
                  <a:pt x="0" y="178"/>
                </a:lnTo>
                <a:lnTo>
                  <a:pt x="0" y="5"/>
                </a:lnTo>
                <a:lnTo>
                  <a:pt x="22" y="0"/>
                </a:lnTo>
                <a:lnTo>
                  <a:pt x="22" y="172"/>
                </a:lnTo>
                <a:close/>
              </a:path>
            </a:pathLst>
          </a:custGeom>
          <a:solidFill>
            <a:srgbClr val="7676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51"/>
          <p:cNvSpPr>
            <a:spLocks/>
          </p:cNvSpPr>
          <p:nvPr/>
        </p:nvSpPr>
        <p:spPr bwMode="auto">
          <a:xfrm>
            <a:off x="5057775" y="4224338"/>
            <a:ext cx="46038" cy="282575"/>
          </a:xfrm>
          <a:custGeom>
            <a:avLst/>
            <a:gdLst>
              <a:gd name="T0" fmla="*/ 2147483646 w 29"/>
              <a:gd name="T1" fmla="*/ 2147483646 h 178"/>
              <a:gd name="T2" fmla="*/ 0 w 29"/>
              <a:gd name="T3" fmla="*/ 2147483646 h 178"/>
              <a:gd name="T4" fmla="*/ 0 w 29"/>
              <a:gd name="T5" fmla="*/ 2147483646 h 178"/>
              <a:gd name="T6" fmla="*/ 2147483646 w 29"/>
              <a:gd name="T7" fmla="*/ 0 h 178"/>
              <a:gd name="T8" fmla="*/ 2147483646 w 29"/>
              <a:gd name="T9" fmla="*/ 2147483646 h 178"/>
              <a:gd name="T10" fmla="*/ 0 60000 65536"/>
              <a:gd name="T11" fmla="*/ 0 60000 65536"/>
              <a:gd name="T12" fmla="*/ 0 60000 65536"/>
              <a:gd name="T13" fmla="*/ 0 60000 65536"/>
              <a:gd name="T14" fmla="*/ 0 60000 65536"/>
              <a:gd name="T15" fmla="*/ 0 w 29"/>
              <a:gd name="T16" fmla="*/ 0 h 178"/>
              <a:gd name="T17" fmla="*/ 29 w 29"/>
              <a:gd name="T18" fmla="*/ 178 h 178"/>
            </a:gdLst>
            <a:ahLst/>
            <a:cxnLst>
              <a:cxn ang="T10">
                <a:pos x="T0" y="T1"/>
              </a:cxn>
              <a:cxn ang="T11">
                <a:pos x="T2" y="T3"/>
              </a:cxn>
              <a:cxn ang="T12">
                <a:pos x="T4" y="T5"/>
              </a:cxn>
              <a:cxn ang="T13">
                <a:pos x="T6" y="T7"/>
              </a:cxn>
              <a:cxn ang="T14">
                <a:pos x="T8" y="T9"/>
              </a:cxn>
            </a:cxnLst>
            <a:rect l="T15" t="T16" r="T17" b="T18"/>
            <a:pathLst>
              <a:path w="29" h="178">
                <a:moveTo>
                  <a:pt x="29" y="173"/>
                </a:moveTo>
                <a:lnTo>
                  <a:pt x="0" y="178"/>
                </a:lnTo>
                <a:lnTo>
                  <a:pt x="0" y="6"/>
                </a:lnTo>
                <a:lnTo>
                  <a:pt x="29" y="0"/>
                </a:lnTo>
                <a:lnTo>
                  <a:pt x="29" y="173"/>
                </a:lnTo>
                <a:close/>
              </a:path>
            </a:pathLst>
          </a:custGeom>
          <a:solidFill>
            <a:srgbClr val="7C7C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7" name="Freeform 52"/>
          <p:cNvSpPr>
            <a:spLocks/>
          </p:cNvSpPr>
          <p:nvPr/>
        </p:nvSpPr>
        <p:spPr bwMode="auto">
          <a:xfrm>
            <a:off x="4999038" y="4233863"/>
            <a:ext cx="58737" cy="280987"/>
          </a:xfrm>
          <a:custGeom>
            <a:avLst/>
            <a:gdLst>
              <a:gd name="T0" fmla="*/ 2147483646 w 37"/>
              <a:gd name="T1" fmla="*/ 2147483646 h 177"/>
              <a:gd name="T2" fmla="*/ 0 w 37"/>
              <a:gd name="T3" fmla="*/ 2147483646 h 177"/>
              <a:gd name="T4" fmla="*/ 0 w 37"/>
              <a:gd name="T5" fmla="*/ 2147483646 h 177"/>
              <a:gd name="T6" fmla="*/ 2147483646 w 37"/>
              <a:gd name="T7" fmla="*/ 0 h 177"/>
              <a:gd name="T8" fmla="*/ 2147483646 w 37"/>
              <a:gd name="T9" fmla="*/ 2147483646 h 177"/>
              <a:gd name="T10" fmla="*/ 0 60000 65536"/>
              <a:gd name="T11" fmla="*/ 0 60000 65536"/>
              <a:gd name="T12" fmla="*/ 0 60000 65536"/>
              <a:gd name="T13" fmla="*/ 0 60000 65536"/>
              <a:gd name="T14" fmla="*/ 0 60000 65536"/>
              <a:gd name="T15" fmla="*/ 0 w 37"/>
              <a:gd name="T16" fmla="*/ 0 h 177"/>
              <a:gd name="T17" fmla="*/ 37 w 37"/>
              <a:gd name="T18" fmla="*/ 177 h 177"/>
            </a:gdLst>
            <a:ahLst/>
            <a:cxnLst>
              <a:cxn ang="T10">
                <a:pos x="T0" y="T1"/>
              </a:cxn>
              <a:cxn ang="T11">
                <a:pos x="T2" y="T3"/>
              </a:cxn>
              <a:cxn ang="T12">
                <a:pos x="T4" y="T5"/>
              </a:cxn>
              <a:cxn ang="T13">
                <a:pos x="T6" y="T7"/>
              </a:cxn>
              <a:cxn ang="T14">
                <a:pos x="T8" y="T9"/>
              </a:cxn>
            </a:cxnLst>
            <a:rect l="T15" t="T16" r="T17" b="T18"/>
            <a:pathLst>
              <a:path w="37" h="177">
                <a:moveTo>
                  <a:pt x="37" y="172"/>
                </a:moveTo>
                <a:lnTo>
                  <a:pt x="0" y="177"/>
                </a:lnTo>
                <a:lnTo>
                  <a:pt x="0" y="5"/>
                </a:lnTo>
                <a:lnTo>
                  <a:pt x="37" y="0"/>
                </a:lnTo>
                <a:lnTo>
                  <a:pt x="37" y="172"/>
                </a:lnTo>
                <a:close/>
              </a:path>
            </a:pathLst>
          </a:custGeom>
          <a:solidFill>
            <a:srgbClr val="8181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53"/>
          <p:cNvSpPr>
            <a:spLocks/>
          </p:cNvSpPr>
          <p:nvPr/>
        </p:nvSpPr>
        <p:spPr bwMode="auto">
          <a:xfrm>
            <a:off x="4940300" y="4241800"/>
            <a:ext cx="58738" cy="282575"/>
          </a:xfrm>
          <a:custGeom>
            <a:avLst/>
            <a:gdLst>
              <a:gd name="T0" fmla="*/ 2147483646 w 37"/>
              <a:gd name="T1" fmla="*/ 2147483646 h 178"/>
              <a:gd name="T2" fmla="*/ 0 w 37"/>
              <a:gd name="T3" fmla="*/ 2147483646 h 178"/>
              <a:gd name="T4" fmla="*/ 0 w 37"/>
              <a:gd name="T5" fmla="*/ 2147483646 h 178"/>
              <a:gd name="T6" fmla="*/ 2147483646 w 37"/>
              <a:gd name="T7" fmla="*/ 0 h 178"/>
              <a:gd name="T8" fmla="*/ 2147483646 w 37"/>
              <a:gd name="T9" fmla="*/ 2147483646 h 178"/>
              <a:gd name="T10" fmla="*/ 0 60000 65536"/>
              <a:gd name="T11" fmla="*/ 0 60000 65536"/>
              <a:gd name="T12" fmla="*/ 0 60000 65536"/>
              <a:gd name="T13" fmla="*/ 0 60000 65536"/>
              <a:gd name="T14" fmla="*/ 0 60000 65536"/>
              <a:gd name="T15" fmla="*/ 0 w 37"/>
              <a:gd name="T16" fmla="*/ 0 h 178"/>
              <a:gd name="T17" fmla="*/ 37 w 37"/>
              <a:gd name="T18" fmla="*/ 178 h 178"/>
            </a:gdLst>
            <a:ahLst/>
            <a:cxnLst>
              <a:cxn ang="T10">
                <a:pos x="T0" y="T1"/>
              </a:cxn>
              <a:cxn ang="T11">
                <a:pos x="T2" y="T3"/>
              </a:cxn>
              <a:cxn ang="T12">
                <a:pos x="T4" y="T5"/>
              </a:cxn>
              <a:cxn ang="T13">
                <a:pos x="T6" y="T7"/>
              </a:cxn>
              <a:cxn ang="T14">
                <a:pos x="T8" y="T9"/>
              </a:cxn>
            </a:cxnLst>
            <a:rect l="T15" t="T16" r="T17" b="T18"/>
            <a:pathLst>
              <a:path w="37" h="178">
                <a:moveTo>
                  <a:pt x="37" y="172"/>
                </a:moveTo>
                <a:lnTo>
                  <a:pt x="0" y="178"/>
                </a:lnTo>
                <a:lnTo>
                  <a:pt x="0" y="5"/>
                </a:lnTo>
                <a:lnTo>
                  <a:pt x="37" y="0"/>
                </a:lnTo>
                <a:lnTo>
                  <a:pt x="37" y="172"/>
                </a:lnTo>
                <a:close/>
              </a:path>
            </a:pathLst>
          </a:custGeom>
          <a:solidFill>
            <a:srgbClr val="8787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9" name="Rectangle 54"/>
          <p:cNvSpPr>
            <a:spLocks noChangeArrowheads="1"/>
          </p:cNvSpPr>
          <p:nvPr/>
        </p:nvSpPr>
        <p:spPr bwMode="auto">
          <a:xfrm>
            <a:off x="4870450" y="4249738"/>
            <a:ext cx="69850" cy="274637"/>
          </a:xfrm>
          <a:prstGeom prst="rect">
            <a:avLst/>
          </a:prstGeom>
          <a:solidFill>
            <a:srgbClr val="8D8D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50" name="Rectangle 55"/>
          <p:cNvSpPr>
            <a:spLocks noChangeArrowheads="1"/>
          </p:cNvSpPr>
          <p:nvPr/>
        </p:nvSpPr>
        <p:spPr bwMode="auto">
          <a:xfrm>
            <a:off x="4824413" y="4249738"/>
            <a:ext cx="46037" cy="274637"/>
          </a:xfrm>
          <a:prstGeom prst="rect">
            <a:avLst/>
          </a:prstGeom>
          <a:solidFill>
            <a:srgbClr val="9393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51" name="Freeform 56"/>
          <p:cNvSpPr>
            <a:spLocks/>
          </p:cNvSpPr>
          <p:nvPr/>
        </p:nvSpPr>
        <p:spPr bwMode="auto">
          <a:xfrm>
            <a:off x="4778375" y="4241800"/>
            <a:ext cx="46038" cy="282575"/>
          </a:xfrm>
          <a:custGeom>
            <a:avLst/>
            <a:gdLst>
              <a:gd name="T0" fmla="*/ 2147483646 w 29"/>
              <a:gd name="T1" fmla="*/ 2147483646 h 178"/>
              <a:gd name="T2" fmla="*/ 0 w 29"/>
              <a:gd name="T3" fmla="*/ 2147483646 h 178"/>
              <a:gd name="T4" fmla="*/ 0 w 29"/>
              <a:gd name="T5" fmla="*/ 0 h 178"/>
              <a:gd name="T6" fmla="*/ 2147483646 w 29"/>
              <a:gd name="T7" fmla="*/ 2147483646 h 178"/>
              <a:gd name="T8" fmla="*/ 2147483646 w 29"/>
              <a:gd name="T9" fmla="*/ 2147483646 h 178"/>
              <a:gd name="T10" fmla="*/ 0 60000 65536"/>
              <a:gd name="T11" fmla="*/ 0 60000 65536"/>
              <a:gd name="T12" fmla="*/ 0 60000 65536"/>
              <a:gd name="T13" fmla="*/ 0 60000 65536"/>
              <a:gd name="T14" fmla="*/ 0 60000 65536"/>
              <a:gd name="T15" fmla="*/ 0 w 29"/>
              <a:gd name="T16" fmla="*/ 0 h 178"/>
              <a:gd name="T17" fmla="*/ 29 w 29"/>
              <a:gd name="T18" fmla="*/ 178 h 178"/>
            </a:gdLst>
            <a:ahLst/>
            <a:cxnLst>
              <a:cxn ang="T10">
                <a:pos x="T0" y="T1"/>
              </a:cxn>
              <a:cxn ang="T11">
                <a:pos x="T2" y="T3"/>
              </a:cxn>
              <a:cxn ang="T12">
                <a:pos x="T4" y="T5"/>
              </a:cxn>
              <a:cxn ang="T13">
                <a:pos x="T6" y="T7"/>
              </a:cxn>
              <a:cxn ang="T14">
                <a:pos x="T8" y="T9"/>
              </a:cxn>
            </a:cxnLst>
            <a:rect l="T15" t="T16" r="T17" b="T18"/>
            <a:pathLst>
              <a:path w="29" h="178">
                <a:moveTo>
                  <a:pt x="29" y="178"/>
                </a:moveTo>
                <a:lnTo>
                  <a:pt x="0" y="172"/>
                </a:lnTo>
                <a:lnTo>
                  <a:pt x="0" y="0"/>
                </a:lnTo>
                <a:lnTo>
                  <a:pt x="29" y="5"/>
                </a:lnTo>
                <a:lnTo>
                  <a:pt x="29" y="178"/>
                </a:lnTo>
                <a:close/>
              </a:path>
            </a:pathLst>
          </a:custGeom>
          <a:solidFill>
            <a:srgbClr val="99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2" name="Rectangle 57"/>
          <p:cNvSpPr>
            <a:spLocks noChangeArrowheads="1"/>
          </p:cNvSpPr>
          <p:nvPr/>
        </p:nvSpPr>
        <p:spPr bwMode="auto">
          <a:xfrm>
            <a:off x="4743450" y="4241800"/>
            <a:ext cx="34925" cy="273050"/>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53" name="Freeform 58"/>
          <p:cNvSpPr>
            <a:spLocks/>
          </p:cNvSpPr>
          <p:nvPr/>
        </p:nvSpPr>
        <p:spPr bwMode="auto">
          <a:xfrm>
            <a:off x="4730750" y="4233863"/>
            <a:ext cx="12700" cy="280987"/>
          </a:xfrm>
          <a:custGeom>
            <a:avLst/>
            <a:gdLst>
              <a:gd name="T0" fmla="*/ 2147483646 w 8"/>
              <a:gd name="T1" fmla="*/ 2147483646 h 177"/>
              <a:gd name="T2" fmla="*/ 0 w 8"/>
              <a:gd name="T3" fmla="*/ 2147483646 h 177"/>
              <a:gd name="T4" fmla="*/ 0 w 8"/>
              <a:gd name="T5" fmla="*/ 0 h 177"/>
              <a:gd name="T6" fmla="*/ 2147483646 w 8"/>
              <a:gd name="T7" fmla="*/ 2147483646 h 177"/>
              <a:gd name="T8" fmla="*/ 2147483646 w 8"/>
              <a:gd name="T9" fmla="*/ 2147483646 h 177"/>
              <a:gd name="T10" fmla="*/ 0 60000 65536"/>
              <a:gd name="T11" fmla="*/ 0 60000 65536"/>
              <a:gd name="T12" fmla="*/ 0 60000 65536"/>
              <a:gd name="T13" fmla="*/ 0 60000 65536"/>
              <a:gd name="T14" fmla="*/ 0 60000 65536"/>
              <a:gd name="T15" fmla="*/ 0 w 8"/>
              <a:gd name="T16" fmla="*/ 0 h 177"/>
              <a:gd name="T17" fmla="*/ 8 w 8"/>
              <a:gd name="T18" fmla="*/ 177 h 177"/>
            </a:gdLst>
            <a:ahLst/>
            <a:cxnLst>
              <a:cxn ang="T10">
                <a:pos x="T0" y="T1"/>
              </a:cxn>
              <a:cxn ang="T11">
                <a:pos x="T2" y="T3"/>
              </a:cxn>
              <a:cxn ang="T12">
                <a:pos x="T4" y="T5"/>
              </a:cxn>
              <a:cxn ang="T13">
                <a:pos x="T6" y="T7"/>
              </a:cxn>
              <a:cxn ang="T14">
                <a:pos x="T8" y="T9"/>
              </a:cxn>
            </a:cxnLst>
            <a:rect l="T15" t="T16" r="T17" b="T18"/>
            <a:pathLst>
              <a:path w="8" h="177">
                <a:moveTo>
                  <a:pt x="8" y="177"/>
                </a:moveTo>
                <a:lnTo>
                  <a:pt x="0" y="172"/>
                </a:lnTo>
                <a:lnTo>
                  <a:pt x="0" y="0"/>
                </a:lnTo>
                <a:lnTo>
                  <a:pt x="8" y="5"/>
                </a:lnTo>
                <a:lnTo>
                  <a:pt x="8" y="177"/>
                </a:lnTo>
                <a:close/>
              </a:path>
            </a:pathLst>
          </a:custGeom>
          <a:solidFill>
            <a:srgbClr val="9393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4" name="Freeform 59"/>
          <p:cNvSpPr>
            <a:spLocks/>
          </p:cNvSpPr>
          <p:nvPr/>
        </p:nvSpPr>
        <p:spPr bwMode="auto">
          <a:xfrm>
            <a:off x="4719638" y="4224338"/>
            <a:ext cx="11112" cy="282575"/>
          </a:xfrm>
          <a:custGeom>
            <a:avLst/>
            <a:gdLst>
              <a:gd name="T0" fmla="*/ 2147483646 w 7"/>
              <a:gd name="T1" fmla="*/ 2147483646 h 178"/>
              <a:gd name="T2" fmla="*/ 0 w 7"/>
              <a:gd name="T3" fmla="*/ 2147483646 h 178"/>
              <a:gd name="T4" fmla="*/ 0 w 7"/>
              <a:gd name="T5" fmla="*/ 0 h 178"/>
              <a:gd name="T6" fmla="*/ 2147483646 w 7"/>
              <a:gd name="T7" fmla="*/ 2147483646 h 178"/>
              <a:gd name="T8" fmla="*/ 2147483646 w 7"/>
              <a:gd name="T9" fmla="*/ 2147483646 h 178"/>
              <a:gd name="T10" fmla="*/ 0 60000 65536"/>
              <a:gd name="T11" fmla="*/ 0 60000 65536"/>
              <a:gd name="T12" fmla="*/ 0 60000 65536"/>
              <a:gd name="T13" fmla="*/ 0 60000 65536"/>
              <a:gd name="T14" fmla="*/ 0 60000 65536"/>
              <a:gd name="T15" fmla="*/ 0 w 7"/>
              <a:gd name="T16" fmla="*/ 0 h 178"/>
              <a:gd name="T17" fmla="*/ 7 w 7"/>
              <a:gd name="T18" fmla="*/ 178 h 178"/>
            </a:gdLst>
            <a:ahLst/>
            <a:cxnLst>
              <a:cxn ang="T10">
                <a:pos x="T0" y="T1"/>
              </a:cxn>
              <a:cxn ang="T11">
                <a:pos x="T2" y="T3"/>
              </a:cxn>
              <a:cxn ang="T12">
                <a:pos x="T4" y="T5"/>
              </a:cxn>
              <a:cxn ang="T13">
                <a:pos x="T6" y="T7"/>
              </a:cxn>
              <a:cxn ang="T14">
                <a:pos x="T8" y="T9"/>
              </a:cxn>
            </a:cxnLst>
            <a:rect l="T15" t="T16" r="T17" b="T18"/>
            <a:pathLst>
              <a:path w="7" h="178">
                <a:moveTo>
                  <a:pt x="7" y="178"/>
                </a:moveTo>
                <a:lnTo>
                  <a:pt x="0" y="173"/>
                </a:lnTo>
                <a:lnTo>
                  <a:pt x="0" y="0"/>
                </a:lnTo>
                <a:lnTo>
                  <a:pt x="7" y="6"/>
                </a:lnTo>
                <a:lnTo>
                  <a:pt x="7" y="178"/>
                </a:lnTo>
                <a:close/>
              </a:path>
            </a:pathLst>
          </a:custGeom>
          <a:solidFill>
            <a:srgbClr val="8D8D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5" name="Freeform 60"/>
          <p:cNvSpPr>
            <a:spLocks/>
          </p:cNvSpPr>
          <p:nvPr/>
        </p:nvSpPr>
        <p:spPr bwMode="auto">
          <a:xfrm>
            <a:off x="4719638" y="4164013"/>
            <a:ext cx="454025" cy="85725"/>
          </a:xfrm>
          <a:custGeom>
            <a:avLst/>
            <a:gdLst>
              <a:gd name="T0" fmla="*/ 2147483646 w 286"/>
              <a:gd name="T1" fmla="*/ 0 h 54"/>
              <a:gd name="T2" fmla="*/ 2147483646 w 286"/>
              <a:gd name="T3" fmla="*/ 0 h 54"/>
              <a:gd name="T4" fmla="*/ 2147483646 w 286"/>
              <a:gd name="T5" fmla="*/ 2147483646 h 54"/>
              <a:gd name="T6" fmla="*/ 2147483646 w 286"/>
              <a:gd name="T7" fmla="*/ 2147483646 h 54"/>
              <a:gd name="T8" fmla="*/ 2147483646 w 286"/>
              <a:gd name="T9" fmla="*/ 2147483646 h 54"/>
              <a:gd name="T10" fmla="*/ 2147483646 w 286"/>
              <a:gd name="T11" fmla="*/ 2147483646 h 54"/>
              <a:gd name="T12" fmla="*/ 2147483646 w 286"/>
              <a:gd name="T13" fmla="*/ 2147483646 h 54"/>
              <a:gd name="T14" fmla="*/ 2147483646 w 286"/>
              <a:gd name="T15" fmla="*/ 2147483646 h 54"/>
              <a:gd name="T16" fmla="*/ 2147483646 w 286"/>
              <a:gd name="T17" fmla="*/ 2147483646 h 54"/>
              <a:gd name="T18" fmla="*/ 2147483646 w 286"/>
              <a:gd name="T19" fmla="*/ 2147483646 h 54"/>
              <a:gd name="T20" fmla="*/ 2147483646 w 286"/>
              <a:gd name="T21" fmla="*/ 2147483646 h 54"/>
              <a:gd name="T22" fmla="*/ 2147483646 w 286"/>
              <a:gd name="T23" fmla="*/ 2147483646 h 54"/>
              <a:gd name="T24" fmla="*/ 2147483646 w 286"/>
              <a:gd name="T25" fmla="*/ 2147483646 h 54"/>
              <a:gd name="T26" fmla="*/ 2147483646 w 286"/>
              <a:gd name="T27" fmla="*/ 2147483646 h 54"/>
              <a:gd name="T28" fmla="*/ 2147483646 w 286"/>
              <a:gd name="T29" fmla="*/ 2147483646 h 54"/>
              <a:gd name="T30" fmla="*/ 2147483646 w 286"/>
              <a:gd name="T31" fmla="*/ 2147483646 h 54"/>
              <a:gd name="T32" fmla="*/ 2147483646 w 286"/>
              <a:gd name="T33" fmla="*/ 2147483646 h 54"/>
              <a:gd name="T34" fmla="*/ 0 w 286"/>
              <a:gd name="T35" fmla="*/ 2147483646 h 54"/>
              <a:gd name="T36" fmla="*/ 2147483646 w 286"/>
              <a:gd name="T37" fmla="*/ 2147483646 h 54"/>
              <a:gd name="T38" fmla="*/ 2147483646 w 286"/>
              <a:gd name="T39" fmla="*/ 2147483646 h 54"/>
              <a:gd name="T40" fmla="*/ 2147483646 w 286"/>
              <a:gd name="T41" fmla="*/ 2147483646 h 54"/>
              <a:gd name="T42" fmla="*/ 2147483646 w 286"/>
              <a:gd name="T43" fmla="*/ 2147483646 h 54"/>
              <a:gd name="T44" fmla="*/ 2147483646 w 286"/>
              <a:gd name="T45" fmla="*/ 2147483646 h 54"/>
              <a:gd name="T46" fmla="*/ 2147483646 w 286"/>
              <a:gd name="T47" fmla="*/ 0 h 54"/>
              <a:gd name="T48" fmla="*/ 2147483646 w 286"/>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6"/>
              <a:gd name="T76" fmla="*/ 0 h 54"/>
              <a:gd name="T77" fmla="*/ 286 w 286"/>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6" h="54">
                <a:moveTo>
                  <a:pt x="191" y="0"/>
                </a:moveTo>
                <a:lnTo>
                  <a:pt x="220" y="0"/>
                </a:lnTo>
                <a:lnTo>
                  <a:pt x="250" y="6"/>
                </a:lnTo>
                <a:lnTo>
                  <a:pt x="272" y="6"/>
                </a:lnTo>
                <a:lnTo>
                  <a:pt x="286" y="11"/>
                </a:lnTo>
                <a:lnTo>
                  <a:pt x="286" y="17"/>
                </a:lnTo>
                <a:lnTo>
                  <a:pt x="279" y="27"/>
                </a:lnTo>
                <a:lnTo>
                  <a:pt x="264" y="33"/>
                </a:lnTo>
                <a:lnTo>
                  <a:pt x="242" y="38"/>
                </a:lnTo>
                <a:lnTo>
                  <a:pt x="213" y="44"/>
                </a:lnTo>
                <a:lnTo>
                  <a:pt x="176" y="49"/>
                </a:lnTo>
                <a:lnTo>
                  <a:pt x="139" y="54"/>
                </a:lnTo>
                <a:lnTo>
                  <a:pt x="95" y="54"/>
                </a:lnTo>
                <a:lnTo>
                  <a:pt x="66" y="54"/>
                </a:lnTo>
                <a:lnTo>
                  <a:pt x="37" y="49"/>
                </a:lnTo>
                <a:lnTo>
                  <a:pt x="15" y="49"/>
                </a:lnTo>
                <a:lnTo>
                  <a:pt x="7" y="44"/>
                </a:lnTo>
                <a:lnTo>
                  <a:pt x="0" y="38"/>
                </a:lnTo>
                <a:lnTo>
                  <a:pt x="7" y="27"/>
                </a:lnTo>
                <a:lnTo>
                  <a:pt x="22" y="22"/>
                </a:lnTo>
                <a:lnTo>
                  <a:pt x="44" y="17"/>
                </a:lnTo>
                <a:lnTo>
                  <a:pt x="73" y="11"/>
                </a:lnTo>
                <a:lnTo>
                  <a:pt x="110" y="6"/>
                </a:lnTo>
                <a:lnTo>
                  <a:pt x="147" y="0"/>
                </a:lnTo>
                <a:lnTo>
                  <a:pt x="191" y="0"/>
                </a:lnTo>
                <a:close/>
              </a:path>
            </a:pathLst>
          </a:custGeom>
          <a:solidFill>
            <a:srgbClr val="7373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6" name="Freeform 61"/>
          <p:cNvSpPr>
            <a:spLocks/>
          </p:cNvSpPr>
          <p:nvPr/>
        </p:nvSpPr>
        <p:spPr bwMode="auto">
          <a:xfrm>
            <a:off x="4719638" y="4464050"/>
            <a:ext cx="454025" cy="60325"/>
          </a:xfrm>
          <a:custGeom>
            <a:avLst/>
            <a:gdLst>
              <a:gd name="T0" fmla="*/ 2147483646 w 286"/>
              <a:gd name="T1" fmla="*/ 0 h 38"/>
              <a:gd name="T2" fmla="*/ 2147483646 w 286"/>
              <a:gd name="T3" fmla="*/ 2147483646 h 38"/>
              <a:gd name="T4" fmla="*/ 2147483646 w 286"/>
              <a:gd name="T5" fmla="*/ 2147483646 h 38"/>
              <a:gd name="T6" fmla="*/ 2147483646 w 286"/>
              <a:gd name="T7" fmla="*/ 2147483646 h 38"/>
              <a:gd name="T8" fmla="*/ 2147483646 w 286"/>
              <a:gd name="T9" fmla="*/ 2147483646 h 38"/>
              <a:gd name="T10" fmla="*/ 2147483646 w 286"/>
              <a:gd name="T11" fmla="*/ 2147483646 h 38"/>
              <a:gd name="T12" fmla="*/ 2147483646 w 286"/>
              <a:gd name="T13" fmla="*/ 2147483646 h 38"/>
              <a:gd name="T14" fmla="*/ 2147483646 w 286"/>
              <a:gd name="T15" fmla="*/ 2147483646 h 38"/>
              <a:gd name="T16" fmla="*/ 2147483646 w 286"/>
              <a:gd name="T17" fmla="*/ 2147483646 h 38"/>
              <a:gd name="T18" fmla="*/ 2147483646 w 286"/>
              <a:gd name="T19" fmla="*/ 2147483646 h 38"/>
              <a:gd name="T20" fmla="*/ 2147483646 w 286"/>
              <a:gd name="T21" fmla="*/ 2147483646 h 38"/>
              <a:gd name="T22" fmla="*/ 2147483646 w 286"/>
              <a:gd name="T23" fmla="*/ 2147483646 h 38"/>
              <a:gd name="T24" fmla="*/ 0 w 286"/>
              <a:gd name="T25" fmla="*/ 2147483646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6"/>
              <a:gd name="T40" fmla="*/ 0 h 38"/>
              <a:gd name="T41" fmla="*/ 286 w 286"/>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6" h="38">
                <a:moveTo>
                  <a:pt x="286" y="0"/>
                </a:moveTo>
                <a:lnTo>
                  <a:pt x="279" y="11"/>
                </a:lnTo>
                <a:lnTo>
                  <a:pt x="264" y="16"/>
                </a:lnTo>
                <a:lnTo>
                  <a:pt x="242" y="22"/>
                </a:lnTo>
                <a:lnTo>
                  <a:pt x="213" y="27"/>
                </a:lnTo>
                <a:lnTo>
                  <a:pt x="176" y="32"/>
                </a:lnTo>
                <a:lnTo>
                  <a:pt x="139" y="38"/>
                </a:lnTo>
                <a:lnTo>
                  <a:pt x="95" y="38"/>
                </a:lnTo>
                <a:lnTo>
                  <a:pt x="66" y="38"/>
                </a:lnTo>
                <a:lnTo>
                  <a:pt x="37" y="32"/>
                </a:lnTo>
                <a:lnTo>
                  <a:pt x="15" y="32"/>
                </a:lnTo>
                <a:lnTo>
                  <a:pt x="7" y="27"/>
                </a:lnTo>
                <a:lnTo>
                  <a:pt x="0" y="2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7" name="Freeform 62"/>
          <p:cNvSpPr>
            <a:spLocks/>
          </p:cNvSpPr>
          <p:nvPr/>
        </p:nvSpPr>
        <p:spPr bwMode="auto">
          <a:xfrm>
            <a:off x="4719638" y="4164013"/>
            <a:ext cx="454025" cy="85725"/>
          </a:xfrm>
          <a:custGeom>
            <a:avLst/>
            <a:gdLst>
              <a:gd name="T0" fmla="*/ 2147483646 w 286"/>
              <a:gd name="T1" fmla="*/ 0 h 54"/>
              <a:gd name="T2" fmla="*/ 2147483646 w 286"/>
              <a:gd name="T3" fmla="*/ 0 h 54"/>
              <a:gd name="T4" fmla="*/ 2147483646 w 286"/>
              <a:gd name="T5" fmla="*/ 2147483646 h 54"/>
              <a:gd name="T6" fmla="*/ 2147483646 w 286"/>
              <a:gd name="T7" fmla="*/ 2147483646 h 54"/>
              <a:gd name="T8" fmla="*/ 2147483646 w 286"/>
              <a:gd name="T9" fmla="*/ 2147483646 h 54"/>
              <a:gd name="T10" fmla="*/ 2147483646 w 286"/>
              <a:gd name="T11" fmla="*/ 2147483646 h 54"/>
              <a:gd name="T12" fmla="*/ 2147483646 w 286"/>
              <a:gd name="T13" fmla="*/ 2147483646 h 54"/>
              <a:gd name="T14" fmla="*/ 2147483646 w 286"/>
              <a:gd name="T15" fmla="*/ 2147483646 h 54"/>
              <a:gd name="T16" fmla="*/ 2147483646 w 286"/>
              <a:gd name="T17" fmla="*/ 2147483646 h 54"/>
              <a:gd name="T18" fmla="*/ 2147483646 w 286"/>
              <a:gd name="T19" fmla="*/ 2147483646 h 54"/>
              <a:gd name="T20" fmla="*/ 2147483646 w 286"/>
              <a:gd name="T21" fmla="*/ 2147483646 h 54"/>
              <a:gd name="T22" fmla="*/ 2147483646 w 286"/>
              <a:gd name="T23" fmla="*/ 2147483646 h 54"/>
              <a:gd name="T24" fmla="*/ 2147483646 w 286"/>
              <a:gd name="T25" fmla="*/ 2147483646 h 54"/>
              <a:gd name="T26" fmla="*/ 2147483646 w 286"/>
              <a:gd name="T27" fmla="*/ 2147483646 h 54"/>
              <a:gd name="T28" fmla="*/ 2147483646 w 286"/>
              <a:gd name="T29" fmla="*/ 2147483646 h 54"/>
              <a:gd name="T30" fmla="*/ 2147483646 w 286"/>
              <a:gd name="T31" fmla="*/ 2147483646 h 54"/>
              <a:gd name="T32" fmla="*/ 2147483646 w 286"/>
              <a:gd name="T33" fmla="*/ 2147483646 h 54"/>
              <a:gd name="T34" fmla="*/ 0 w 286"/>
              <a:gd name="T35" fmla="*/ 2147483646 h 54"/>
              <a:gd name="T36" fmla="*/ 2147483646 w 286"/>
              <a:gd name="T37" fmla="*/ 2147483646 h 54"/>
              <a:gd name="T38" fmla="*/ 2147483646 w 286"/>
              <a:gd name="T39" fmla="*/ 2147483646 h 54"/>
              <a:gd name="T40" fmla="*/ 2147483646 w 286"/>
              <a:gd name="T41" fmla="*/ 2147483646 h 54"/>
              <a:gd name="T42" fmla="*/ 2147483646 w 286"/>
              <a:gd name="T43" fmla="*/ 2147483646 h 54"/>
              <a:gd name="T44" fmla="*/ 2147483646 w 286"/>
              <a:gd name="T45" fmla="*/ 2147483646 h 54"/>
              <a:gd name="T46" fmla="*/ 2147483646 w 286"/>
              <a:gd name="T47" fmla="*/ 0 h 54"/>
              <a:gd name="T48" fmla="*/ 2147483646 w 286"/>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86"/>
              <a:gd name="T76" fmla="*/ 0 h 54"/>
              <a:gd name="T77" fmla="*/ 286 w 286"/>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86" h="54">
                <a:moveTo>
                  <a:pt x="191" y="0"/>
                </a:moveTo>
                <a:lnTo>
                  <a:pt x="220" y="0"/>
                </a:lnTo>
                <a:lnTo>
                  <a:pt x="250" y="6"/>
                </a:lnTo>
                <a:lnTo>
                  <a:pt x="272" y="6"/>
                </a:lnTo>
                <a:lnTo>
                  <a:pt x="286" y="11"/>
                </a:lnTo>
                <a:lnTo>
                  <a:pt x="286" y="17"/>
                </a:lnTo>
                <a:lnTo>
                  <a:pt x="279" y="27"/>
                </a:lnTo>
                <a:lnTo>
                  <a:pt x="264" y="33"/>
                </a:lnTo>
                <a:lnTo>
                  <a:pt x="242" y="38"/>
                </a:lnTo>
                <a:lnTo>
                  <a:pt x="213" y="44"/>
                </a:lnTo>
                <a:lnTo>
                  <a:pt x="176" y="49"/>
                </a:lnTo>
                <a:lnTo>
                  <a:pt x="139" y="54"/>
                </a:lnTo>
                <a:lnTo>
                  <a:pt x="95" y="54"/>
                </a:lnTo>
                <a:lnTo>
                  <a:pt x="66" y="54"/>
                </a:lnTo>
                <a:lnTo>
                  <a:pt x="37" y="49"/>
                </a:lnTo>
                <a:lnTo>
                  <a:pt x="15" y="49"/>
                </a:lnTo>
                <a:lnTo>
                  <a:pt x="7" y="44"/>
                </a:lnTo>
                <a:lnTo>
                  <a:pt x="0" y="38"/>
                </a:lnTo>
                <a:lnTo>
                  <a:pt x="7" y="27"/>
                </a:lnTo>
                <a:lnTo>
                  <a:pt x="22" y="22"/>
                </a:lnTo>
                <a:lnTo>
                  <a:pt x="44" y="17"/>
                </a:lnTo>
                <a:lnTo>
                  <a:pt x="73" y="11"/>
                </a:lnTo>
                <a:lnTo>
                  <a:pt x="110" y="6"/>
                </a:lnTo>
                <a:lnTo>
                  <a:pt x="147" y="0"/>
                </a:lnTo>
                <a:lnTo>
                  <a:pt x="191" y="0"/>
                </a:lnTo>
                <a:close/>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8" name="Line 63"/>
          <p:cNvSpPr>
            <a:spLocks noChangeShapeType="1"/>
          </p:cNvSpPr>
          <p:nvPr/>
        </p:nvSpPr>
        <p:spPr bwMode="auto">
          <a:xfrm flipV="1">
            <a:off x="5173663" y="4191000"/>
            <a:ext cx="1587" cy="27305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9" name="Line 64"/>
          <p:cNvSpPr>
            <a:spLocks noChangeShapeType="1"/>
          </p:cNvSpPr>
          <p:nvPr/>
        </p:nvSpPr>
        <p:spPr bwMode="auto">
          <a:xfrm flipV="1">
            <a:off x="4719638" y="4224338"/>
            <a:ext cx="1587" cy="27463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0" name="Freeform 65"/>
          <p:cNvSpPr>
            <a:spLocks/>
          </p:cNvSpPr>
          <p:nvPr/>
        </p:nvSpPr>
        <p:spPr bwMode="auto">
          <a:xfrm>
            <a:off x="6259513" y="4191000"/>
            <a:ext cx="11112" cy="290513"/>
          </a:xfrm>
          <a:custGeom>
            <a:avLst/>
            <a:gdLst>
              <a:gd name="T0" fmla="*/ 2147483646 w 7"/>
              <a:gd name="T1" fmla="*/ 2147483646 h 183"/>
              <a:gd name="T2" fmla="*/ 0 w 7"/>
              <a:gd name="T3" fmla="*/ 2147483646 h 183"/>
              <a:gd name="T4" fmla="*/ 0 w 7"/>
              <a:gd name="T5" fmla="*/ 2147483646 h 183"/>
              <a:gd name="T6" fmla="*/ 2147483646 w 7"/>
              <a:gd name="T7" fmla="*/ 0 h 183"/>
              <a:gd name="T8" fmla="*/ 2147483646 w 7"/>
              <a:gd name="T9" fmla="*/ 2147483646 h 183"/>
              <a:gd name="T10" fmla="*/ 0 60000 65536"/>
              <a:gd name="T11" fmla="*/ 0 60000 65536"/>
              <a:gd name="T12" fmla="*/ 0 60000 65536"/>
              <a:gd name="T13" fmla="*/ 0 60000 65536"/>
              <a:gd name="T14" fmla="*/ 0 60000 65536"/>
              <a:gd name="T15" fmla="*/ 0 w 7"/>
              <a:gd name="T16" fmla="*/ 0 h 183"/>
              <a:gd name="T17" fmla="*/ 7 w 7"/>
              <a:gd name="T18" fmla="*/ 183 h 183"/>
            </a:gdLst>
            <a:ahLst/>
            <a:cxnLst>
              <a:cxn ang="T10">
                <a:pos x="T0" y="T1"/>
              </a:cxn>
              <a:cxn ang="T11">
                <a:pos x="T2" y="T3"/>
              </a:cxn>
              <a:cxn ang="T12">
                <a:pos x="T4" y="T5"/>
              </a:cxn>
              <a:cxn ang="T13">
                <a:pos x="T6" y="T7"/>
              </a:cxn>
              <a:cxn ang="T14">
                <a:pos x="T8" y="T9"/>
              </a:cxn>
            </a:cxnLst>
            <a:rect l="T15" t="T16" r="T17" b="T18"/>
            <a:pathLst>
              <a:path w="7" h="183">
                <a:moveTo>
                  <a:pt x="7" y="172"/>
                </a:moveTo>
                <a:lnTo>
                  <a:pt x="0" y="183"/>
                </a:lnTo>
                <a:lnTo>
                  <a:pt x="0" y="10"/>
                </a:lnTo>
                <a:lnTo>
                  <a:pt x="7" y="0"/>
                </a:lnTo>
                <a:lnTo>
                  <a:pt x="7" y="172"/>
                </a:lnTo>
                <a:close/>
              </a:path>
            </a:pathLst>
          </a:custGeom>
          <a:solidFill>
            <a:srgbClr val="6A6AB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1" name="Freeform 66"/>
          <p:cNvSpPr>
            <a:spLocks/>
          </p:cNvSpPr>
          <p:nvPr/>
        </p:nvSpPr>
        <p:spPr bwMode="auto">
          <a:xfrm>
            <a:off x="6235700" y="4206875"/>
            <a:ext cx="23813" cy="282575"/>
          </a:xfrm>
          <a:custGeom>
            <a:avLst/>
            <a:gdLst>
              <a:gd name="T0" fmla="*/ 2147483646 w 15"/>
              <a:gd name="T1" fmla="*/ 2147483646 h 178"/>
              <a:gd name="T2" fmla="*/ 0 w 15"/>
              <a:gd name="T3" fmla="*/ 2147483646 h 178"/>
              <a:gd name="T4" fmla="*/ 0 w 15"/>
              <a:gd name="T5" fmla="*/ 2147483646 h 178"/>
              <a:gd name="T6" fmla="*/ 2147483646 w 15"/>
              <a:gd name="T7" fmla="*/ 0 h 178"/>
              <a:gd name="T8" fmla="*/ 2147483646 w 15"/>
              <a:gd name="T9" fmla="*/ 2147483646 h 178"/>
              <a:gd name="T10" fmla="*/ 0 60000 65536"/>
              <a:gd name="T11" fmla="*/ 0 60000 65536"/>
              <a:gd name="T12" fmla="*/ 0 60000 65536"/>
              <a:gd name="T13" fmla="*/ 0 60000 65536"/>
              <a:gd name="T14" fmla="*/ 0 60000 65536"/>
              <a:gd name="T15" fmla="*/ 0 w 15"/>
              <a:gd name="T16" fmla="*/ 0 h 178"/>
              <a:gd name="T17" fmla="*/ 15 w 15"/>
              <a:gd name="T18" fmla="*/ 178 h 178"/>
            </a:gdLst>
            <a:ahLst/>
            <a:cxnLst>
              <a:cxn ang="T10">
                <a:pos x="T0" y="T1"/>
              </a:cxn>
              <a:cxn ang="T11">
                <a:pos x="T2" y="T3"/>
              </a:cxn>
              <a:cxn ang="T12">
                <a:pos x="T4" y="T5"/>
              </a:cxn>
              <a:cxn ang="T13">
                <a:pos x="T6" y="T7"/>
              </a:cxn>
              <a:cxn ang="T14">
                <a:pos x="T8" y="T9"/>
              </a:cxn>
            </a:cxnLst>
            <a:rect l="T15" t="T16" r="T17" b="T18"/>
            <a:pathLst>
              <a:path w="15" h="178">
                <a:moveTo>
                  <a:pt x="15" y="173"/>
                </a:moveTo>
                <a:lnTo>
                  <a:pt x="0" y="178"/>
                </a:lnTo>
                <a:lnTo>
                  <a:pt x="0" y="6"/>
                </a:lnTo>
                <a:lnTo>
                  <a:pt x="15" y="0"/>
                </a:lnTo>
                <a:lnTo>
                  <a:pt x="15" y="173"/>
                </a:lnTo>
                <a:close/>
              </a:path>
            </a:pathLst>
          </a:custGeom>
          <a:solidFill>
            <a:srgbClr val="7070B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2" name="Freeform 67"/>
          <p:cNvSpPr>
            <a:spLocks/>
          </p:cNvSpPr>
          <p:nvPr/>
        </p:nvSpPr>
        <p:spPr bwMode="auto">
          <a:xfrm>
            <a:off x="6189663" y="4216400"/>
            <a:ext cx="46037" cy="282575"/>
          </a:xfrm>
          <a:custGeom>
            <a:avLst/>
            <a:gdLst>
              <a:gd name="T0" fmla="*/ 2147483646 w 29"/>
              <a:gd name="T1" fmla="*/ 2147483646 h 178"/>
              <a:gd name="T2" fmla="*/ 0 w 29"/>
              <a:gd name="T3" fmla="*/ 2147483646 h 178"/>
              <a:gd name="T4" fmla="*/ 0 w 29"/>
              <a:gd name="T5" fmla="*/ 2147483646 h 178"/>
              <a:gd name="T6" fmla="*/ 2147483646 w 29"/>
              <a:gd name="T7" fmla="*/ 0 h 178"/>
              <a:gd name="T8" fmla="*/ 2147483646 w 29"/>
              <a:gd name="T9" fmla="*/ 2147483646 h 178"/>
              <a:gd name="T10" fmla="*/ 0 60000 65536"/>
              <a:gd name="T11" fmla="*/ 0 60000 65536"/>
              <a:gd name="T12" fmla="*/ 0 60000 65536"/>
              <a:gd name="T13" fmla="*/ 0 60000 65536"/>
              <a:gd name="T14" fmla="*/ 0 60000 65536"/>
              <a:gd name="T15" fmla="*/ 0 w 29"/>
              <a:gd name="T16" fmla="*/ 0 h 178"/>
              <a:gd name="T17" fmla="*/ 29 w 29"/>
              <a:gd name="T18" fmla="*/ 178 h 178"/>
            </a:gdLst>
            <a:ahLst/>
            <a:cxnLst>
              <a:cxn ang="T10">
                <a:pos x="T0" y="T1"/>
              </a:cxn>
              <a:cxn ang="T11">
                <a:pos x="T2" y="T3"/>
              </a:cxn>
              <a:cxn ang="T12">
                <a:pos x="T4" y="T5"/>
              </a:cxn>
              <a:cxn ang="T13">
                <a:pos x="T6" y="T7"/>
              </a:cxn>
              <a:cxn ang="T14">
                <a:pos x="T8" y="T9"/>
              </a:cxn>
            </a:cxnLst>
            <a:rect l="T15" t="T16" r="T17" b="T18"/>
            <a:pathLst>
              <a:path w="29" h="178">
                <a:moveTo>
                  <a:pt x="29" y="172"/>
                </a:moveTo>
                <a:lnTo>
                  <a:pt x="0" y="178"/>
                </a:lnTo>
                <a:lnTo>
                  <a:pt x="0" y="5"/>
                </a:lnTo>
                <a:lnTo>
                  <a:pt x="29" y="0"/>
                </a:lnTo>
                <a:lnTo>
                  <a:pt x="29" y="172"/>
                </a:lnTo>
                <a:close/>
              </a:path>
            </a:pathLst>
          </a:custGeom>
          <a:solidFill>
            <a:srgbClr val="7676C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3" name="Freeform 68"/>
          <p:cNvSpPr>
            <a:spLocks/>
          </p:cNvSpPr>
          <p:nvPr/>
        </p:nvSpPr>
        <p:spPr bwMode="auto">
          <a:xfrm>
            <a:off x="6142038" y="4224338"/>
            <a:ext cx="47625" cy="282575"/>
          </a:xfrm>
          <a:custGeom>
            <a:avLst/>
            <a:gdLst>
              <a:gd name="T0" fmla="*/ 2147483646 w 30"/>
              <a:gd name="T1" fmla="*/ 2147483646 h 178"/>
              <a:gd name="T2" fmla="*/ 0 w 30"/>
              <a:gd name="T3" fmla="*/ 2147483646 h 178"/>
              <a:gd name="T4" fmla="*/ 0 w 30"/>
              <a:gd name="T5" fmla="*/ 2147483646 h 178"/>
              <a:gd name="T6" fmla="*/ 2147483646 w 30"/>
              <a:gd name="T7" fmla="*/ 0 h 178"/>
              <a:gd name="T8" fmla="*/ 2147483646 w 30"/>
              <a:gd name="T9" fmla="*/ 2147483646 h 178"/>
              <a:gd name="T10" fmla="*/ 0 60000 65536"/>
              <a:gd name="T11" fmla="*/ 0 60000 65536"/>
              <a:gd name="T12" fmla="*/ 0 60000 65536"/>
              <a:gd name="T13" fmla="*/ 0 60000 65536"/>
              <a:gd name="T14" fmla="*/ 0 60000 65536"/>
              <a:gd name="T15" fmla="*/ 0 w 30"/>
              <a:gd name="T16" fmla="*/ 0 h 178"/>
              <a:gd name="T17" fmla="*/ 30 w 30"/>
              <a:gd name="T18" fmla="*/ 178 h 178"/>
            </a:gdLst>
            <a:ahLst/>
            <a:cxnLst>
              <a:cxn ang="T10">
                <a:pos x="T0" y="T1"/>
              </a:cxn>
              <a:cxn ang="T11">
                <a:pos x="T2" y="T3"/>
              </a:cxn>
              <a:cxn ang="T12">
                <a:pos x="T4" y="T5"/>
              </a:cxn>
              <a:cxn ang="T13">
                <a:pos x="T6" y="T7"/>
              </a:cxn>
              <a:cxn ang="T14">
                <a:pos x="T8" y="T9"/>
              </a:cxn>
            </a:cxnLst>
            <a:rect l="T15" t="T16" r="T17" b="T18"/>
            <a:pathLst>
              <a:path w="30" h="178">
                <a:moveTo>
                  <a:pt x="30" y="173"/>
                </a:moveTo>
                <a:lnTo>
                  <a:pt x="0" y="178"/>
                </a:lnTo>
                <a:lnTo>
                  <a:pt x="0" y="6"/>
                </a:lnTo>
                <a:lnTo>
                  <a:pt x="30" y="0"/>
                </a:lnTo>
                <a:lnTo>
                  <a:pt x="30" y="173"/>
                </a:lnTo>
                <a:close/>
              </a:path>
            </a:pathLst>
          </a:custGeom>
          <a:solidFill>
            <a:srgbClr val="7C7CC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4" name="Freeform 69"/>
          <p:cNvSpPr>
            <a:spLocks/>
          </p:cNvSpPr>
          <p:nvPr/>
        </p:nvSpPr>
        <p:spPr bwMode="auto">
          <a:xfrm>
            <a:off x="6096000" y="4233863"/>
            <a:ext cx="46038" cy="280987"/>
          </a:xfrm>
          <a:custGeom>
            <a:avLst/>
            <a:gdLst>
              <a:gd name="T0" fmla="*/ 2147483646 w 29"/>
              <a:gd name="T1" fmla="*/ 2147483646 h 177"/>
              <a:gd name="T2" fmla="*/ 0 w 29"/>
              <a:gd name="T3" fmla="*/ 2147483646 h 177"/>
              <a:gd name="T4" fmla="*/ 0 w 29"/>
              <a:gd name="T5" fmla="*/ 2147483646 h 177"/>
              <a:gd name="T6" fmla="*/ 2147483646 w 29"/>
              <a:gd name="T7" fmla="*/ 0 h 177"/>
              <a:gd name="T8" fmla="*/ 2147483646 w 29"/>
              <a:gd name="T9" fmla="*/ 2147483646 h 177"/>
              <a:gd name="T10" fmla="*/ 0 60000 65536"/>
              <a:gd name="T11" fmla="*/ 0 60000 65536"/>
              <a:gd name="T12" fmla="*/ 0 60000 65536"/>
              <a:gd name="T13" fmla="*/ 0 60000 65536"/>
              <a:gd name="T14" fmla="*/ 0 60000 65536"/>
              <a:gd name="T15" fmla="*/ 0 w 29"/>
              <a:gd name="T16" fmla="*/ 0 h 177"/>
              <a:gd name="T17" fmla="*/ 29 w 29"/>
              <a:gd name="T18" fmla="*/ 177 h 177"/>
            </a:gdLst>
            <a:ahLst/>
            <a:cxnLst>
              <a:cxn ang="T10">
                <a:pos x="T0" y="T1"/>
              </a:cxn>
              <a:cxn ang="T11">
                <a:pos x="T2" y="T3"/>
              </a:cxn>
              <a:cxn ang="T12">
                <a:pos x="T4" y="T5"/>
              </a:cxn>
              <a:cxn ang="T13">
                <a:pos x="T6" y="T7"/>
              </a:cxn>
              <a:cxn ang="T14">
                <a:pos x="T8" y="T9"/>
              </a:cxn>
            </a:cxnLst>
            <a:rect l="T15" t="T16" r="T17" b="T18"/>
            <a:pathLst>
              <a:path w="29" h="177">
                <a:moveTo>
                  <a:pt x="29" y="172"/>
                </a:moveTo>
                <a:lnTo>
                  <a:pt x="0" y="177"/>
                </a:lnTo>
                <a:lnTo>
                  <a:pt x="0" y="5"/>
                </a:lnTo>
                <a:lnTo>
                  <a:pt x="29" y="0"/>
                </a:lnTo>
                <a:lnTo>
                  <a:pt x="29" y="172"/>
                </a:lnTo>
                <a:close/>
              </a:path>
            </a:pathLst>
          </a:custGeom>
          <a:solidFill>
            <a:srgbClr val="8181D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5" name="Freeform 70"/>
          <p:cNvSpPr>
            <a:spLocks/>
          </p:cNvSpPr>
          <p:nvPr/>
        </p:nvSpPr>
        <p:spPr bwMode="auto">
          <a:xfrm>
            <a:off x="6037263" y="4241800"/>
            <a:ext cx="58737" cy="282575"/>
          </a:xfrm>
          <a:custGeom>
            <a:avLst/>
            <a:gdLst>
              <a:gd name="T0" fmla="*/ 2147483646 w 37"/>
              <a:gd name="T1" fmla="*/ 2147483646 h 178"/>
              <a:gd name="T2" fmla="*/ 0 w 37"/>
              <a:gd name="T3" fmla="*/ 2147483646 h 178"/>
              <a:gd name="T4" fmla="*/ 0 w 37"/>
              <a:gd name="T5" fmla="*/ 2147483646 h 178"/>
              <a:gd name="T6" fmla="*/ 2147483646 w 37"/>
              <a:gd name="T7" fmla="*/ 0 h 178"/>
              <a:gd name="T8" fmla="*/ 2147483646 w 37"/>
              <a:gd name="T9" fmla="*/ 2147483646 h 178"/>
              <a:gd name="T10" fmla="*/ 0 60000 65536"/>
              <a:gd name="T11" fmla="*/ 0 60000 65536"/>
              <a:gd name="T12" fmla="*/ 0 60000 65536"/>
              <a:gd name="T13" fmla="*/ 0 60000 65536"/>
              <a:gd name="T14" fmla="*/ 0 60000 65536"/>
              <a:gd name="T15" fmla="*/ 0 w 37"/>
              <a:gd name="T16" fmla="*/ 0 h 178"/>
              <a:gd name="T17" fmla="*/ 37 w 37"/>
              <a:gd name="T18" fmla="*/ 178 h 178"/>
            </a:gdLst>
            <a:ahLst/>
            <a:cxnLst>
              <a:cxn ang="T10">
                <a:pos x="T0" y="T1"/>
              </a:cxn>
              <a:cxn ang="T11">
                <a:pos x="T2" y="T3"/>
              </a:cxn>
              <a:cxn ang="T12">
                <a:pos x="T4" y="T5"/>
              </a:cxn>
              <a:cxn ang="T13">
                <a:pos x="T6" y="T7"/>
              </a:cxn>
              <a:cxn ang="T14">
                <a:pos x="T8" y="T9"/>
              </a:cxn>
            </a:cxnLst>
            <a:rect l="T15" t="T16" r="T17" b="T18"/>
            <a:pathLst>
              <a:path w="37" h="178">
                <a:moveTo>
                  <a:pt x="37" y="172"/>
                </a:moveTo>
                <a:lnTo>
                  <a:pt x="0" y="178"/>
                </a:lnTo>
                <a:lnTo>
                  <a:pt x="0" y="5"/>
                </a:lnTo>
                <a:lnTo>
                  <a:pt x="37" y="0"/>
                </a:lnTo>
                <a:lnTo>
                  <a:pt x="37" y="172"/>
                </a:lnTo>
                <a:close/>
              </a:path>
            </a:pathLst>
          </a:custGeom>
          <a:solidFill>
            <a:srgbClr val="8787E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6" name="Rectangle 71"/>
          <p:cNvSpPr>
            <a:spLocks noChangeArrowheads="1"/>
          </p:cNvSpPr>
          <p:nvPr/>
        </p:nvSpPr>
        <p:spPr bwMode="auto">
          <a:xfrm>
            <a:off x="5967413" y="4249738"/>
            <a:ext cx="69850" cy="274637"/>
          </a:xfrm>
          <a:prstGeom prst="rect">
            <a:avLst/>
          </a:prstGeom>
          <a:solidFill>
            <a:srgbClr val="8D8DE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67" name="Rectangle 72"/>
          <p:cNvSpPr>
            <a:spLocks noChangeArrowheads="1"/>
          </p:cNvSpPr>
          <p:nvPr/>
        </p:nvSpPr>
        <p:spPr bwMode="auto">
          <a:xfrm>
            <a:off x="5908675" y="4249738"/>
            <a:ext cx="58738" cy="274637"/>
          </a:xfrm>
          <a:prstGeom prst="rect">
            <a:avLst/>
          </a:prstGeom>
          <a:solidFill>
            <a:srgbClr val="9393F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68" name="Freeform 73"/>
          <p:cNvSpPr>
            <a:spLocks/>
          </p:cNvSpPr>
          <p:nvPr/>
        </p:nvSpPr>
        <p:spPr bwMode="auto">
          <a:xfrm>
            <a:off x="5873750" y="4241800"/>
            <a:ext cx="34925" cy="282575"/>
          </a:xfrm>
          <a:custGeom>
            <a:avLst/>
            <a:gdLst>
              <a:gd name="T0" fmla="*/ 2147483646 w 22"/>
              <a:gd name="T1" fmla="*/ 2147483646 h 178"/>
              <a:gd name="T2" fmla="*/ 0 w 22"/>
              <a:gd name="T3" fmla="*/ 2147483646 h 178"/>
              <a:gd name="T4" fmla="*/ 0 w 22"/>
              <a:gd name="T5" fmla="*/ 0 h 178"/>
              <a:gd name="T6" fmla="*/ 2147483646 w 22"/>
              <a:gd name="T7" fmla="*/ 2147483646 h 178"/>
              <a:gd name="T8" fmla="*/ 2147483646 w 22"/>
              <a:gd name="T9" fmla="*/ 2147483646 h 178"/>
              <a:gd name="T10" fmla="*/ 0 60000 65536"/>
              <a:gd name="T11" fmla="*/ 0 60000 65536"/>
              <a:gd name="T12" fmla="*/ 0 60000 65536"/>
              <a:gd name="T13" fmla="*/ 0 60000 65536"/>
              <a:gd name="T14" fmla="*/ 0 60000 65536"/>
              <a:gd name="T15" fmla="*/ 0 w 22"/>
              <a:gd name="T16" fmla="*/ 0 h 178"/>
              <a:gd name="T17" fmla="*/ 22 w 22"/>
              <a:gd name="T18" fmla="*/ 178 h 178"/>
            </a:gdLst>
            <a:ahLst/>
            <a:cxnLst>
              <a:cxn ang="T10">
                <a:pos x="T0" y="T1"/>
              </a:cxn>
              <a:cxn ang="T11">
                <a:pos x="T2" y="T3"/>
              </a:cxn>
              <a:cxn ang="T12">
                <a:pos x="T4" y="T5"/>
              </a:cxn>
              <a:cxn ang="T13">
                <a:pos x="T6" y="T7"/>
              </a:cxn>
              <a:cxn ang="T14">
                <a:pos x="T8" y="T9"/>
              </a:cxn>
            </a:cxnLst>
            <a:rect l="T15" t="T16" r="T17" b="T18"/>
            <a:pathLst>
              <a:path w="22" h="178">
                <a:moveTo>
                  <a:pt x="22" y="178"/>
                </a:moveTo>
                <a:lnTo>
                  <a:pt x="0" y="172"/>
                </a:lnTo>
                <a:lnTo>
                  <a:pt x="0" y="0"/>
                </a:lnTo>
                <a:lnTo>
                  <a:pt x="22" y="5"/>
                </a:lnTo>
                <a:lnTo>
                  <a:pt x="22" y="178"/>
                </a:lnTo>
                <a:close/>
              </a:path>
            </a:pathLst>
          </a:custGeom>
          <a:solidFill>
            <a:srgbClr val="9999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9" name="Rectangle 74"/>
          <p:cNvSpPr>
            <a:spLocks noChangeArrowheads="1"/>
          </p:cNvSpPr>
          <p:nvPr/>
        </p:nvSpPr>
        <p:spPr bwMode="auto">
          <a:xfrm>
            <a:off x="5838825" y="4241800"/>
            <a:ext cx="34925" cy="273050"/>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70" name="Freeform 75"/>
          <p:cNvSpPr>
            <a:spLocks/>
          </p:cNvSpPr>
          <p:nvPr/>
        </p:nvSpPr>
        <p:spPr bwMode="auto">
          <a:xfrm>
            <a:off x="5816600" y="4233863"/>
            <a:ext cx="22225" cy="280987"/>
          </a:xfrm>
          <a:custGeom>
            <a:avLst/>
            <a:gdLst>
              <a:gd name="T0" fmla="*/ 2147483646 w 14"/>
              <a:gd name="T1" fmla="*/ 2147483646 h 177"/>
              <a:gd name="T2" fmla="*/ 0 w 14"/>
              <a:gd name="T3" fmla="*/ 2147483646 h 177"/>
              <a:gd name="T4" fmla="*/ 0 w 14"/>
              <a:gd name="T5" fmla="*/ 0 h 177"/>
              <a:gd name="T6" fmla="*/ 2147483646 w 14"/>
              <a:gd name="T7" fmla="*/ 2147483646 h 177"/>
              <a:gd name="T8" fmla="*/ 2147483646 w 14"/>
              <a:gd name="T9" fmla="*/ 2147483646 h 177"/>
              <a:gd name="T10" fmla="*/ 0 60000 65536"/>
              <a:gd name="T11" fmla="*/ 0 60000 65536"/>
              <a:gd name="T12" fmla="*/ 0 60000 65536"/>
              <a:gd name="T13" fmla="*/ 0 60000 65536"/>
              <a:gd name="T14" fmla="*/ 0 60000 65536"/>
              <a:gd name="T15" fmla="*/ 0 w 14"/>
              <a:gd name="T16" fmla="*/ 0 h 177"/>
              <a:gd name="T17" fmla="*/ 14 w 14"/>
              <a:gd name="T18" fmla="*/ 177 h 177"/>
            </a:gdLst>
            <a:ahLst/>
            <a:cxnLst>
              <a:cxn ang="T10">
                <a:pos x="T0" y="T1"/>
              </a:cxn>
              <a:cxn ang="T11">
                <a:pos x="T2" y="T3"/>
              </a:cxn>
              <a:cxn ang="T12">
                <a:pos x="T4" y="T5"/>
              </a:cxn>
              <a:cxn ang="T13">
                <a:pos x="T6" y="T7"/>
              </a:cxn>
              <a:cxn ang="T14">
                <a:pos x="T8" y="T9"/>
              </a:cxn>
            </a:cxnLst>
            <a:rect l="T15" t="T16" r="T17" b="T18"/>
            <a:pathLst>
              <a:path w="14" h="177">
                <a:moveTo>
                  <a:pt x="14" y="177"/>
                </a:moveTo>
                <a:lnTo>
                  <a:pt x="0" y="172"/>
                </a:lnTo>
                <a:lnTo>
                  <a:pt x="0" y="0"/>
                </a:lnTo>
                <a:lnTo>
                  <a:pt x="14" y="5"/>
                </a:lnTo>
                <a:lnTo>
                  <a:pt x="14" y="177"/>
                </a:lnTo>
                <a:close/>
              </a:path>
            </a:pathLst>
          </a:custGeom>
          <a:solidFill>
            <a:srgbClr val="9393F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1" name="Freeform 76"/>
          <p:cNvSpPr>
            <a:spLocks/>
          </p:cNvSpPr>
          <p:nvPr/>
        </p:nvSpPr>
        <p:spPr bwMode="auto">
          <a:xfrm>
            <a:off x="5803900" y="4224338"/>
            <a:ext cx="12700" cy="282575"/>
          </a:xfrm>
          <a:custGeom>
            <a:avLst/>
            <a:gdLst>
              <a:gd name="T0" fmla="*/ 2147483646 w 8"/>
              <a:gd name="T1" fmla="*/ 2147483646 h 178"/>
              <a:gd name="T2" fmla="*/ 0 w 8"/>
              <a:gd name="T3" fmla="*/ 2147483646 h 178"/>
              <a:gd name="T4" fmla="*/ 0 w 8"/>
              <a:gd name="T5" fmla="*/ 0 h 178"/>
              <a:gd name="T6" fmla="*/ 2147483646 w 8"/>
              <a:gd name="T7" fmla="*/ 2147483646 h 178"/>
              <a:gd name="T8" fmla="*/ 2147483646 w 8"/>
              <a:gd name="T9" fmla="*/ 2147483646 h 178"/>
              <a:gd name="T10" fmla="*/ 0 60000 65536"/>
              <a:gd name="T11" fmla="*/ 0 60000 65536"/>
              <a:gd name="T12" fmla="*/ 0 60000 65536"/>
              <a:gd name="T13" fmla="*/ 0 60000 65536"/>
              <a:gd name="T14" fmla="*/ 0 60000 65536"/>
              <a:gd name="T15" fmla="*/ 0 w 8"/>
              <a:gd name="T16" fmla="*/ 0 h 178"/>
              <a:gd name="T17" fmla="*/ 8 w 8"/>
              <a:gd name="T18" fmla="*/ 178 h 178"/>
            </a:gdLst>
            <a:ahLst/>
            <a:cxnLst>
              <a:cxn ang="T10">
                <a:pos x="T0" y="T1"/>
              </a:cxn>
              <a:cxn ang="T11">
                <a:pos x="T2" y="T3"/>
              </a:cxn>
              <a:cxn ang="T12">
                <a:pos x="T4" y="T5"/>
              </a:cxn>
              <a:cxn ang="T13">
                <a:pos x="T6" y="T7"/>
              </a:cxn>
              <a:cxn ang="T14">
                <a:pos x="T8" y="T9"/>
              </a:cxn>
            </a:cxnLst>
            <a:rect l="T15" t="T16" r="T17" b="T18"/>
            <a:pathLst>
              <a:path w="8" h="178">
                <a:moveTo>
                  <a:pt x="8" y="178"/>
                </a:moveTo>
                <a:lnTo>
                  <a:pt x="0" y="173"/>
                </a:lnTo>
                <a:lnTo>
                  <a:pt x="0" y="0"/>
                </a:lnTo>
                <a:lnTo>
                  <a:pt x="8" y="6"/>
                </a:lnTo>
                <a:lnTo>
                  <a:pt x="8" y="178"/>
                </a:lnTo>
                <a:close/>
              </a:path>
            </a:pathLst>
          </a:custGeom>
          <a:solidFill>
            <a:srgbClr val="8D8D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2" name="Freeform 77"/>
          <p:cNvSpPr>
            <a:spLocks/>
          </p:cNvSpPr>
          <p:nvPr/>
        </p:nvSpPr>
        <p:spPr bwMode="auto">
          <a:xfrm>
            <a:off x="5803900" y="4164013"/>
            <a:ext cx="466725" cy="85725"/>
          </a:xfrm>
          <a:custGeom>
            <a:avLst/>
            <a:gdLst>
              <a:gd name="T0" fmla="*/ 2147483646 w 294"/>
              <a:gd name="T1" fmla="*/ 0 h 54"/>
              <a:gd name="T2" fmla="*/ 2147483646 w 294"/>
              <a:gd name="T3" fmla="*/ 0 h 54"/>
              <a:gd name="T4" fmla="*/ 2147483646 w 294"/>
              <a:gd name="T5" fmla="*/ 2147483646 h 54"/>
              <a:gd name="T6" fmla="*/ 2147483646 w 294"/>
              <a:gd name="T7" fmla="*/ 2147483646 h 54"/>
              <a:gd name="T8" fmla="*/ 2147483646 w 294"/>
              <a:gd name="T9" fmla="*/ 2147483646 h 54"/>
              <a:gd name="T10" fmla="*/ 2147483646 w 294"/>
              <a:gd name="T11" fmla="*/ 2147483646 h 54"/>
              <a:gd name="T12" fmla="*/ 2147483646 w 294"/>
              <a:gd name="T13" fmla="*/ 2147483646 h 54"/>
              <a:gd name="T14" fmla="*/ 2147483646 w 294"/>
              <a:gd name="T15" fmla="*/ 2147483646 h 54"/>
              <a:gd name="T16" fmla="*/ 2147483646 w 294"/>
              <a:gd name="T17" fmla="*/ 2147483646 h 54"/>
              <a:gd name="T18" fmla="*/ 2147483646 w 294"/>
              <a:gd name="T19" fmla="*/ 2147483646 h 54"/>
              <a:gd name="T20" fmla="*/ 2147483646 w 294"/>
              <a:gd name="T21" fmla="*/ 2147483646 h 54"/>
              <a:gd name="T22" fmla="*/ 2147483646 w 294"/>
              <a:gd name="T23" fmla="*/ 2147483646 h 54"/>
              <a:gd name="T24" fmla="*/ 2147483646 w 294"/>
              <a:gd name="T25" fmla="*/ 2147483646 h 54"/>
              <a:gd name="T26" fmla="*/ 2147483646 w 294"/>
              <a:gd name="T27" fmla="*/ 2147483646 h 54"/>
              <a:gd name="T28" fmla="*/ 2147483646 w 294"/>
              <a:gd name="T29" fmla="*/ 2147483646 h 54"/>
              <a:gd name="T30" fmla="*/ 2147483646 w 294"/>
              <a:gd name="T31" fmla="*/ 2147483646 h 54"/>
              <a:gd name="T32" fmla="*/ 2147483646 w 294"/>
              <a:gd name="T33" fmla="*/ 2147483646 h 54"/>
              <a:gd name="T34" fmla="*/ 0 w 294"/>
              <a:gd name="T35" fmla="*/ 2147483646 h 54"/>
              <a:gd name="T36" fmla="*/ 2147483646 w 294"/>
              <a:gd name="T37" fmla="*/ 2147483646 h 54"/>
              <a:gd name="T38" fmla="*/ 2147483646 w 294"/>
              <a:gd name="T39" fmla="*/ 2147483646 h 54"/>
              <a:gd name="T40" fmla="*/ 2147483646 w 294"/>
              <a:gd name="T41" fmla="*/ 2147483646 h 54"/>
              <a:gd name="T42" fmla="*/ 2147483646 w 294"/>
              <a:gd name="T43" fmla="*/ 2147483646 h 54"/>
              <a:gd name="T44" fmla="*/ 2147483646 w 294"/>
              <a:gd name="T45" fmla="*/ 2147483646 h 54"/>
              <a:gd name="T46" fmla="*/ 2147483646 w 294"/>
              <a:gd name="T47" fmla="*/ 0 h 54"/>
              <a:gd name="T48" fmla="*/ 2147483646 w 294"/>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4"/>
              <a:gd name="T76" fmla="*/ 0 h 54"/>
              <a:gd name="T77" fmla="*/ 294 w 294"/>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4" h="54">
                <a:moveTo>
                  <a:pt x="191" y="0"/>
                </a:moveTo>
                <a:lnTo>
                  <a:pt x="228" y="0"/>
                </a:lnTo>
                <a:lnTo>
                  <a:pt x="250" y="6"/>
                </a:lnTo>
                <a:lnTo>
                  <a:pt x="272" y="6"/>
                </a:lnTo>
                <a:lnTo>
                  <a:pt x="287" y="11"/>
                </a:lnTo>
                <a:lnTo>
                  <a:pt x="294" y="17"/>
                </a:lnTo>
                <a:lnTo>
                  <a:pt x="287" y="27"/>
                </a:lnTo>
                <a:lnTo>
                  <a:pt x="272" y="33"/>
                </a:lnTo>
                <a:lnTo>
                  <a:pt x="243" y="38"/>
                </a:lnTo>
                <a:lnTo>
                  <a:pt x="213" y="44"/>
                </a:lnTo>
                <a:lnTo>
                  <a:pt x="184" y="49"/>
                </a:lnTo>
                <a:lnTo>
                  <a:pt x="147" y="54"/>
                </a:lnTo>
                <a:lnTo>
                  <a:pt x="103" y="54"/>
                </a:lnTo>
                <a:lnTo>
                  <a:pt x="66" y="54"/>
                </a:lnTo>
                <a:lnTo>
                  <a:pt x="44" y="49"/>
                </a:lnTo>
                <a:lnTo>
                  <a:pt x="22" y="49"/>
                </a:lnTo>
                <a:lnTo>
                  <a:pt x="8" y="44"/>
                </a:lnTo>
                <a:lnTo>
                  <a:pt x="0" y="38"/>
                </a:lnTo>
                <a:lnTo>
                  <a:pt x="8" y="27"/>
                </a:lnTo>
                <a:lnTo>
                  <a:pt x="22" y="22"/>
                </a:lnTo>
                <a:lnTo>
                  <a:pt x="52" y="17"/>
                </a:lnTo>
                <a:lnTo>
                  <a:pt x="81" y="11"/>
                </a:lnTo>
                <a:lnTo>
                  <a:pt x="110" y="6"/>
                </a:lnTo>
                <a:lnTo>
                  <a:pt x="147" y="0"/>
                </a:lnTo>
                <a:lnTo>
                  <a:pt x="191" y="0"/>
                </a:lnTo>
                <a:close/>
              </a:path>
            </a:pathLst>
          </a:custGeom>
          <a:solidFill>
            <a:srgbClr val="7373B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3" name="Freeform 78"/>
          <p:cNvSpPr>
            <a:spLocks/>
          </p:cNvSpPr>
          <p:nvPr/>
        </p:nvSpPr>
        <p:spPr bwMode="auto">
          <a:xfrm>
            <a:off x="5803900" y="4464050"/>
            <a:ext cx="466725" cy="60325"/>
          </a:xfrm>
          <a:custGeom>
            <a:avLst/>
            <a:gdLst>
              <a:gd name="T0" fmla="*/ 2147483646 w 294"/>
              <a:gd name="T1" fmla="*/ 0 h 38"/>
              <a:gd name="T2" fmla="*/ 2147483646 w 294"/>
              <a:gd name="T3" fmla="*/ 2147483646 h 38"/>
              <a:gd name="T4" fmla="*/ 2147483646 w 294"/>
              <a:gd name="T5" fmla="*/ 2147483646 h 38"/>
              <a:gd name="T6" fmla="*/ 2147483646 w 294"/>
              <a:gd name="T7" fmla="*/ 2147483646 h 38"/>
              <a:gd name="T8" fmla="*/ 2147483646 w 294"/>
              <a:gd name="T9" fmla="*/ 2147483646 h 38"/>
              <a:gd name="T10" fmla="*/ 2147483646 w 294"/>
              <a:gd name="T11" fmla="*/ 2147483646 h 38"/>
              <a:gd name="T12" fmla="*/ 2147483646 w 294"/>
              <a:gd name="T13" fmla="*/ 2147483646 h 38"/>
              <a:gd name="T14" fmla="*/ 2147483646 w 294"/>
              <a:gd name="T15" fmla="*/ 2147483646 h 38"/>
              <a:gd name="T16" fmla="*/ 2147483646 w 294"/>
              <a:gd name="T17" fmla="*/ 2147483646 h 38"/>
              <a:gd name="T18" fmla="*/ 2147483646 w 294"/>
              <a:gd name="T19" fmla="*/ 2147483646 h 38"/>
              <a:gd name="T20" fmla="*/ 2147483646 w 294"/>
              <a:gd name="T21" fmla="*/ 2147483646 h 38"/>
              <a:gd name="T22" fmla="*/ 2147483646 w 294"/>
              <a:gd name="T23" fmla="*/ 2147483646 h 38"/>
              <a:gd name="T24" fmla="*/ 0 w 294"/>
              <a:gd name="T25" fmla="*/ 2147483646 h 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4"/>
              <a:gd name="T40" fmla="*/ 0 h 38"/>
              <a:gd name="T41" fmla="*/ 294 w 294"/>
              <a:gd name="T42" fmla="*/ 38 h 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4" h="38">
                <a:moveTo>
                  <a:pt x="294" y="0"/>
                </a:moveTo>
                <a:lnTo>
                  <a:pt x="287" y="11"/>
                </a:lnTo>
                <a:lnTo>
                  <a:pt x="272" y="16"/>
                </a:lnTo>
                <a:lnTo>
                  <a:pt x="243" y="22"/>
                </a:lnTo>
                <a:lnTo>
                  <a:pt x="213" y="27"/>
                </a:lnTo>
                <a:lnTo>
                  <a:pt x="184" y="32"/>
                </a:lnTo>
                <a:lnTo>
                  <a:pt x="147" y="38"/>
                </a:lnTo>
                <a:lnTo>
                  <a:pt x="103" y="38"/>
                </a:lnTo>
                <a:lnTo>
                  <a:pt x="66" y="38"/>
                </a:lnTo>
                <a:lnTo>
                  <a:pt x="44" y="32"/>
                </a:lnTo>
                <a:lnTo>
                  <a:pt x="22" y="32"/>
                </a:lnTo>
                <a:lnTo>
                  <a:pt x="8" y="27"/>
                </a:lnTo>
                <a:lnTo>
                  <a:pt x="0" y="2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4" name="Freeform 79"/>
          <p:cNvSpPr>
            <a:spLocks/>
          </p:cNvSpPr>
          <p:nvPr/>
        </p:nvSpPr>
        <p:spPr bwMode="auto">
          <a:xfrm>
            <a:off x="5803900" y="4164013"/>
            <a:ext cx="466725" cy="85725"/>
          </a:xfrm>
          <a:custGeom>
            <a:avLst/>
            <a:gdLst>
              <a:gd name="T0" fmla="*/ 2147483646 w 294"/>
              <a:gd name="T1" fmla="*/ 0 h 54"/>
              <a:gd name="T2" fmla="*/ 2147483646 w 294"/>
              <a:gd name="T3" fmla="*/ 0 h 54"/>
              <a:gd name="T4" fmla="*/ 2147483646 w 294"/>
              <a:gd name="T5" fmla="*/ 2147483646 h 54"/>
              <a:gd name="T6" fmla="*/ 2147483646 w 294"/>
              <a:gd name="T7" fmla="*/ 2147483646 h 54"/>
              <a:gd name="T8" fmla="*/ 2147483646 w 294"/>
              <a:gd name="T9" fmla="*/ 2147483646 h 54"/>
              <a:gd name="T10" fmla="*/ 2147483646 w 294"/>
              <a:gd name="T11" fmla="*/ 2147483646 h 54"/>
              <a:gd name="T12" fmla="*/ 2147483646 w 294"/>
              <a:gd name="T13" fmla="*/ 2147483646 h 54"/>
              <a:gd name="T14" fmla="*/ 2147483646 w 294"/>
              <a:gd name="T15" fmla="*/ 2147483646 h 54"/>
              <a:gd name="T16" fmla="*/ 2147483646 w 294"/>
              <a:gd name="T17" fmla="*/ 2147483646 h 54"/>
              <a:gd name="T18" fmla="*/ 2147483646 w 294"/>
              <a:gd name="T19" fmla="*/ 2147483646 h 54"/>
              <a:gd name="T20" fmla="*/ 2147483646 w 294"/>
              <a:gd name="T21" fmla="*/ 2147483646 h 54"/>
              <a:gd name="T22" fmla="*/ 2147483646 w 294"/>
              <a:gd name="T23" fmla="*/ 2147483646 h 54"/>
              <a:gd name="T24" fmla="*/ 2147483646 w 294"/>
              <a:gd name="T25" fmla="*/ 2147483646 h 54"/>
              <a:gd name="T26" fmla="*/ 2147483646 w 294"/>
              <a:gd name="T27" fmla="*/ 2147483646 h 54"/>
              <a:gd name="T28" fmla="*/ 2147483646 w 294"/>
              <a:gd name="T29" fmla="*/ 2147483646 h 54"/>
              <a:gd name="T30" fmla="*/ 2147483646 w 294"/>
              <a:gd name="T31" fmla="*/ 2147483646 h 54"/>
              <a:gd name="T32" fmla="*/ 2147483646 w 294"/>
              <a:gd name="T33" fmla="*/ 2147483646 h 54"/>
              <a:gd name="T34" fmla="*/ 0 w 294"/>
              <a:gd name="T35" fmla="*/ 2147483646 h 54"/>
              <a:gd name="T36" fmla="*/ 2147483646 w 294"/>
              <a:gd name="T37" fmla="*/ 2147483646 h 54"/>
              <a:gd name="T38" fmla="*/ 2147483646 w 294"/>
              <a:gd name="T39" fmla="*/ 2147483646 h 54"/>
              <a:gd name="T40" fmla="*/ 2147483646 w 294"/>
              <a:gd name="T41" fmla="*/ 2147483646 h 54"/>
              <a:gd name="T42" fmla="*/ 2147483646 w 294"/>
              <a:gd name="T43" fmla="*/ 2147483646 h 54"/>
              <a:gd name="T44" fmla="*/ 2147483646 w 294"/>
              <a:gd name="T45" fmla="*/ 2147483646 h 54"/>
              <a:gd name="T46" fmla="*/ 2147483646 w 294"/>
              <a:gd name="T47" fmla="*/ 0 h 54"/>
              <a:gd name="T48" fmla="*/ 2147483646 w 294"/>
              <a:gd name="T49" fmla="*/ 0 h 5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94"/>
              <a:gd name="T76" fmla="*/ 0 h 54"/>
              <a:gd name="T77" fmla="*/ 294 w 294"/>
              <a:gd name="T78" fmla="*/ 54 h 5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94" h="54">
                <a:moveTo>
                  <a:pt x="191" y="0"/>
                </a:moveTo>
                <a:lnTo>
                  <a:pt x="228" y="0"/>
                </a:lnTo>
                <a:lnTo>
                  <a:pt x="250" y="6"/>
                </a:lnTo>
                <a:lnTo>
                  <a:pt x="272" y="6"/>
                </a:lnTo>
                <a:lnTo>
                  <a:pt x="287" y="11"/>
                </a:lnTo>
                <a:lnTo>
                  <a:pt x="294" y="17"/>
                </a:lnTo>
                <a:lnTo>
                  <a:pt x="287" y="27"/>
                </a:lnTo>
                <a:lnTo>
                  <a:pt x="272" y="33"/>
                </a:lnTo>
                <a:lnTo>
                  <a:pt x="243" y="38"/>
                </a:lnTo>
                <a:lnTo>
                  <a:pt x="213" y="44"/>
                </a:lnTo>
                <a:lnTo>
                  <a:pt x="184" y="49"/>
                </a:lnTo>
                <a:lnTo>
                  <a:pt x="147" y="54"/>
                </a:lnTo>
                <a:lnTo>
                  <a:pt x="103" y="54"/>
                </a:lnTo>
                <a:lnTo>
                  <a:pt x="66" y="54"/>
                </a:lnTo>
                <a:lnTo>
                  <a:pt x="44" y="49"/>
                </a:lnTo>
                <a:lnTo>
                  <a:pt x="22" y="49"/>
                </a:lnTo>
                <a:lnTo>
                  <a:pt x="8" y="44"/>
                </a:lnTo>
                <a:lnTo>
                  <a:pt x="0" y="38"/>
                </a:lnTo>
                <a:lnTo>
                  <a:pt x="8" y="27"/>
                </a:lnTo>
                <a:lnTo>
                  <a:pt x="22" y="22"/>
                </a:lnTo>
                <a:lnTo>
                  <a:pt x="52" y="17"/>
                </a:lnTo>
                <a:lnTo>
                  <a:pt x="81" y="11"/>
                </a:lnTo>
                <a:lnTo>
                  <a:pt x="110" y="6"/>
                </a:lnTo>
                <a:lnTo>
                  <a:pt x="147" y="0"/>
                </a:lnTo>
                <a:lnTo>
                  <a:pt x="191" y="0"/>
                </a:lnTo>
                <a:close/>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5" name="Line 80"/>
          <p:cNvSpPr>
            <a:spLocks noChangeShapeType="1"/>
          </p:cNvSpPr>
          <p:nvPr/>
        </p:nvSpPr>
        <p:spPr bwMode="auto">
          <a:xfrm flipV="1">
            <a:off x="6270625" y="4191000"/>
            <a:ext cx="1588" cy="27305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6" name="Line 81"/>
          <p:cNvSpPr>
            <a:spLocks noChangeShapeType="1"/>
          </p:cNvSpPr>
          <p:nvPr/>
        </p:nvSpPr>
        <p:spPr bwMode="auto">
          <a:xfrm flipV="1">
            <a:off x="5803900" y="4224338"/>
            <a:ext cx="1588" cy="27463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7" name="Line 82"/>
          <p:cNvSpPr>
            <a:spLocks noChangeShapeType="1"/>
          </p:cNvSpPr>
          <p:nvPr/>
        </p:nvSpPr>
        <p:spPr bwMode="auto">
          <a:xfrm flipV="1">
            <a:off x="2047875" y="1811338"/>
            <a:ext cx="1588" cy="2773362"/>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8" name="Line 83"/>
          <p:cNvSpPr>
            <a:spLocks noChangeShapeType="1"/>
          </p:cNvSpPr>
          <p:nvPr/>
        </p:nvSpPr>
        <p:spPr bwMode="auto">
          <a:xfrm flipH="1">
            <a:off x="1989138" y="4584700"/>
            <a:ext cx="58737" cy="1588"/>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79" name="Line 84"/>
          <p:cNvSpPr>
            <a:spLocks noChangeShapeType="1"/>
          </p:cNvSpPr>
          <p:nvPr/>
        </p:nvSpPr>
        <p:spPr bwMode="auto">
          <a:xfrm flipH="1">
            <a:off x="1989138" y="4310063"/>
            <a:ext cx="58737" cy="1587"/>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0" name="Line 85"/>
          <p:cNvSpPr>
            <a:spLocks noChangeShapeType="1"/>
          </p:cNvSpPr>
          <p:nvPr/>
        </p:nvSpPr>
        <p:spPr bwMode="auto">
          <a:xfrm flipH="1">
            <a:off x="1989138" y="4027488"/>
            <a:ext cx="58737" cy="1587"/>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1" name="Line 86"/>
          <p:cNvSpPr>
            <a:spLocks noChangeShapeType="1"/>
          </p:cNvSpPr>
          <p:nvPr/>
        </p:nvSpPr>
        <p:spPr bwMode="auto">
          <a:xfrm flipH="1">
            <a:off x="1989138" y="3754438"/>
            <a:ext cx="58737" cy="1587"/>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2" name="Line 87"/>
          <p:cNvSpPr>
            <a:spLocks noChangeShapeType="1"/>
          </p:cNvSpPr>
          <p:nvPr/>
        </p:nvSpPr>
        <p:spPr bwMode="auto">
          <a:xfrm flipH="1">
            <a:off x="1989138" y="3479800"/>
            <a:ext cx="58737" cy="1588"/>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3" name="Line 88"/>
          <p:cNvSpPr>
            <a:spLocks noChangeShapeType="1"/>
          </p:cNvSpPr>
          <p:nvPr/>
        </p:nvSpPr>
        <p:spPr bwMode="auto">
          <a:xfrm flipH="1">
            <a:off x="1989138" y="3197225"/>
            <a:ext cx="58737" cy="1588"/>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4" name="Line 89"/>
          <p:cNvSpPr>
            <a:spLocks noChangeShapeType="1"/>
          </p:cNvSpPr>
          <p:nvPr/>
        </p:nvSpPr>
        <p:spPr bwMode="auto">
          <a:xfrm flipH="1">
            <a:off x="1989138" y="2924175"/>
            <a:ext cx="58737" cy="1588"/>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5" name="Line 90"/>
          <p:cNvSpPr>
            <a:spLocks noChangeShapeType="1"/>
          </p:cNvSpPr>
          <p:nvPr/>
        </p:nvSpPr>
        <p:spPr bwMode="auto">
          <a:xfrm flipH="1">
            <a:off x="1989138" y="2641600"/>
            <a:ext cx="58737" cy="1588"/>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6" name="Line 91"/>
          <p:cNvSpPr>
            <a:spLocks noChangeShapeType="1"/>
          </p:cNvSpPr>
          <p:nvPr/>
        </p:nvSpPr>
        <p:spPr bwMode="auto">
          <a:xfrm flipH="1">
            <a:off x="1989138" y="2366963"/>
            <a:ext cx="58737" cy="1587"/>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7" name="Line 92"/>
          <p:cNvSpPr>
            <a:spLocks noChangeShapeType="1"/>
          </p:cNvSpPr>
          <p:nvPr/>
        </p:nvSpPr>
        <p:spPr bwMode="auto">
          <a:xfrm flipH="1">
            <a:off x="1989138" y="2084388"/>
            <a:ext cx="58737" cy="1587"/>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8" name="Line 93"/>
          <p:cNvSpPr>
            <a:spLocks noChangeShapeType="1"/>
          </p:cNvSpPr>
          <p:nvPr/>
        </p:nvSpPr>
        <p:spPr bwMode="auto">
          <a:xfrm flipH="1">
            <a:off x="1989138" y="1811338"/>
            <a:ext cx="58737" cy="1587"/>
          </a:xfrm>
          <a:prstGeom prst="line">
            <a:avLst/>
          </a:prstGeom>
          <a:noFill/>
          <a:ln w="0" cap="sq">
            <a:solidFill>
              <a:srgbClr val="000000"/>
            </a:solidFill>
            <a:miter lim="800000"/>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89" name="Rectangle 94"/>
          <p:cNvSpPr>
            <a:spLocks noChangeArrowheads="1"/>
          </p:cNvSpPr>
          <p:nvPr/>
        </p:nvSpPr>
        <p:spPr bwMode="auto">
          <a:xfrm>
            <a:off x="1849438" y="4506913"/>
            <a:ext cx="209550"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0" name="Rectangle 95"/>
          <p:cNvSpPr>
            <a:spLocks noChangeArrowheads="1"/>
          </p:cNvSpPr>
          <p:nvPr/>
        </p:nvSpPr>
        <p:spPr bwMode="auto">
          <a:xfrm>
            <a:off x="1744663" y="4233863"/>
            <a:ext cx="3270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1" name="Rectangle 96"/>
          <p:cNvSpPr>
            <a:spLocks noChangeArrowheads="1"/>
          </p:cNvSpPr>
          <p:nvPr/>
        </p:nvSpPr>
        <p:spPr bwMode="auto">
          <a:xfrm>
            <a:off x="1744663" y="3951288"/>
            <a:ext cx="3270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20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2" name="Rectangle 97"/>
          <p:cNvSpPr>
            <a:spLocks noChangeArrowheads="1"/>
          </p:cNvSpPr>
          <p:nvPr/>
        </p:nvSpPr>
        <p:spPr bwMode="auto">
          <a:xfrm>
            <a:off x="1744663" y="3676650"/>
            <a:ext cx="3270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30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3" name="Rectangle 98"/>
          <p:cNvSpPr>
            <a:spLocks noChangeArrowheads="1"/>
          </p:cNvSpPr>
          <p:nvPr/>
        </p:nvSpPr>
        <p:spPr bwMode="auto">
          <a:xfrm>
            <a:off x="1744663" y="3403600"/>
            <a:ext cx="3270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40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4" name="Rectangle 99"/>
          <p:cNvSpPr>
            <a:spLocks noChangeArrowheads="1"/>
          </p:cNvSpPr>
          <p:nvPr/>
        </p:nvSpPr>
        <p:spPr bwMode="auto">
          <a:xfrm>
            <a:off x="1744663" y="3121025"/>
            <a:ext cx="3270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50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5" name="Rectangle 100"/>
          <p:cNvSpPr>
            <a:spLocks noChangeArrowheads="1"/>
          </p:cNvSpPr>
          <p:nvPr/>
        </p:nvSpPr>
        <p:spPr bwMode="auto">
          <a:xfrm>
            <a:off x="1744663" y="2846388"/>
            <a:ext cx="3270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60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6" name="Rectangle 101"/>
          <p:cNvSpPr>
            <a:spLocks noChangeArrowheads="1"/>
          </p:cNvSpPr>
          <p:nvPr/>
        </p:nvSpPr>
        <p:spPr bwMode="auto">
          <a:xfrm>
            <a:off x="1744663" y="2563813"/>
            <a:ext cx="3270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70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7" name="Rectangle 102"/>
          <p:cNvSpPr>
            <a:spLocks noChangeArrowheads="1"/>
          </p:cNvSpPr>
          <p:nvPr/>
        </p:nvSpPr>
        <p:spPr bwMode="auto">
          <a:xfrm>
            <a:off x="1744663" y="2290763"/>
            <a:ext cx="3270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80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8" name="Rectangle 103"/>
          <p:cNvSpPr>
            <a:spLocks noChangeArrowheads="1"/>
          </p:cNvSpPr>
          <p:nvPr/>
        </p:nvSpPr>
        <p:spPr bwMode="auto">
          <a:xfrm>
            <a:off x="1744663" y="2008188"/>
            <a:ext cx="327025"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90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99" name="Rectangle 104"/>
          <p:cNvSpPr>
            <a:spLocks noChangeArrowheads="1"/>
          </p:cNvSpPr>
          <p:nvPr/>
        </p:nvSpPr>
        <p:spPr bwMode="auto">
          <a:xfrm>
            <a:off x="1639888" y="1733550"/>
            <a:ext cx="442912"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100</a:t>
            </a:r>
            <a:endParaRPr kumimoji="0" lang="en-US" altLang="en-US" sz="2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100" name="Text Box 109"/>
          <p:cNvSpPr txBox="1">
            <a:spLocks noChangeArrowheads="1"/>
          </p:cNvSpPr>
          <p:nvPr/>
        </p:nvSpPr>
        <p:spPr bwMode="auto">
          <a:xfrm>
            <a:off x="1981200" y="4572000"/>
            <a:ext cx="128111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Business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Objective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Determination</a:t>
            </a:r>
            <a:endParaRPr kumimoji="0" lang="en-US" altLang="en-US" sz="18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endParaRPr>
          </a:p>
        </p:txBody>
      </p:sp>
      <p:sp>
        <p:nvSpPr>
          <p:cNvPr id="101" name="Text Box 110"/>
          <p:cNvSpPr txBox="1">
            <a:spLocks noChangeArrowheads="1"/>
          </p:cNvSpPr>
          <p:nvPr/>
        </p:nvSpPr>
        <p:spPr bwMode="auto">
          <a:xfrm>
            <a:off x="3352800" y="4572000"/>
            <a:ext cx="10604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prstClr val="black"/>
                </a:solidFill>
                <a:effectLst/>
                <a:uLnTx/>
                <a:uFillTx/>
                <a:latin typeface="Tahoma" panose="020B0604030504040204" pitchFamily="34" charset="0"/>
                <a:ea typeface="+mn-ea"/>
                <a:cs typeface="+mn-cs"/>
              </a:rPr>
              <a:t>Data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prstClr val="black"/>
                </a:solidFill>
                <a:effectLst/>
                <a:uLnTx/>
                <a:uFillTx/>
                <a:latin typeface="Tahoma" panose="020B0604030504040204" pitchFamily="34" charset="0"/>
                <a:ea typeface="+mn-ea"/>
                <a:cs typeface="+mn-cs"/>
              </a:rPr>
              <a:t>Preparation</a:t>
            </a:r>
            <a:endParaRPr kumimoji="0" lang="en-US" altLang="en-US" sz="18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
        <p:nvSpPr>
          <p:cNvPr id="102" name="Text Box 111"/>
          <p:cNvSpPr txBox="1">
            <a:spLocks noChangeArrowheads="1"/>
          </p:cNvSpPr>
          <p:nvPr/>
        </p:nvSpPr>
        <p:spPr bwMode="auto">
          <a:xfrm>
            <a:off x="4495800" y="4572000"/>
            <a:ext cx="943079"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Data</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rPr>
              <a:t>Modeling</a:t>
            </a:r>
            <a:endParaRPr kumimoji="0" lang="en-US" altLang="en-US" sz="1800" b="0" i="0" u="none" strike="noStrike" kern="1200" cap="none" spc="0" normalizeH="0" baseline="0" noProof="0" dirty="0">
              <a:ln>
                <a:noFill/>
              </a:ln>
              <a:solidFill>
                <a:prstClr val="black"/>
              </a:solidFill>
              <a:effectLst/>
              <a:uLnTx/>
              <a:uFillTx/>
              <a:latin typeface="Tahoma" panose="020B0604030504040204" pitchFamily="34" charset="0"/>
              <a:ea typeface="+mn-ea"/>
              <a:cs typeface="+mn-cs"/>
            </a:endParaRPr>
          </a:p>
        </p:txBody>
      </p:sp>
      <p:sp>
        <p:nvSpPr>
          <p:cNvPr id="103" name="Text Box 112"/>
          <p:cNvSpPr txBox="1">
            <a:spLocks noChangeArrowheads="1"/>
          </p:cNvSpPr>
          <p:nvPr/>
        </p:nvSpPr>
        <p:spPr bwMode="auto">
          <a:xfrm>
            <a:off x="5562600" y="4572000"/>
            <a:ext cx="11557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prstClr val="black"/>
                </a:solidFill>
                <a:effectLst/>
                <a:uLnTx/>
                <a:uFillTx/>
                <a:latin typeface="Tahoma" panose="020B0604030504040204" pitchFamily="34" charset="0"/>
                <a:ea typeface="+mn-ea"/>
                <a:cs typeface="+mn-cs"/>
              </a:rPr>
              <a:t>Analysis of</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prstClr val="black"/>
                </a:solidFill>
                <a:effectLst/>
                <a:uLnTx/>
                <a:uFillTx/>
                <a:latin typeface="Tahoma" panose="020B0604030504040204" pitchFamily="34" charset="0"/>
                <a:ea typeface="+mn-ea"/>
                <a:cs typeface="+mn-cs"/>
              </a:rPr>
              <a:t>Results and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prstClr val="black"/>
                </a:solidFill>
                <a:effectLst/>
                <a:uLnTx/>
                <a:uFillTx/>
                <a:latin typeface="Tahoma" panose="020B0604030504040204" pitchFamily="34" charset="0"/>
                <a:ea typeface="+mn-ea"/>
                <a:cs typeface="+mn-cs"/>
              </a:rPr>
              <a:t>Knowledge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500" b="0" i="0" u="none" strike="noStrike" kern="1200" cap="none" spc="0" normalizeH="0" baseline="0" noProof="0">
                <a:ln>
                  <a:noFill/>
                </a:ln>
                <a:solidFill>
                  <a:prstClr val="black"/>
                </a:solidFill>
                <a:effectLst/>
                <a:uLnTx/>
                <a:uFillTx/>
                <a:latin typeface="Tahoma" panose="020B0604030504040204" pitchFamily="34" charset="0"/>
                <a:ea typeface="+mn-ea"/>
                <a:cs typeface="+mn-cs"/>
              </a:rPr>
              <a:t>Assimilation</a:t>
            </a:r>
            <a:endParaRPr kumimoji="0" lang="en-US" altLang="en-US" sz="18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1756298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p:cNvSpPr>
            <a:spLocks noGrp="1"/>
          </p:cNvSpPr>
          <p:nvPr>
            <p:ph sz="quarter" idx="1"/>
          </p:nvPr>
        </p:nvSpPr>
        <p:spPr>
          <a:xfrm>
            <a:off x="838200" y="1828800"/>
            <a:ext cx="7772400" cy="4572000"/>
          </a:xfrm>
        </p:spPr>
        <p:txBody>
          <a:bodyPr/>
          <a:lstStyle/>
          <a:p>
            <a:pPr eaLnBrk="1" hangingPunct="1">
              <a:lnSpc>
                <a:spcPct val="110000"/>
              </a:lnSpc>
            </a:pPr>
            <a:r>
              <a:rPr lang="en-US" altLang="en-US" dirty="0"/>
              <a:t>Models need to be maintained over time</a:t>
            </a:r>
          </a:p>
          <a:p>
            <a:pPr eaLnBrk="1" hangingPunct="1">
              <a:lnSpc>
                <a:spcPct val="110000"/>
              </a:lnSpc>
            </a:pPr>
            <a:r>
              <a:rPr lang="en-US" altLang="en-US" dirty="0"/>
              <a:t>Adapt to changes in the business environment</a:t>
            </a:r>
          </a:p>
          <a:p>
            <a:pPr eaLnBrk="1" hangingPunct="1">
              <a:lnSpc>
                <a:spcPct val="110000"/>
              </a:lnSpc>
            </a:pPr>
            <a:r>
              <a:rPr lang="en-US" altLang="en-US" dirty="0"/>
              <a:t>Leverage new data as it becomes available</a:t>
            </a:r>
          </a:p>
          <a:p>
            <a:pPr lvl="2" eaLnBrk="1" hangingPunct="1">
              <a:lnSpc>
                <a:spcPct val="110000"/>
              </a:lnSpc>
            </a:pPr>
            <a:endParaRPr lang="en-US" altLang="en-US" dirty="0"/>
          </a:p>
        </p:txBody>
      </p:sp>
      <p:sp>
        <p:nvSpPr>
          <p:cNvPr id="7171"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eaLnBrk="1" hangingPunct="1"/>
            <a:r>
              <a:rPr lang="en-US" dirty="0"/>
              <a:t>Not a one-time initiative</a:t>
            </a:r>
          </a:p>
        </p:txBody>
      </p:sp>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297A8C6F-B977-4683-B6B5-488394C53176}" type="slidenum">
              <a:rPr kumimoji="0" lang="en-US" altLang="en-US" sz="1400" b="0" i="0" u="none" strike="noStrike" kern="1200" cap="none" spc="0" normalizeH="0" baseline="0" noProof="0" smtClean="0">
                <a:ln>
                  <a:noFill/>
                </a:ln>
                <a:solidFill>
                  <a:prstClr val="black"/>
                </a:solidFill>
                <a:effectLst/>
                <a:uLnTx/>
                <a:uFillTx/>
                <a:latin typeface="Tahoma" panose="020B0604030504040204" pitchFamily="34" charset="0"/>
                <a:ea typeface="+mn-ea"/>
                <a:cs typeface="+mn-cs"/>
              </a:rPr>
              <a:pPr marL="0" marR="0" lvl="0" indent="0" algn="ctr" defTabSz="914400" rtl="0" eaLnBrk="1" fontAlgn="base" latinLnBrk="0" hangingPunct="1">
                <a:lnSpc>
                  <a:spcPct val="100000"/>
                </a:lnSpc>
                <a:spcBef>
                  <a:spcPct val="0"/>
                </a:spcBef>
                <a:spcAft>
                  <a:spcPct val="0"/>
                </a:spcAft>
                <a:buClrTx/>
                <a:buSzTx/>
                <a:buFontTx/>
                <a:buNone/>
                <a:tabLst/>
                <a:defRPr/>
              </a:pPr>
              <a:t>10</a:t>
            </a:fld>
            <a:endParaRPr kumimoji="0" lang="en-US" altLang="en-US" sz="1400" b="0" i="0" u="none" strike="noStrike" kern="1200" cap="none" spc="0" normalizeH="0" baseline="0" noProof="0">
              <a:ln>
                <a:noFill/>
              </a:ln>
              <a:solidFill>
                <a:prstClr val="black"/>
              </a:solidFill>
              <a:effectLst/>
              <a:uLnTx/>
              <a:uFillTx/>
              <a:latin typeface="Tahoma" panose="020B0604030504040204" pitchFamily="34" charset="0"/>
              <a:ea typeface="+mn-ea"/>
              <a:cs typeface="+mn-cs"/>
            </a:endParaRPr>
          </a:p>
        </p:txBody>
      </p:sp>
    </p:spTree>
    <p:extLst>
      <p:ext uri="{BB962C8B-B14F-4D97-AF65-F5344CB8AC3E}">
        <p14:creationId xmlns:p14="http://schemas.microsoft.com/office/powerpoint/2010/main" val="3825969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Grp="1"/>
          </p:cNvSpPr>
          <p:nvPr>
            <p:ph type="ctrTitle"/>
          </p:nvPr>
        </p:nvSpPr>
        <p:spPr/>
        <p:txBody>
          <a:bodyPr/>
          <a:lstStyle/>
          <a:p>
            <a:r>
              <a:rPr lang="en-US" altLang="en-US" dirty="0"/>
              <a:t>Preprocessing Data</a:t>
            </a: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11</a:t>
            </a:fld>
            <a:endParaRPr lang="en-US" alt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US" altLang="en-US" dirty="0"/>
              <a:t>Types of Variables</a:t>
            </a:r>
          </a:p>
        </p:txBody>
      </p:sp>
      <p:sp>
        <p:nvSpPr>
          <p:cNvPr id="39939" name="Content Placeholder 2"/>
          <p:cNvSpPr>
            <a:spLocks noGrp="1"/>
          </p:cNvSpPr>
          <p:nvPr>
            <p:ph sz="quarter" idx="1"/>
          </p:nvPr>
        </p:nvSpPr>
        <p:spPr>
          <a:xfrm>
            <a:off x="685800" y="1600200"/>
            <a:ext cx="7772400" cy="4267200"/>
          </a:xfrm>
        </p:spPr>
        <p:txBody>
          <a:bodyPr/>
          <a:lstStyle/>
          <a:p>
            <a:pPr eaLnBrk="1" hangingPunct="1"/>
            <a:r>
              <a:rPr lang="en-US" altLang="en-US" dirty="0">
                <a:latin typeface="Franklin Gothic Book" panose="020B0503020102020204" pitchFamily="34" charset="0"/>
              </a:rPr>
              <a:t>Main distinction: Categorical vs. numeric</a:t>
            </a:r>
          </a:p>
          <a:p>
            <a:pPr eaLnBrk="1" hangingPunct="1"/>
            <a:r>
              <a:rPr lang="en-US" altLang="en-US" dirty="0">
                <a:latin typeface="Franklin Gothic Book" panose="020B0503020102020204" pitchFamily="34" charset="0"/>
              </a:rPr>
              <a:t>Numeric </a:t>
            </a:r>
          </a:p>
          <a:p>
            <a:pPr lvl="1" eaLnBrk="1" hangingPunct="1"/>
            <a:r>
              <a:rPr lang="en-US" altLang="en-US" dirty="0">
                <a:latin typeface="Franklin Gothic Book" panose="020B0503020102020204" pitchFamily="34" charset="0"/>
              </a:rPr>
              <a:t>Continuous </a:t>
            </a:r>
          </a:p>
          <a:p>
            <a:pPr lvl="2" eaLnBrk="1" hangingPunct="1"/>
            <a:r>
              <a:rPr lang="en-US" altLang="en-US" dirty="0">
                <a:latin typeface="Franklin Gothic Book" panose="020B0503020102020204" pitchFamily="34" charset="0"/>
              </a:rPr>
              <a:t>Example – number of miles a car has been driven</a:t>
            </a:r>
          </a:p>
          <a:p>
            <a:pPr lvl="1" eaLnBrk="1" hangingPunct="1"/>
            <a:r>
              <a:rPr lang="en-US" altLang="en-US" dirty="0">
                <a:latin typeface="Franklin Gothic Book" panose="020B0503020102020204" pitchFamily="34" charset="0"/>
              </a:rPr>
              <a:t>Integer</a:t>
            </a:r>
          </a:p>
          <a:p>
            <a:pPr lvl="2" eaLnBrk="1" hangingPunct="1"/>
            <a:r>
              <a:rPr lang="en-US" altLang="en-US" dirty="0">
                <a:latin typeface="Franklin Gothic Book" panose="020B0503020102020204" pitchFamily="34" charset="0"/>
              </a:rPr>
              <a:t>Example – number of doors a car has</a:t>
            </a:r>
          </a:p>
          <a:p>
            <a:pPr eaLnBrk="1" hangingPunct="1"/>
            <a:r>
              <a:rPr lang="en-US" altLang="en-US" dirty="0">
                <a:latin typeface="Franklin Gothic Book" panose="020B0503020102020204" pitchFamily="34" charset="0"/>
              </a:rPr>
              <a:t>Categorical</a:t>
            </a:r>
          </a:p>
          <a:p>
            <a:pPr lvl="1" eaLnBrk="1" hangingPunct="1"/>
            <a:r>
              <a:rPr lang="en-US" altLang="en-US" dirty="0">
                <a:latin typeface="Franklin Gothic Book" panose="020B0503020102020204" pitchFamily="34" charset="0"/>
              </a:rPr>
              <a:t>Ordered </a:t>
            </a:r>
          </a:p>
          <a:p>
            <a:pPr lvl="2" eaLnBrk="1" hangingPunct="1"/>
            <a:r>
              <a:rPr lang="en-US" altLang="en-US" dirty="0">
                <a:latin typeface="Franklin Gothic Book" panose="020B0503020102020204" pitchFamily="34" charset="0"/>
              </a:rPr>
              <a:t>Example – car trim level</a:t>
            </a:r>
          </a:p>
          <a:p>
            <a:pPr lvl="1" eaLnBrk="1" hangingPunct="1"/>
            <a:r>
              <a:rPr lang="en-US" altLang="en-US" dirty="0">
                <a:latin typeface="Franklin Gothic Book" panose="020B0503020102020204" pitchFamily="34" charset="0"/>
              </a:rPr>
              <a:t>Unordered</a:t>
            </a:r>
          </a:p>
          <a:p>
            <a:pPr lvl="2" eaLnBrk="1" hangingPunct="1"/>
            <a:r>
              <a:rPr lang="en-US" altLang="en-US" dirty="0">
                <a:latin typeface="Franklin Gothic Book" panose="020B0503020102020204" pitchFamily="34" charset="0"/>
              </a:rPr>
              <a:t>Example – car color </a:t>
            </a:r>
          </a:p>
        </p:txBody>
      </p:sp>
      <p:sp>
        <p:nvSpPr>
          <p:cNvPr id="6"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12</a:t>
            </a:fld>
            <a:endParaRPr lang="en-US" alt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38BAF-5F9F-2504-B96F-0DF5F24DF563}"/>
            </a:ext>
          </a:extLst>
        </p:cNvPr>
        <p:cNvGrpSpPr/>
        <p:nvPr/>
      </p:nvGrpSpPr>
      <p:grpSpPr>
        <a:xfrm>
          <a:off x="0" y="0"/>
          <a:ext cx="0" cy="0"/>
          <a:chOff x="0" y="0"/>
          <a:chExt cx="0" cy="0"/>
        </a:xfrm>
      </p:grpSpPr>
      <p:sp>
        <p:nvSpPr>
          <p:cNvPr id="39938" name="Title 1">
            <a:extLst>
              <a:ext uri="{FF2B5EF4-FFF2-40B4-BE49-F238E27FC236}">
                <a16:creationId xmlns:a16="http://schemas.microsoft.com/office/drawing/2014/main" id="{B2E19704-CC3F-BF16-62C0-E3A5560CB4FF}"/>
              </a:ext>
            </a:extLst>
          </p:cNvPr>
          <p:cNvSpPr>
            <a:spLocks noGrp="1"/>
          </p:cNvSpPr>
          <p:nvPr>
            <p:ph type="title"/>
          </p:nvPr>
        </p:nvSpPr>
        <p:spPr/>
        <p:txBody>
          <a:bodyPr/>
          <a:lstStyle/>
          <a:p>
            <a:pPr eaLnBrk="1" hangingPunct="1"/>
            <a:r>
              <a:rPr lang="en-US" altLang="en-US"/>
              <a:t>Types of Variables</a:t>
            </a:r>
          </a:p>
        </p:txBody>
      </p:sp>
      <p:sp>
        <p:nvSpPr>
          <p:cNvPr id="39939" name="Content Placeholder 2">
            <a:extLst>
              <a:ext uri="{FF2B5EF4-FFF2-40B4-BE49-F238E27FC236}">
                <a16:creationId xmlns:a16="http://schemas.microsoft.com/office/drawing/2014/main" id="{D00B11EC-346E-27F9-C985-161ABE6FA330}"/>
              </a:ext>
            </a:extLst>
          </p:cNvPr>
          <p:cNvSpPr>
            <a:spLocks noGrp="1"/>
          </p:cNvSpPr>
          <p:nvPr>
            <p:ph sz="quarter" idx="1"/>
          </p:nvPr>
        </p:nvSpPr>
        <p:spPr>
          <a:xfrm>
            <a:off x="685800" y="1600200"/>
            <a:ext cx="7772400" cy="4267200"/>
          </a:xfrm>
        </p:spPr>
        <p:txBody>
          <a:bodyPr/>
          <a:lstStyle/>
          <a:p>
            <a:pPr eaLnBrk="1" hangingPunct="1"/>
            <a:r>
              <a:rPr lang="en-US" altLang="en-US" dirty="0">
                <a:latin typeface="Franklin Gothic Book" panose="020B0503020102020204" pitchFamily="34" charset="0"/>
              </a:rPr>
              <a:t>Note: Not all numbers are treated as numeric!</a:t>
            </a:r>
          </a:p>
          <a:p>
            <a:pPr lvl="1" eaLnBrk="1" hangingPunct="1"/>
            <a:r>
              <a:rPr lang="en-US" altLang="en-US" dirty="0">
                <a:latin typeface="Franklin Gothic Book" panose="020B0503020102020204" pitchFamily="34" charset="0"/>
              </a:rPr>
              <a:t>Month is often shown as 1 to 12 but is categorical</a:t>
            </a:r>
          </a:p>
          <a:p>
            <a:pPr lvl="2" eaLnBrk="1" hangingPunct="1"/>
            <a:r>
              <a:rPr lang="en-US" altLang="en-US" dirty="0">
                <a:latin typeface="Franklin Gothic Book" panose="020B0503020102020204" pitchFamily="34" charset="0"/>
              </a:rPr>
              <a:t>Yes, February is one more than January…</a:t>
            </a:r>
          </a:p>
          <a:p>
            <a:pPr lvl="2" eaLnBrk="1" hangingPunct="1"/>
            <a:r>
              <a:rPr lang="en-US" altLang="en-US" dirty="0">
                <a:latin typeface="Franklin Gothic Book" panose="020B0503020102020204" pitchFamily="34" charset="0"/>
              </a:rPr>
              <a:t>But only if they are in the same year</a:t>
            </a:r>
          </a:p>
          <a:p>
            <a:pPr lvl="2" eaLnBrk="1" hangingPunct="1"/>
            <a:r>
              <a:rPr lang="en-US" altLang="en-US" dirty="0">
                <a:latin typeface="Franklin Gothic Book" panose="020B0503020102020204" pitchFamily="34" charset="0"/>
              </a:rPr>
              <a:t>February 2024 is 11 fewer months compared to January 2025</a:t>
            </a:r>
          </a:p>
          <a:p>
            <a:pPr lvl="1" eaLnBrk="1" hangingPunct="1"/>
            <a:r>
              <a:rPr lang="en-US" altLang="en-US" dirty="0">
                <a:latin typeface="Franklin Gothic Book" panose="020B0503020102020204" pitchFamily="34" charset="0"/>
              </a:rPr>
              <a:t>Binary indicators are often shown as 0 and 1 but are categorical</a:t>
            </a:r>
          </a:p>
          <a:p>
            <a:pPr lvl="2" eaLnBrk="1" hangingPunct="1"/>
            <a:r>
              <a:rPr lang="en-US" altLang="en-US" dirty="0">
                <a:latin typeface="Franklin Gothic Book" panose="020B0503020102020204" pitchFamily="34" charset="0"/>
              </a:rPr>
              <a:t>1 = Yes; 0 = No</a:t>
            </a:r>
          </a:p>
          <a:p>
            <a:pPr eaLnBrk="1" hangingPunct="1"/>
            <a:r>
              <a:rPr lang="en-US" altLang="en-US" dirty="0">
                <a:latin typeface="Franklin Gothic Book" panose="020B0503020102020204" pitchFamily="34" charset="0"/>
              </a:rPr>
              <a:t>Different data types require different modeling or statistical techniques</a:t>
            </a:r>
          </a:p>
        </p:txBody>
      </p:sp>
      <p:sp>
        <p:nvSpPr>
          <p:cNvPr id="6" name="Slide Number Placeholder 5">
            <a:extLst>
              <a:ext uri="{FF2B5EF4-FFF2-40B4-BE49-F238E27FC236}">
                <a16:creationId xmlns:a16="http://schemas.microsoft.com/office/drawing/2014/main" id="{283E7425-0BC9-965F-B2C6-251A7F6BE9A0}"/>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13</a:t>
            </a:fld>
            <a:endParaRPr lang="en-US" altLang="en-US" sz="1400" dirty="0"/>
          </a:p>
        </p:txBody>
      </p:sp>
    </p:spTree>
    <p:extLst>
      <p:ext uri="{BB962C8B-B14F-4D97-AF65-F5344CB8AC3E}">
        <p14:creationId xmlns:p14="http://schemas.microsoft.com/office/powerpoint/2010/main" val="3830028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4">
            <a:extLst>
              <a:ext uri="{FF2B5EF4-FFF2-40B4-BE49-F238E27FC236}">
                <a16:creationId xmlns:a16="http://schemas.microsoft.com/office/drawing/2014/main" id="{CAC041AF-42C3-7E4E-4FFB-05549119A57E}"/>
              </a:ext>
            </a:extLst>
          </p:cNvPr>
          <p:cNvSpPr>
            <a:spLocks noGrp="1"/>
          </p:cNvSpPr>
          <p:nvPr>
            <p:ph type="title"/>
          </p:nvPr>
        </p:nvSpPr>
        <p:spPr/>
        <p:txBody>
          <a:bodyPr/>
          <a:lstStyle/>
          <a:p>
            <a:pPr eaLnBrk="1" hangingPunct="1"/>
            <a:r>
              <a:rPr lang="en-US" altLang="en-US" dirty="0"/>
              <a:t>Graphs for Data Exploration</a:t>
            </a:r>
          </a:p>
        </p:txBody>
      </p:sp>
      <p:sp>
        <p:nvSpPr>
          <p:cNvPr id="7171" name="Content Placeholder 2">
            <a:extLst>
              <a:ext uri="{FF2B5EF4-FFF2-40B4-BE49-F238E27FC236}">
                <a16:creationId xmlns:a16="http://schemas.microsoft.com/office/drawing/2014/main" id="{77BC53F1-40B5-309B-4A73-824F7E48786A}"/>
              </a:ext>
            </a:extLst>
          </p:cNvPr>
          <p:cNvSpPr>
            <a:spLocks noGrp="1"/>
          </p:cNvSpPr>
          <p:nvPr>
            <p:ph sz="quarter" idx="1"/>
          </p:nvPr>
        </p:nvSpPr>
        <p:spPr>
          <a:xfrm>
            <a:off x="762000" y="1889760"/>
            <a:ext cx="4191000" cy="2286000"/>
          </a:xfrm>
        </p:spPr>
        <p:txBody>
          <a:bodyPr/>
          <a:lstStyle/>
          <a:p>
            <a:pPr eaLnBrk="1" hangingPunct="1">
              <a:buFont typeface="Arial" pitchFamily="34" charset="0"/>
              <a:buNone/>
              <a:defRPr/>
            </a:pPr>
            <a:r>
              <a:rPr lang="en-US" dirty="0">
                <a:latin typeface="+mj-lt"/>
              </a:rPr>
              <a:t>Basic Charts</a:t>
            </a:r>
          </a:p>
          <a:p>
            <a:pPr lvl="1" eaLnBrk="1" hangingPunct="1">
              <a:buFont typeface="Arial" pitchFamily="34" charset="0"/>
              <a:buNone/>
              <a:defRPr/>
            </a:pPr>
            <a:r>
              <a:rPr lang="en-US" dirty="0">
                <a:latin typeface="+mj-lt"/>
              </a:rPr>
              <a:t>Line Graphs</a:t>
            </a:r>
          </a:p>
          <a:p>
            <a:pPr lvl="1" eaLnBrk="1" hangingPunct="1">
              <a:buFont typeface="Arial" pitchFamily="34" charset="0"/>
              <a:buNone/>
              <a:defRPr/>
            </a:pPr>
            <a:r>
              <a:rPr lang="en-US" dirty="0">
                <a:latin typeface="+mj-lt"/>
              </a:rPr>
              <a:t>Bar Charts</a:t>
            </a:r>
          </a:p>
          <a:p>
            <a:pPr lvl="1" eaLnBrk="1" hangingPunct="1">
              <a:buFont typeface="Arial" pitchFamily="34" charset="0"/>
              <a:buNone/>
              <a:defRPr/>
            </a:pPr>
            <a:r>
              <a:rPr lang="en-US" dirty="0">
                <a:latin typeface="+mj-lt"/>
              </a:rPr>
              <a:t>Scatterplots</a:t>
            </a:r>
          </a:p>
        </p:txBody>
      </p:sp>
      <p:sp>
        <p:nvSpPr>
          <p:cNvPr id="7172" name="Content Placeholder 3">
            <a:extLst>
              <a:ext uri="{FF2B5EF4-FFF2-40B4-BE49-F238E27FC236}">
                <a16:creationId xmlns:a16="http://schemas.microsoft.com/office/drawing/2014/main" id="{18150DE8-387D-D529-2EBD-C8137C1401EE}"/>
              </a:ext>
            </a:extLst>
          </p:cNvPr>
          <p:cNvSpPr>
            <a:spLocks noGrp="1"/>
          </p:cNvSpPr>
          <p:nvPr>
            <p:ph sz="quarter" idx="2"/>
          </p:nvPr>
        </p:nvSpPr>
        <p:spPr>
          <a:xfrm>
            <a:off x="4953000" y="1889760"/>
            <a:ext cx="3733800" cy="2438400"/>
          </a:xfrm>
        </p:spPr>
        <p:txBody>
          <a:bodyPr/>
          <a:lstStyle/>
          <a:p>
            <a:pPr eaLnBrk="1" hangingPunct="1">
              <a:buFont typeface="Arial" pitchFamily="34" charset="0"/>
              <a:buNone/>
              <a:defRPr/>
            </a:pPr>
            <a:r>
              <a:rPr lang="en-US" dirty="0">
                <a:latin typeface="+mj-lt"/>
              </a:rPr>
              <a:t>Distribution Plots</a:t>
            </a:r>
          </a:p>
          <a:p>
            <a:pPr lvl="1" eaLnBrk="1" hangingPunct="1">
              <a:buFont typeface="Arial" pitchFamily="34" charset="0"/>
              <a:buNone/>
              <a:defRPr/>
            </a:pPr>
            <a:r>
              <a:rPr lang="en-US" dirty="0">
                <a:latin typeface="+mj-lt"/>
              </a:rPr>
              <a:t>Histograms</a:t>
            </a:r>
          </a:p>
          <a:p>
            <a:pPr lvl="1" eaLnBrk="1" hangingPunct="1">
              <a:buFont typeface="Arial" pitchFamily="34" charset="0"/>
              <a:buNone/>
              <a:defRPr/>
            </a:pPr>
            <a:r>
              <a:rPr lang="en-US" dirty="0">
                <a:latin typeface="+mj-lt"/>
              </a:rPr>
              <a:t>Boxplots</a:t>
            </a:r>
          </a:p>
          <a:p>
            <a:pPr lvl="1" eaLnBrk="1" hangingPunct="1">
              <a:buFont typeface="Arial" pitchFamily="34" charset="0"/>
              <a:buNone/>
              <a:defRPr/>
            </a:pPr>
            <a:endParaRPr lang="en-US" dirty="0">
              <a:latin typeface="+mj-lt"/>
            </a:endParaRPr>
          </a:p>
        </p:txBody>
      </p:sp>
      <p:sp>
        <p:nvSpPr>
          <p:cNvPr id="9221" name="TextBox 1">
            <a:extLst>
              <a:ext uri="{FF2B5EF4-FFF2-40B4-BE49-F238E27FC236}">
                <a16:creationId xmlns:a16="http://schemas.microsoft.com/office/drawing/2014/main" id="{54D6FACF-B849-9487-7D48-5F3E688B88D1}"/>
              </a:ext>
            </a:extLst>
          </p:cNvPr>
          <p:cNvSpPr txBox="1">
            <a:spLocks noChangeArrowheads="1"/>
          </p:cNvSpPr>
          <p:nvPr/>
        </p:nvSpPr>
        <p:spPr bwMode="auto">
          <a:xfrm>
            <a:off x="762000" y="4200144"/>
            <a:ext cx="7620000" cy="2092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600" dirty="0">
                <a:latin typeface="+mj-lt"/>
              </a:rPr>
              <a:t>We use visualizations to better understand the structure and patterns in the data.</a:t>
            </a:r>
          </a:p>
          <a:p>
            <a:pPr eaLnBrk="1" hangingPunct="1"/>
            <a:endParaRPr lang="en-US" altLang="en-US" sz="2600" dirty="0">
              <a:latin typeface="+mj-lt"/>
            </a:endParaRPr>
          </a:p>
          <a:p>
            <a:pPr eaLnBrk="1" hangingPunct="1"/>
            <a:r>
              <a:rPr lang="en-US" altLang="en-US" sz="2600" dirty="0">
                <a:latin typeface="+mj-lt"/>
              </a:rPr>
              <a:t>The more we understand the data, the better the models we can build.</a:t>
            </a:r>
          </a:p>
        </p:txBody>
      </p:sp>
      <p:sp>
        <p:nvSpPr>
          <p:cNvPr id="9222" name="Slide Number Placeholder 5">
            <a:extLst>
              <a:ext uri="{FF2B5EF4-FFF2-40B4-BE49-F238E27FC236}">
                <a16:creationId xmlns:a16="http://schemas.microsoft.com/office/drawing/2014/main" id="{3BA70C5C-932B-F01B-9F33-826AB22C0CF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360B3D2-931B-4283-97EE-894AA1DC3D10}" type="slidenum">
              <a:rPr lang="en-US" altLang="en-US" sz="1400" smtClean="0">
                <a:latin typeface="Tahoma" panose="020B0604030504040204" pitchFamily="34" charset="0"/>
              </a:rPr>
              <a:pPr>
                <a:spcBef>
                  <a:spcPct val="0"/>
                </a:spcBef>
                <a:buClrTx/>
                <a:buSzTx/>
                <a:buFontTx/>
                <a:buNone/>
              </a:pPr>
              <a:t>14</a:t>
            </a:fld>
            <a:endParaRPr lang="en-US" altLang="en-US" sz="1400">
              <a:latin typeface="Tahoma" panose="020B060403050404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8683D069-6A47-B897-8A2E-A60588FBA86D}"/>
              </a:ext>
            </a:extLst>
          </p:cNvPr>
          <p:cNvSpPr>
            <a:spLocks noGrp="1"/>
          </p:cNvSpPr>
          <p:nvPr>
            <p:ph type="title"/>
          </p:nvPr>
        </p:nvSpPr>
        <p:spPr>
          <a:xfrm>
            <a:off x="673100" y="274638"/>
            <a:ext cx="8013700" cy="1143000"/>
          </a:xfrm>
        </p:spPr>
        <p:txBody>
          <a:bodyPr/>
          <a:lstStyle/>
          <a:p>
            <a:pPr eaLnBrk="1" hangingPunct="1"/>
            <a:r>
              <a:rPr lang="en-US" altLang="en-US"/>
              <a:t>Bar Chart for Categorical Variable</a:t>
            </a:r>
          </a:p>
        </p:txBody>
      </p:sp>
      <p:sp>
        <p:nvSpPr>
          <p:cNvPr id="5124" name="Content Placeholder 4">
            <a:extLst>
              <a:ext uri="{FF2B5EF4-FFF2-40B4-BE49-F238E27FC236}">
                <a16:creationId xmlns:a16="http://schemas.microsoft.com/office/drawing/2014/main" id="{EE5421F7-E358-8E6A-95CA-A838A61119E7}"/>
              </a:ext>
            </a:extLst>
          </p:cNvPr>
          <p:cNvSpPr>
            <a:spLocks noGrp="1"/>
          </p:cNvSpPr>
          <p:nvPr>
            <p:ph sz="quarter" idx="1"/>
          </p:nvPr>
        </p:nvSpPr>
        <p:spPr>
          <a:xfrm>
            <a:off x="304800" y="2133600"/>
            <a:ext cx="3175000" cy="3840163"/>
          </a:xfrm>
        </p:spPr>
        <p:txBody>
          <a:bodyPr>
            <a:normAutofit/>
          </a:bodyPr>
          <a:lstStyle/>
          <a:p>
            <a:pPr marL="0" indent="0" eaLnBrk="1" fontAlgn="auto" hangingPunct="1">
              <a:spcBef>
                <a:spcPts val="580"/>
              </a:spcBef>
              <a:spcAft>
                <a:spcPts val="0"/>
              </a:spcAft>
              <a:buFont typeface="Arial" charset="0"/>
              <a:buNone/>
              <a:defRPr/>
            </a:pPr>
            <a:r>
              <a:rPr lang="en-US" sz="2400" dirty="0">
                <a:latin typeface="+mj-lt"/>
              </a:rPr>
              <a:t>Y-axis is average price for Toyota Corollas shown separately for those with air conditioning (1) versus those without (0).</a:t>
            </a:r>
          </a:p>
        </p:txBody>
      </p:sp>
      <p:sp>
        <p:nvSpPr>
          <p:cNvPr id="15365" name="Slide Number Placeholder 5">
            <a:extLst>
              <a:ext uri="{FF2B5EF4-FFF2-40B4-BE49-F238E27FC236}">
                <a16:creationId xmlns:a16="http://schemas.microsoft.com/office/drawing/2014/main" id="{891F1387-6A12-23D3-2F0B-BD585539898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4A248F8-B576-4846-A3B4-60DF7F357846}" type="slidenum">
              <a:rPr lang="en-US" altLang="en-US" sz="1400" smtClean="0">
                <a:latin typeface="Tahoma" panose="020B0604030504040204" pitchFamily="34" charset="0"/>
              </a:rPr>
              <a:pPr>
                <a:spcBef>
                  <a:spcPct val="0"/>
                </a:spcBef>
                <a:buClrTx/>
                <a:buSzTx/>
                <a:buFontTx/>
                <a:buNone/>
              </a:pPr>
              <a:t>15</a:t>
            </a:fld>
            <a:endParaRPr lang="en-US" altLang="en-US" sz="1400">
              <a:latin typeface="Tahoma" panose="020B0604030504040204" pitchFamily="34" charset="0"/>
            </a:endParaRPr>
          </a:p>
        </p:txBody>
      </p:sp>
      <p:pic>
        <p:nvPicPr>
          <p:cNvPr id="1026" name="Picture 2" descr="A bar graph of average car price by air conditioning status.  Cars with air conditioning average 12,263.  Cars without average 9,147.">
            <a:extLst>
              <a:ext uri="{FF2B5EF4-FFF2-40B4-BE49-F238E27FC236}">
                <a16:creationId xmlns:a16="http://schemas.microsoft.com/office/drawing/2014/main" id="{D3BDC031-6DD0-E5BD-7B0F-A93D41DA7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8149" y="2010918"/>
            <a:ext cx="5314950" cy="36957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73CB8424-4DCE-D2A3-5BAF-A768A82635A9}"/>
              </a:ext>
            </a:extLst>
          </p:cNvPr>
          <p:cNvSpPr>
            <a:spLocks noGrp="1"/>
          </p:cNvSpPr>
          <p:nvPr>
            <p:ph type="title"/>
          </p:nvPr>
        </p:nvSpPr>
        <p:spPr>
          <a:xfrm>
            <a:off x="812800" y="274638"/>
            <a:ext cx="7874000" cy="1020762"/>
          </a:xfrm>
        </p:spPr>
        <p:txBody>
          <a:bodyPr/>
          <a:lstStyle/>
          <a:p>
            <a:pPr eaLnBrk="1" hangingPunct="1"/>
            <a:r>
              <a:rPr lang="en-US" altLang="en-US"/>
              <a:t>Scatterplot	</a:t>
            </a:r>
          </a:p>
        </p:txBody>
      </p:sp>
      <p:sp>
        <p:nvSpPr>
          <p:cNvPr id="10243" name="Content Placeholder 2">
            <a:extLst>
              <a:ext uri="{FF2B5EF4-FFF2-40B4-BE49-F238E27FC236}">
                <a16:creationId xmlns:a16="http://schemas.microsoft.com/office/drawing/2014/main" id="{A312D0FA-E466-8297-6C44-1DE033DC6F8D}"/>
              </a:ext>
            </a:extLst>
          </p:cNvPr>
          <p:cNvSpPr>
            <a:spLocks noGrp="1"/>
          </p:cNvSpPr>
          <p:nvPr>
            <p:ph sz="quarter" idx="1"/>
          </p:nvPr>
        </p:nvSpPr>
        <p:spPr>
          <a:xfrm>
            <a:off x="939800" y="1397000"/>
            <a:ext cx="7594600" cy="1066800"/>
          </a:xfrm>
        </p:spPr>
        <p:txBody>
          <a:bodyPr/>
          <a:lstStyle/>
          <a:p>
            <a:pPr marL="0" indent="0" eaLnBrk="1" hangingPunct="1">
              <a:buFont typeface="Arial" pitchFamily="34" charset="0"/>
              <a:buNone/>
              <a:defRPr/>
            </a:pPr>
            <a:r>
              <a:rPr lang="en-US" dirty="0">
                <a:latin typeface="+mj-lt"/>
              </a:rPr>
              <a:t>Displays the relationship between two numerical variables such as price and vehicle age</a:t>
            </a:r>
          </a:p>
        </p:txBody>
      </p:sp>
      <p:sp>
        <p:nvSpPr>
          <p:cNvPr id="16389" name="Slide Number Placeholder 5">
            <a:extLst>
              <a:ext uri="{FF2B5EF4-FFF2-40B4-BE49-F238E27FC236}">
                <a16:creationId xmlns:a16="http://schemas.microsoft.com/office/drawing/2014/main" id="{6BAD43D6-91E7-8990-B155-C25C90EC088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526F188-266C-4012-938C-A9FF046E46ED}" type="slidenum">
              <a:rPr lang="en-US" altLang="en-US" sz="1400" smtClean="0">
                <a:latin typeface="Tahoma" panose="020B0604030504040204" pitchFamily="34" charset="0"/>
              </a:rPr>
              <a:pPr>
                <a:spcBef>
                  <a:spcPct val="0"/>
                </a:spcBef>
                <a:buClrTx/>
                <a:buSzTx/>
                <a:buFontTx/>
                <a:buNone/>
              </a:pPr>
              <a:t>16</a:t>
            </a:fld>
            <a:endParaRPr lang="en-US" altLang="en-US" sz="1400">
              <a:latin typeface="Tahoma" panose="020B0604030504040204" pitchFamily="34" charset="0"/>
            </a:endParaRPr>
          </a:p>
        </p:txBody>
      </p:sp>
      <p:pic>
        <p:nvPicPr>
          <p:cNvPr id="10242" name="Picture 2" descr="A scatterplot of car Price versus car Age.  The data shows a negative correlation with price dropping as cars get older.">
            <a:extLst>
              <a:ext uri="{FF2B5EF4-FFF2-40B4-BE49-F238E27FC236}">
                <a16:creationId xmlns:a16="http://schemas.microsoft.com/office/drawing/2014/main" id="{824B83D9-72D1-D151-8D1E-2557838E49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4525" y="2463800"/>
            <a:ext cx="5314950" cy="3743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DFDEB02-89F0-78DC-C2CD-38010A0EEE4A}"/>
              </a:ext>
            </a:extLst>
          </p:cNvPr>
          <p:cNvSpPr>
            <a:spLocks noGrp="1"/>
          </p:cNvSpPr>
          <p:nvPr>
            <p:ph type="title"/>
          </p:nvPr>
        </p:nvSpPr>
        <p:spPr/>
        <p:txBody>
          <a:bodyPr/>
          <a:lstStyle/>
          <a:p>
            <a:pPr eaLnBrk="1" hangingPunct="1"/>
            <a:r>
              <a:rPr lang="en-US" altLang="en-US" dirty="0"/>
              <a:t>Histograms</a:t>
            </a:r>
          </a:p>
        </p:txBody>
      </p:sp>
      <p:sp>
        <p:nvSpPr>
          <p:cNvPr id="8195" name="Content Placeholder 3">
            <a:extLst>
              <a:ext uri="{FF2B5EF4-FFF2-40B4-BE49-F238E27FC236}">
                <a16:creationId xmlns:a16="http://schemas.microsoft.com/office/drawing/2014/main" id="{9B339D54-4FC7-4334-3311-611E93A897F9}"/>
              </a:ext>
            </a:extLst>
          </p:cNvPr>
          <p:cNvSpPr>
            <a:spLocks noGrp="1"/>
          </p:cNvSpPr>
          <p:nvPr>
            <p:ph sz="quarter" idx="1"/>
          </p:nvPr>
        </p:nvSpPr>
        <p:spPr>
          <a:xfrm>
            <a:off x="1016000" y="1169988"/>
            <a:ext cx="7543800" cy="2128837"/>
          </a:xfrm>
        </p:spPr>
        <p:txBody>
          <a:bodyPr>
            <a:normAutofit/>
          </a:bodyPr>
          <a:lstStyle/>
          <a:p>
            <a:pPr marL="0" indent="0" eaLnBrk="1" fontAlgn="auto" hangingPunct="1">
              <a:spcBef>
                <a:spcPts val="580"/>
              </a:spcBef>
              <a:spcAft>
                <a:spcPts val="0"/>
              </a:spcAft>
              <a:buFont typeface="Wingdings 2" panose="05020102010507070707" pitchFamily="18" charset="2"/>
              <a:buNone/>
              <a:defRPr/>
            </a:pPr>
            <a:endParaRPr lang="en-US" dirty="0">
              <a:latin typeface="+mj-lt"/>
            </a:endParaRPr>
          </a:p>
          <a:p>
            <a:pPr marL="0" indent="0" eaLnBrk="1" fontAlgn="auto" hangingPunct="1">
              <a:spcBef>
                <a:spcPts val="580"/>
              </a:spcBef>
              <a:spcAft>
                <a:spcPts val="0"/>
              </a:spcAft>
              <a:buFont typeface="Wingdings 2" panose="05020102010507070707" pitchFamily="18" charset="2"/>
              <a:buNone/>
              <a:defRPr/>
            </a:pPr>
            <a:r>
              <a:rPr lang="en-US" dirty="0">
                <a:latin typeface="+mj-lt"/>
              </a:rPr>
              <a:t>Histogram shows the distribution of the outcome variable (Price) or any other variable</a:t>
            </a:r>
          </a:p>
        </p:txBody>
      </p:sp>
      <p:sp>
        <p:nvSpPr>
          <p:cNvPr id="18437" name="Slide Number Placeholder 5">
            <a:extLst>
              <a:ext uri="{FF2B5EF4-FFF2-40B4-BE49-F238E27FC236}">
                <a16:creationId xmlns:a16="http://schemas.microsoft.com/office/drawing/2014/main" id="{458FE8E4-32E8-8BE5-D409-EB2EF97874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556EC6D-EBDB-4FA5-B7FB-9463A5499D27}" type="slidenum">
              <a:rPr lang="en-US" altLang="en-US" sz="1400" smtClean="0">
                <a:latin typeface="Tahoma" panose="020B0604030504040204" pitchFamily="34" charset="0"/>
              </a:rPr>
              <a:pPr>
                <a:spcBef>
                  <a:spcPct val="0"/>
                </a:spcBef>
                <a:buClrTx/>
                <a:buSzTx/>
                <a:buFontTx/>
                <a:buNone/>
              </a:pPr>
              <a:t>17</a:t>
            </a:fld>
            <a:endParaRPr lang="en-US" altLang="en-US" sz="1400">
              <a:latin typeface="Tahoma" panose="020B0604030504040204" pitchFamily="34" charset="0"/>
            </a:endParaRPr>
          </a:p>
        </p:txBody>
      </p:sp>
      <p:pic>
        <p:nvPicPr>
          <p:cNvPr id="8194" name="Picture 2" descr="A histogram of the price of cars.">
            <a:extLst>
              <a:ext uri="{FF2B5EF4-FFF2-40B4-BE49-F238E27FC236}">
                <a16:creationId xmlns:a16="http://schemas.microsoft.com/office/drawing/2014/main" id="{7EA2D37D-7CAF-46EB-6874-381B907569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0" y="2581466"/>
            <a:ext cx="5143500" cy="3743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767C9A6-98B8-571C-6800-D977C42221C0}"/>
              </a:ext>
            </a:extLst>
          </p:cNvPr>
          <p:cNvSpPr>
            <a:spLocks noGrp="1"/>
          </p:cNvSpPr>
          <p:nvPr>
            <p:ph type="title"/>
          </p:nvPr>
        </p:nvSpPr>
        <p:spPr>
          <a:xfrm>
            <a:off x="762000" y="274638"/>
            <a:ext cx="7924800" cy="995362"/>
          </a:xfrm>
        </p:spPr>
        <p:txBody>
          <a:bodyPr/>
          <a:lstStyle/>
          <a:p>
            <a:pPr eaLnBrk="1" hangingPunct="1"/>
            <a:r>
              <a:rPr lang="en-US" altLang="en-US"/>
              <a:t>Outlier Box Plot</a:t>
            </a:r>
          </a:p>
        </p:txBody>
      </p:sp>
      <p:sp>
        <p:nvSpPr>
          <p:cNvPr id="2" name="Content Placeholder 3">
            <a:extLst>
              <a:ext uri="{FF2B5EF4-FFF2-40B4-BE49-F238E27FC236}">
                <a16:creationId xmlns:a16="http://schemas.microsoft.com/office/drawing/2014/main" id="{6DE28153-53BC-1D18-49D9-2471B8FF8881}"/>
              </a:ext>
            </a:extLst>
          </p:cNvPr>
          <p:cNvSpPr>
            <a:spLocks noGrp="1"/>
          </p:cNvSpPr>
          <p:nvPr>
            <p:ph sz="quarter" idx="1"/>
          </p:nvPr>
        </p:nvSpPr>
        <p:spPr>
          <a:xfrm>
            <a:off x="3570288" y="1524000"/>
            <a:ext cx="5006975" cy="4572000"/>
          </a:xfrm>
        </p:spPr>
        <p:txBody>
          <a:bodyPr>
            <a:normAutofit/>
          </a:bodyPr>
          <a:lstStyle/>
          <a:p>
            <a:pPr marL="274320" indent="-274320" eaLnBrk="1" fontAlgn="auto" hangingPunct="1">
              <a:spcBef>
                <a:spcPts val="580"/>
              </a:spcBef>
              <a:spcAft>
                <a:spcPts val="0"/>
              </a:spcAft>
              <a:buFont typeface="Wingdings 2"/>
              <a:buChar char=""/>
              <a:defRPr/>
            </a:pPr>
            <a:r>
              <a:rPr lang="en-US" dirty="0">
                <a:latin typeface="+mj-lt"/>
              </a:rPr>
              <a:t>Top outliers defined as those above Q3+1.5(Q3-Q1).</a:t>
            </a:r>
          </a:p>
          <a:p>
            <a:pPr marL="274320" indent="-274320" eaLnBrk="1" fontAlgn="auto" hangingPunct="1">
              <a:spcBef>
                <a:spcPts val="580"/>
              </a:spcBef>
              <a:spcAft>
                <a:spcPts val="0"/>
              </a:spcAft>
              <a:buFont typeface="Wingdings 2"/>
              <a:buChar char=""/>
              <a:defRPr/>
            </a:pPr>
            <a:r>
              <a:rPr lang="en-US" dirty="0">
                <a:latin typeface="+mj-lt"/>
              </a:rPr>
              <a:t>“max” = maximum of non-outliers</a:t>
            </a:r>
          </a:p>
          <a:p>
            <a:pPr marL="274320" indent="-274320" eaLnBrk="1" fontAlgn="auto" hangingPunct="1">
              <a:spcBef>
                <a:spcPts val="580"/>
              </a:spcBef>
              <a:spcAft>
                <a:spcPts val="0"/>
              </a:spcAft>
              <a:buFont typeface="Wingdings 2"/>
              <a:buChar char=""/>
              <a:defRPr/>
            </a:pPr>
            <a:r>
              <a:rPr lang="en-US" dirty="0">
                <a:latin typeface="+mj-lt"/>
              </a:rPr>
              <a:t>Analogous definitions for bottom outliers and for “min”</a:t>
            </a:r>
          </a:p>
          <a:p>
            <a:pPr marL="274320" indent="-274320" eaLnBrk="1" fontAlgn="auto" hangingPunct="1">
              <a:spcBef>
                <a:spcPts val="580"/>
              </a:spcBef>
              <a:spcAft>
                <a:spcPts val="0"/>
              </a:spcAft>
              <a:buFont typeface="Wingdings 2"/>
              <a:buChar char=""/>
              <a:defRPr/>
            </a:pPr>
            <a:endParaRPr lang="en-US" dirty="0">
              <a:latin typeface="+mj-lt"/>
            </a:endParaRPr>
          </a:p>
          <a:p>
            <a:pPr marL="274320" indent="-274320" eaLnBrk="1" fontAlgn="auto" hangingPunct="1">
              <a:spcBef>
                <a:spcPts val="580"/>
              </a:spcBef>
              <a:spcAft>
                <a:spcPts val="0"/>
              </a:spcAft>
              <a:buFont typeface="Wingdings 2"/>
              <a:buChar char=""/>
              <a:defRPr/>
            </a:pPr>
            <a:endParaRPr lang="en-US" dirty="0">
              <a:latin typeface="+mj-lt"/>
            </a:endParaRPr>
          </a:p>
        </p:txBody>
      </p:sp>
      <p:grpSp>
        <p:nvGrpSpPr>
          <p:cNvPr id="20484" name="Group 20" descr="Diagram of the parts of a box plot.">
            <a:extLst>
              <a:ext uri="{FF2B5EF4-FFF2-40B4-BE49-F238E27FC236}">
                <a16:creationId xmlns:a16="http://schemas.microsoft.com/office/drawing/2014/main" id="{1B3242B1-C532-9DAB-0097-79753AEB7808}"/>
              </a:ext>
            </a:extLst>
          </p:cNvPr>
          <p:cNvGrpSpPr>
            <a:grpSpLocks/>
          </p:cNvGrpSpPr>
          <p:nvPr/>
        </p:nvGrpSpPr>
        <p:grpSpPr bwMode="auto">
          <a:xfrm>
            <a:off x="752475" y="1651000"/>
            <a:ext cx="2405063" cy="4481513"/>
            <a:chOff x="1297014" y="1661432"/>
            <a:chExt cx="2404129" cy="4482193"/>
          </a:xfrm>
        </p:grpSpPr>
        <p:sp>
          <p:nvSpPr>
            <p:cNvPr id="14341" name="TextBox 19">
              <a:extLst>
                <a:ext uri="{FF2B5EF4-FFF2-40B4-BE49-F238E27FC236}">
                  <a16:creationId xmlns:a16="http://schemas.microsoft.com/office/drawing/2014/main" id="{34BDA834-CB0E-3BF5-D8BF-C62C2D68AC49}"/>
                </a:ext>
              </a:extLst>
            </p:cNvPr>
            <p:cNvSpPr txBox="1">
              <a:spLocks noChangeArrowheads="1"/>
            </p:cNvSpPr>
            <p:nvPr/>
          </p:nvSpPr>
          <p:spPr bwMode="auto">
            <a:xfrm>
              <a:off x="2791858" y="4359004"/>
              <a:ext cx="685534" cy="276267"/>
            </a:xfrm>
            <a:prstGeom prst="rect">
              <a:avLst/>
            </a:prstGeom>
            <a:noFill/>
            <a:ln w="9525">
              <a:noFill/>
              <a:miter lim="800000"/>
              <a:headEnd/>
              <a:tailEnd/>
            </a:ln>
          </p:spPr>
          <p:txBody>
            <a:bodyPr>
              <a:spAutoFit/>
            </a:bodyPr>
            <a:lstStyle/>
            <a:p>
              <a:pPr eaLnBrk="1" hangingPunct="1">
                <a:defRPr/>
              </a:pPr>
              <a:r>
                <a:rPr lang="en-US" sz="1200" dirty="0">
                  <a:latin typeface="+mj-lt"/>
                </a:rPr>
                <a:t>Median</a:t>
              </a:r>
            </a:p>
          </p:txBody>
        </p:sp>
        <p:sp>
          <p:nvSpPr>
            <p:cNvPr id="14342" name="TextBox 20">
              <a:extLst>
                <a:ext uri="{FF2B5EF4-FFF2-40B4-BE49-F238E27FC236}">
                  <a16:creationId xmlns:a16="http://schemas.microsoft.com/office/drawing/2014/main" id="{97DBF5F4-39A3-F102-A118-73B937D92CF4}"/>
                </a:ext>
              </a:extLst>
            </p:cNvPr>
            <p:cNvSpPr txBox="1">
              <a:spLocks noChangeArrowheads="1"/>
            </p:cNvSpPr>
            <p:nvPr/>
          </p:nvSpPr>
          <p:spPr bwMode="auto">
            <a:xfrm>
              <a:off x="2787098" y="4735298"/>
              <a:ext cx="914045" cy="276267"/>
            </a:xfrm>
            <a:prstGeom prst="rect">
              <a:avLst/>
            </a:prstGeom>
            <a:noFill/>
            <a:ln w="9525">
              <a:noFill/>
              <a:miter lim="800000"/>
              <a:headEnd/>
              <a:tailEnd/>
            </a:ln>
          </p:spPr>
          <p:txBody>
            <a:bodyPr>
              <a:spAutoFit/>
            </a:bodyPr>
            <a:lstStyle/>
            <a:p>
              <a:pPr eaLnBrk="1" hangingPunct="1">
                <a:defRPr/>
              </a:pPr>
              <a:r>
                <a:rPr lang="en-US" sz="1200">
                  <a:latin typeface="+mj-lt"/>
                </a:rPr>
                <a:t>Quartile 1</a:t>
              </a:r>
            </a:p>
          </p:txBody>
        </p:sp>
        <p:cxnSp>
          <p:nvCxnSpPr>
            <p:cNvPr id="25" name="Straight Connector 24">
              <a:extLst>
                <a:ext uri="{FF2B5EF4-FFF2-40B4-BE49-F238E27FC236}">
                  <a16:creationId xmlns:a16="http://schemas.microsoft.com/office/drawing/2014/main" id="{6E11190A-9345-A6D0-32ED-2EF72B460508}"/>
                </a:ext>
              </a:extLst>
            </p:cNvPr>
            <p:cNvCxnSpPr/>
            <p:nvPr/>
          </p:nvCxnSpPr>
          <p:spPr>
            <a:xfrm>
              <a:off x="2391964" y="4897248"/>
              <a:ext cx="35704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0490" name="TextBox 25">
              <a:extLst>
                <a:ext uri="{FF2B5EF4-FFF2-40B4-BE49-F238E27FC236}">
                  <a16:creationId xmlns:a16="http://schemas.microsoft.com/office/drawing/2014/main" id="{828E50C6-32DB-1C47-73B4-959B73B6E30D}"/>
                </a:ext>
              </a:extLst>
            </p:cNvPr>
            <p:cNvSpPr txBox="1">
              <a:spLocks noChangeArrowheads="1"/>
            </p:cNvSpPr>
            <p:nvPr/>
          </p:nvSpPr>
          <p:spPr bwMode="auto">
            <a:xfrm>
              <a:off x="2852160" y="2903045"/>
              <a:ext cx="609363" cy="276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latin typeface="Franklin Gothic Book" panose="020B0503020102020204" pitchFamily="34" charset="0"/>
                </a:rPr>
                <a:t>“max”</a:t>
              </a:r>
            </a:p>
          </p:txBody>
        </p:sp>
        <p:sp>
          <p:nvSpPr>
            <p:cNvPr id="20491" name="TextBox 26">
              <a:extLst>
                <a:ext uri="{FF2B5EF4-FFF2-40B4-BE49-F238E27FC236}">
                  <a16:creationId xmlns:a16="http://schemas.microsoft.com/office/drawing/2014/main" id="{F77A7598-07E1-DF21-AB56-5C90791D7172}"/>
                </a:ext>
              </a:extLst>
            </p:cNvPr>
            <p:cNvSpPr txBox="1">
              <a:spLocks noChangeArrowheads="1"/>
            </p:cNvSpPr>
            <p:nvPr/>
          </p:nvSpPr>
          <p:spPr bwMode="auto">
            <a:xfrm>
              <a:off x="2818836" y="5867358"/>
              <a:ext cx="763290" cy="276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1200">
                  <a:latin typeface="Franklin Gothic Book" panose="020B0503020102020204" pitchFamily="34" charset="0"/>
                </a:rPr>
                <a:t>“min”</a:t>
              </a:r>
            </a:p>
          </p:txBody>
        </p:sp>
        <p:sp>
          <p:nvSpPr>
            <p:cNvPr id="14347" name="TextBox 28">
              <a:extLst>
                <a:ext uri="{FF2B5EF4-FFF2-40B4-BE49-F238E27FC236}">
                  <a16:creationId xmlns:a16="http://schemas.microsoft.com/office/drawing/2014/main" id="{79A803D7-209A-4BDC-C312-94236DE5AD6A}"/>
                </a:ext>
              </a:extLst>
            </p:cNvPr>
            <p:cNvSpPr txBox="1">
              <a:spLocks noChangeArrowheads="1"/>
            </p:cNvSpPr>
            <p:nvPr/>
          </p:nvSpPr>
          <p:spPr bwMode="auto">
            <a:xfrm>
              <a:off x="2917223" y="2123465"/>
              <a:ext cx="677599" cy="276267"/>
            </a:xfrm>
            <a:prstGeom prst="rect">
              <a:avLst/>
            </a:prstGeom>
            <a:noFill/>
            <a:ln w="9525">
              <a:noFill/>
              <a:miter lim="800000"/>
              <a:headEnd/>
              <a:tailEnd/>
            </a:ln>
          </p:spPr>
          <p:txBody>
            <a:bodyPr wrap="none">
              <a:spAutoFit/>
            </a:bodyPr>
            <a:lstStyle/>
            <a:p>
              <a:pPr eaLnBrk="1" hangingPunct="1">
                <a:defRPr/>
              </a:pPr>
              <a:r>
                <a:rPr lang="en-US" sz="1200">
                  <a:latin typeface="+mj-lt"/>
                </a:rPr>
                <a:t>outliers</a:t>
              </a:r>
            </a:p>
          </p:txBody>
        </p:sp>
        <p:sp>
          <p:nvSpPr>
            <p:cNvPr id="14351" name="TextBox 46">
              <a:extLst>
                <a:ext uri="{FF2B5EF4-FFF2-40B4-BE49-F238E27FC236}">
                  <a16:creationId xmlns:a16="http://schemas.microsoft.com/office/drawing/2014/main" id="{F95D98C0-545E-E59F-0A73-3C6826776713}"/>
                </a:ext>
              </a:extLst>
            </p:cNvPr>
            <p:cNvSpPr txBox="1">
              <a:spLocks noChangeArrowheads="1"/>
            </p:cNvSpPr>
            <p:nvPr/>
          </p:nvSpPr>
          <p:spPr bwMode="auto">
            <a:xfrm>
              <a:off x="2775989" y="3998587"/>
              <a:ext cx="848983" cy="276267"/>
            </a:xfrm>
            <a:prstGeom prst="rect">
              <a:avLst/>
            </a:prstGeom>
            <a:noFill/>
            <a:ln w="9525">
              <a:noFill/>
              <a:miter lim="800000"/>
              <a:headEnd/>
              <a:tailEnd/>
            </a:ln>
          </p:spPr>
          <p:txBody>
            <a:bodyPr wrap="none">
              <a:spAutoFit/>
            </a:bodyPr>
            <a:lstStyle/>
            <a:p>
              <a:pPr eaLnBrk="1" hangingPunct="1">
                <a:defRPr/>
              </a:pPr>
              <a:r>
                <a:rPr lang="en-US" sz="1200" dirty="0">
                  <a:latin typeface="+mj-lt"/>
                </a:rPr>
                <a:t>Quartile 3</a:t>
              </a:r>
            </a:p>
          </p:txBody>
        </p:sp>
        <p:cxnSp>
          <p:nvCxnSpPr>
            <p:cNvPr id="49" name="Straight Connector 48">
              <a:extLst>
                <a:ext uri="{FF2B5EF4-FFF2-40B4-BE49-F238E27FC236}">
                  <a16:creationId xmlns:a16="http://schemas.microsoft.com/office/drawing/2014/main" id="{D9EAC547-229C-8678-77A8-B4AD99277762}"/>
                </a:ext>
              </a:extLst>
            </p:cNvPr>
            <p:cNvCxnSpPr/>
            <p:nvPr/>
          </p:nvCxnSpPr>
          <p:spPr>
            <a:xfrm flipV="1">
              <a:off x="2417354" y="4158949"/>
              <a:ext cx="336419" cy="1587"/>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20495" name="Picture 4">
              <a:extLst>
                <a:ext uri="{FF2B5EF4-FFF2-40B4-BE49-F238E27FC236}">
                  <a16:creationId xmlns:a16="http://schemas.microsoft.com/office/drawing/2014/main" id="{EE2825BE-5C62-E782-6C47-862E60618B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97014" y="1661432"/>
              <a:ext cx="1169961" cy="4449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Straight Connector 33">
              <a:extLst>
                <a:ext uri="{FF2B5EF4-FFF2-40B4-BE49-F238E27FC236}">
                  <a16:creationId xmlns:a16="http://schemas.microsoft.com/office/drawing/2014/main" id="{89A919D5-D527-33A9-8222-50298612C9B6}"/>
                </a:ext>
              </a:extLst>
            </p:cNvPr>
            <p:cNvCxnSpPr/>
            <p:nvPr/>
          </p:nvCxnSpPr>
          <p:spPr>
            <a:xfrm flipV="1">
              <a:off x="2471308" y="4506664"/>
              <a:ext cx="336419" cy="158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702C0E4-2CE6-4F2C-3CDC-581AA27C7961}"/>
                </a:ext>
              </a:extLst>
            </p:cNvPr>
            <p:cNvCxnSpPr/>
            <p:nvPr/>
          </p:nvCxnSpPr>
          <p:spPr>
            <a:xfrm flipV="1">
              <a:off x="2471308" y="6019781"/>
              <a:ext cx="336419" cy="158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FBA860C-51BB-4C9F-E760-FCD03F3610A1}"/>
                </a:ext>
              </a:extLst>
            </p:cNvPr>
            <p:cNvCxnSpPr/>
            <p:nvPr/>
          </p:nvCxnSpPr>
          <p:spPr>
            <a:xfrm flipV="1">
              <a:off x="2525262" y="3047530"/>
              <a:ext cx="338007" cy="158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BA91955-15D7-E141-F144-B6249F1ED554}"/>
                </a:ext>
              </a:extLst>
            </p:cNvPr>
            <p:cNvCxnSpPr/>
            <p:nvPr/>
          </p:nvCxnSpPr>
          <p:spPr>
            <a:xfrm flipV="1">
              <a:off x="2504633" y="2285415"/>
              <a:ext cx="336419" cy="1587"/>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0486" name="Slide Number Placeholder 5">
            <a:extLst>
              <a:ext uri="{FF2B5EF4-FFF2-40B4-BE49-F238E27FC236}">
                <a16:creationId xmlns:a16="http://schemas.microsoft.com/office/drawing/2014/main" id="{54C534A4-FFAF-93E4-47A6-237DD8B0D2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C8BAAF3-D4E3-429D-972A-EE04CF8AD91A}" type="slidenum">
              <a:rPr lang="en-US" altLang="en-US" sz="1400" smtClean="0">
                <a:latin typeface="Tahoma" panose="020B0604030504040204" pitchFamily="34" charset="0"/>
              </a:rPr>
              <a:pPr>
                <a:spcBef>
                  <a:spcPct val="0"/>
                </a:spcBef>
                <a:buClrTx/>
                <a:buSzTx/>
                <a:buFontTx/>
                <a:buNone/>
              </a:pPr>
              <a:t>18</a:t>
            </a:fld>
            <a:endParaRPr lang="en-US" altLang="en-US" sz="1400">
              <a:latin typeface="Tahom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DD164626-FF32-5085-82B1-5C5C83AD7067}"/>
              </a:ext>
            </a:extLst>
          </p:cNvPr>
          <p:cNvSpPr>
            <a:spLocks noGrp="1"/>
          </p:cNvSpPr>
          <p:nvPr>
            <p:ph type="title"/>
          </p:nvPr>
        </p:nvSpPr>
        <p:spPr>
          <a:xfrm>
            <a:off x="723900" y="274638"/>
            <a:ext cx="7962900" cy="1143000"/>
          </a:xfrm>
        </p:spPr>
        <p:txBody>
          <a:bodyPr/>
          <a:lstStyle/>
          <a:p>
            <a:pPr eaLnBrk="1" hangingPunct="1"/>
            <a:r>
              <a:rPr lang="en-US" altLang="en-US" dirty="0"/>
              <a:t>Boxplots</a:t>
            </a:r>
          </a:p>
        </p:txBody>
      </p:sp>
      <p:sp>
        <p:nvSpPr>
          <p:cNvPr id="2" name="Content Placeholder 3">
            <a:extLst>
              <a:ext uri="{FF2B5EF4-FFF2-40B4-BE49-F238E27FC236}">
                <a16:creationId xmlns:a16="http://schemas.microsoft.com/office/drawing/2014/main" id="{43A3EFD0-23DC-6181-8D48-8B9C4818D208}"/>
              </a:ext>
            </a:extLst>
          </p:cNvPr>
          <p:cNvSpPr>
            <a:spLocks noGrp="1"/>
          </p:cNvSpPr>
          <p:nvPr>
            <p:ph sz="quarter" idx="1"/>
          </p:nvPr>
        </p:nvSpPr>
        <p:spPr>
          <a:xfrm>
            <a:off x="5689600" y="2767013"/>
            <a:ext cx="2895600" cy="3198812"/>
          </a:xfrm>
        </p:spPr>
        <p:txBody>
          <a:bodyPr>
            <a:normAutofit/>
          </a:bodyPr>
          <a:lstStyle/>
          <a:p>
            <a:pPr marL="0" indent="0" eaLnBrk="1" fontAlgn="auto" hangingPunct="1">
              <a:spcBef>
                <a:spcPts val="580"/>
              </a:spcBef>
              <a:spcAft>
                <a:spcPts val="0"/>
              </a:spcAft>
              <a:buFont typeface="Wingdings 2" panose="05020102010507070707" pitchFamily="18" charset="2"/>
              <a:buNone/>
              <a:defRPr/>
            </a:pPr>
            <a:r>
              <a:rPr lang="en-US" dirty="0">
                <a:latin typeface="+mj-lt"/>
              </a:rPr>
              <a:t>Distribution of the outcome variable (Price) for cars with air conditioning (1) and without (0)</a:t>
            </a:r>
          </a:p>
        </p:txBody>
      </p:sp>
      <p:sp>
        <p:nvSpPr>
          <p:cNvPr id="9221" name="Rectangle 5">
            <a:extLst>
              <a:ext uri="{FF2B5EF4-FFF2-40B4-BE49-F238E27FC236}">
                <a16:creationId xmlns:a16="http://schemas.microsoft.com/office/drawing/2014/main" id="{61D49541-AEBD-A498-0D13-63651E8DC8C7}"/>
              </a:ext>
            </a:extLst>
          </p:cNvPr>
          <p:cNvSpPr>
            <a:spLocks noChangeArrowheads="1"/>
          </p:cNvSpPr>
          <p:nvPr/>
        </p:nvSpPr>
        <p:spPr bwMode="auto">
          <a:xfrm>
            <a:off x="939800" y="1457325"/>
            <a:ext cx="8001000" cy="893763"/>
          </a:xfrm>
          <a:prstGeom prst="rect">
            <a:avLst/>
          </a:prstGeom>
          <a:noFill/>
          <a:ln w="9525">
            <a:noFill/>
            <a:miter lim="800000"/>
            <a:headEnd/>
            <a:tailEnd/>
          </a:ln>
        </p:spPr>
        <p:txBody>
          <a:bodyPr>
            <a:spAutoFit/>
          </a:bodyPr>
          <a:lstStyle/>
          <a:p>
            <a:pPr eaLnBrk="1" hangingPunct="1">
              <a:spcBef>
                <a:spcPts val="575"/>
              </a:spcBef>
              <a:buClr>
                <a:schemeClr val="accent1"/>
              </a:buClr>
              <a:buSzPct val="85000"/>
              <a:buFont typeface="Wingdings 2" pitchFamily="18" charset="2"/>
              <a:buNone/>
              <a:defRPr/>
            </a:pPr>
            <a:r>
              <a:rPr lang="en-US" sz="2600">
                <a:latin typeface="+mj-lt"/>
                <a:cs typeface="Arial" charset="0"/>
              </a:rPr>
              <a:t>Side-by-side boxplots are useful for comparing subgroups</a:t>
            </a:r>
          </a:p>
        </p:txBody>
      </p:sp>
      <p:sp>
        <p:nvSpPr>
          <p:cNvPr id="22534" name="Slide Number Placeholder 5">
            <a:extLst>
              <a:ext uri="{FF2B5EF4-FFF2-40B4-BE49-F238E27FC236}">
                <a16:creationId xmlns:a16="http://schemas.microsoft.com/office/drawing/2014/main" id="{0D7A2B02-FD53-2B45-EB39-8A8BB8C5571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EA89241-A359-4EA5-B2F6-14CC311522B1}" type="slidenum">
              <a:rPr lang="en-US" altLang="en-US" sz="1400" smtClean="0">
                <a:latin typeface="Tahoma" panose="020B0604030504040204" pitchFamily="34" charset="0"/>
              </a:rPr>
              <a:pPr>
                <a:spcBef>
                  <a:spcPct val="0"/>
                </a:spcBef>
                <a:buClrTx/>
                <a:buSzTx/>
                <a:buFontTx/>
                <a:buNone/>
              </a:pPr>
              <a:t>19</a:t>
            </a:fld>
            <a:endParaRPr lang="en-US" altLang="en-US" sz="1400">
              <a:latin typeface="Tahoma" panose="020B0604030504040204" pitchFamily="34" charset="0"/>
            </a:endParaRPr>
          </a:p>
        </p:txBody>
      </p:sp>
      <p:pic>
        <p:nvPicPr>
          <p:cNvPr id="3074" name="Picture 2" descr="Two box plots showing the distribution of price for cars with or without air conditioning. ">
            <a:extLst>
              <a:ext uri="{FF2B5EF4-FFF2-40B4-BE49-F238E27FC236}">
                <a16:creationId xmlns:a16="http://schemas.microsoft.com/office/drawing/2014/main" id="{8FC51FEF-8761-28D3-B6F7-E6D83879C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650" y="2695575"/>
            <a:ext cx="5314950" cy="37433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4">
            <a:extLst>
              <a:ext uri="{FF2B5EF4-FFF2-40B4-BE49-F238E27FC236}">
                <a16:creationId xmlns:a16="http://schemas.microsoft.com/office/drawing/2014/main" id="{E2707C86-28E1-5C5B-4DC4-1277D21F66C2}"/>
              </a:ext>
            </a:extLst>
          </p:cNvPr>
          <p:cNvSpPr>
            <a:spLocks noGrp="1"/>
          </p:cNvSpPr>
          <p:nvPr>
            <p:ph type="title"/>
          </p:nvPr>
        </p:nvSpPr>
        <p:spPr>
          <a:xfrm>
            <a:off x="647700" y="274638"/>
            <a:ext cx="8039100" cy="1143000"/>
          </a:xfrm>
        </p:spPr>
        <p:txBody>
          <a:bodyPr/>
          <a:lstStyle/>
          <a:p>
            <a:r>
              <a:rPr lang="en-US" altLang="en-US"/>
              <a:t>Comparative Box Plots</a:t>
            </a:r>
          </a:p>
        </p:txBody>
      </p:sp>
      <p:sp>
        <p:nvSpPr>
          <p:cNvPr id="7" name="Rectangle 5">
            <a:extLst>
              <a:ext uri="{FF2B5EF4-FFF2-40B4-BE49-F238E27FC236}">
                <a16:creationId xmlns:a16="http://schemas.microsoft.com/office/drawing/2014/main" id="{B6FCBB61-7F2A-35B3-3499-FE4681822CFE}"/>
              </a:ext>
            </a:extLst>
          </p:cNvPr>
          <p:cNvSpPr>
            <a:spLocks noChangeArrowheads="1"/>
          </p:cNvSpPr>
          <p:nvPr/>
        </p:nvSpPr>
        <p:spPr bwMode="auto">
          <a:xfrm>
            <a:off x="800100" y="1584325"/>
            <a:ext cx="7886700" cy="5109091"/>
          </a:xfrm>
          <a:prstGeom prst="rect">
            <a:avLst/>
          </a:prstGeom>
          <a:noFill/>
          <a:ln w="9525">
            <a:noFill/>
            <a:miter lim="800000"/>
            <a:headEnd/>
            <a:tailEnd/>
          </a:ln>
        </p:spPr>
        <p:txBody>
          <a:bodyPr>
            <a:spAutoFit/>
          </a:bodyPr>
          <a:lstStyle/>
          <a:p>
            <a:pPr eaLnBrk="1" hangingPunct="1">
              <a:spcBef>
                <a:spcPts val="575"/>
              </a:spcBef>
              <a:buClr>
                <a:schemeClr val="accent1"/>
              </a:buClr>
              <a:buSzPct val="85000"/>
              <a:buFont typeface="Wingdings 2" pitchFamily="18" charset="2"/>
              <a:buNone/>
              <a:defRPr/>
            </a:pPr>
            <a:r>
              <a:rPr lang="en-US" sz="2600" dirty="0">
                <a:latin typeface="+mj-lt"/>
                <a:cs typeface="Arial" charset="0"/>
              </a:rPr>
              <a:t>Comparing distributions for the values Price across several possible categorical predictors</a:t>
            </a: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r>
              <a:rPr lang="en-US" sz="2600" dirty="0">
                <a:latin typeface="+mj-lt"/>
                <a:cs typeface="Arial" charset="0"/>
              </a:rPr>
              <a:t>The best predictors show the most different distributions among subgroups</a:t>
            </a:r>
          </a:p>
        </p:txBody>
      </p:sp>
      <p:sp>
        <p:nvSpPr>
          <p:cNvPr id="24581" name="Slide Number Placeholder 5">
            <a:extLst>
              <a:ext uri="{FF2B5EF4-FFF2-40B4-BE49-F238E27FC236}">
                <a16:creationId xmlns:a16="http://schemas.microsoft.com/office/drawing/2014/main" id="{1A863EE8-F100-628B-223F-A266B2EF045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F48F6E7-9851-4F0E-8F0D-90A121FE26E6}" type="slidenum">
              <a:rPr lang="en-US" altLang="en-US" sz="1400" smtClean="0">
                <a:latin typeface="Tahoma" panose="020B0604030504040204" pitchFamily="34" charset="0"/>
              </a:rPr>
              <a:pPr>
                <a:spcBef>
                  <a:spcPct val="0"/>
                </a:spcBef>
                <a:buClrTx/>
                <a:buSzTx/>
                <a:buFontTx/>
                <a:buNone/>
              </a:pPr>
              <a:t>20</a:t>
            </a:fld>
            <a:endParaRPr lang="en-US" altLang="en-US" sz="1400">
              <a:latin typeface="Tahoma" panose="020B0604030504040204" pitchFamily="34" charset="0"/>
            </a:endParaRPr>
          </a:p>
        </p:txBody>
      </p:sp>
      <p:pic>
        <p:nvPicPr>
          <p:cNvPr id="7174" name="Picture 6" descr="Two pairs of box plots.  The pair on the left show price distributions for cars with and without CD players.  The pair on the right show price distributions for cars with and without radios.  ">
            <a:extLst>
              <a:ext uri="{FF2B5EF4-FFF2-40B4-BE49-F238E27FC236}">
                <a16:creationId xmlns:a16="http://schemas.microsoft.com/office/drawing/2014/main" id="{AE48A60D-A227-F581-E68E-22AD04937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5296" y="2478300"/>
            <a:ext cx="6693408" cy="33211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67CBDB39-D989-C2F6-FAB1-8AAABF169AA8}"/>
              </a:ext>
            </a:extLst>
          </p:cNvPr>
          <p:cNvSpPr>
            <a:spLocks noGrp="1"/>
          </p:cNvSpPr>
          <p:nvPr>
            <p:ph type="title"/>
          </p:nvPr>
        </p:nvSpPr>
        <p:spPr>
          <a:xfrm>
            <a:off x="457200" y="274638"/>
            <a:ext cx="8229600" cy="1338262"/>
          </a:xfrm>
        </p:spPr>
        <p:txBody>
          <a:bodyPr/>
          <a:lstStyle/>
          <a:p>
            <a:pPr eaLnBrk="1" hangingPunct="1"/>
            <a:r>
              <a:rPr lang="en-US" altLang="en-US" sz="3600" dirty="0"/>
              <a:t>Color Map to Highlight Correlations</a:t>
            </a:r>
          </a:p>
        </p:txBody>
      </p:sp>
      <p:sp>
        <p:nvSpPr>
          <p:cNvPr id="10" name="Rectangle 5">
            <a:extLst>
              <a:ext uri="{FF2B5EF4-FFF2-40B4-BE49-F238E27FC236}">
                <a16:creationId xmlns:a16="http://schemas.microsoft.com/office/drawing/2014/main" id="{8CA64D72-A26A-B2A8-FBD9-29720EF95E29}"/>
              </a:ext>
            </a:extLst>
          </p:cNvPr>
          <p:cNvSpPr>
            <a:spLocks noChangeArrowheads="1"/>
          </p:cNvSpPr>
          <p:nvPr/>
        </p:nvSpPr>
        <p:spPr bwMode="auto">
          <a:xfrm>
            <a:off x="685800" y="1703388"/>
            <a:ext cx="8234363" cy="5186035"/>
          </a:xfrm>
          <a:prstGeom prst="rect">
            <a:avLst/>
          </a:prstGeom>
          <a:noFill/>
          <a:ln w="9525">
            <a:noFill/>
            <a:miter lim="800000"/>
            <a:headEnd/>
            <a:tailEnd/>
          </a:ln>
        </p:spPr>
        <p:txBody>
          <a:bodyPr>
            <a:spAutoFit/>
          </a:bodyPr>
          <a:lstStyle/>
          <a:p>
            <a:pPr eaLnBrk="1" hangingPunct="1">
              <a:spcBef>
                <a:spcPts val="575"/>
              </a:spcBef>
              <a:buClr>
                <a:schemeClr val="accent1"/>
              </a:buClr>
              <a:buSzPct val="85000"/>
              <a:buFont typeface="Wingdings 2" pitchFamily="18" charset="2"/>
              <a:buNone/>
              <a:defRPr/>
            </a:pPr>
            <a:r>
              <a:rPr lang="en-US" sz="2600" dirty="0">
                <a:latin typeface="+mj-lt"/>
                <a:cs typeface="Arial" charset="0"/>
              </a:rPr>
              <a:t>Color-coded correlation table shows relationships amongst continuous variables</a:t>
            </a: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endParaRPr lang="en-US" sz="2600" dirty="0">
              <a:latin typeface="+mj-lt"/>
              <a:cs typeface="Arial" charset="0"/>
            </a:endParaRPr>
          </a:p>
          <a:p>
            <a:pPr eaLnBrk="1" hangingPunct="1">
              <a:spcBef>
                <a:spcPts val="575"/>
              </a:spcBef>
              <a:buClr>
                <a:schemeClr val="accent1"/>
              </a:buClr>
              <a:buSzPct val="85000"/>
              <a:buFont typeface="Wingdings 2" pitchFamily="18" charset="2"/>
              <a:buNone/>
              <a:defRPr/>
            </a:pPr>
            <a:r>
              <a:rPr lang="en-US" sz="2600" dirty="0">
                <a:latin typeface="+mj-lt"/>
                <a:cs typeface="Arial" charset="0"/>
              </a:rPr>
              <a:t>Close to 1 = strong positive correlation</a:t>
            </a:r>
          </a:p>
          <a:p>
            <a:pPr eaLnBrk="1" hangingPunct="1">
              <a:spcBef>
                <a:spcPts val="575"/>
              </a:spcBef>
              <a:buClr>
                <a:schemeClr val="accent1"/>
              </a:buClr>
              <a:buSzPct val="85000"/>
              <a:buFont typeface="Wingdings 2" pitchFamily="18" charset="2"/>
              <a:buNone/>
              <a:defRPr/>
            </a:pPr>
            <a:r>
              <a:rPr lang="en-US" sz="2600" dirty="0">
                <a:latin typeface="+mj-lt"/>
                <a:cs typeface="Arial" charset="0"/>
              </a:rPr>
              <a:t>Close to 0 = no correlation</a:t>
            </a:r>
          </a:p>
          <a:p>
            <a:pPr eaLnBrk="1" hangingPunct="1">
              <a:spcBef>
                <a:spcPts val="575"/>
              </a:spcBef>
              <a:buClr>
                <a:schemeClr val="accent1"/>
              </a:buClr>
              <a:buSzPct val="85000"/>
              <a:buFont typeface="Wingdings 2" pitchFamily="18" charset="2"/>
              <a:buNone/>
              <a:defRPr/>
            </a:pPr>
            <a:r>
              <a:rPr lang="en-US" sz="2600" dirty="0">
                <a:latin typeface="+mj-lt"/>
                <a:cs typeface="Arial" charset="0"/>
              </a:rPr>
              <a:t>Close to -1 = strong negative correlation</a:t>
            </a:r>
          </a:p>
        </p:txBody>
      </p:sp>
      <p:sp>
        <p:nvSpPr>
          <p:cNvPr id="26629" name="Slide Number Placeholder 5">
            <a:extLst>
              <a:ext uri="{FF2B5EF4-FFF2-40B4-BE49-F238E27FC236}">
                <a16:creationId xmlns:a16="http://schemas.microsoft.com/office/drawing/2014/main" id="{4C057D5F-83DE-2C36-0E0B-1C22EE72B59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56F0896-EAEE-4A9A-A630-F4D4C9F25FD1}" type="slidenum">
              <a:rPr lang="en-US" altLang="en-US" sz="1400" smtClean="0">
                <a:latin typeface="Tahoma" panose="020B0604030504040204" pitchFamily="34" charset="0"/>
              </a:rPr>
              <a:pPr>
                <a:spcBef>
                  <a:spcPct val="0"/>
                </a:spcBef>
                <a:buClrTx/>
                <a:buSzTx/>
                <a:buFontTx/>
                <a:buNone/>
              </a:pPr>
              <a:t>21</a:t>
            </a:fld>
            <a:endParaRPr lang="en-US" altLang="en-US" sz="1400">
              <a:latin typeface="Tahoma" panose="020B0604030504040204" pitchFamily="34" charset="0"/>
            </a:endParaRPr>
          </a:p>
        </p:txBody>
      </p:sp>
      <p:pic>
        <p:nvPicPr>
          <p:cNvPr id="4" name="Picture 3" descr="A correlation matrix.">
            <a:extLst>
              <a:ext uri="{FF2B5EF4-FFF2-40B4-BE49-F238E27FC236}">
                <a16:creationId xmlns:a16="http://schemas.microsoft.com/office/drawing/2014/main" id="{0CA75CBD-1730-244D-154C-E79A90245CDC}"/>
              </a:ext>
            </a:extLst>
          </p:cNvPr>
          <p:cNvPicPr>
            <a:picLocks noChangeAspect="1"/>
          </p:cNvPicPr>
          <p:nvPr/>
        </p:nvPicPr>
        <p:blipFill>
          <a:blip r:embed="rId2"/>
          <a:stretch>
            <a:fillRect/>
          </a:stretch>
        </p:blipFill>
        <p:spPr>
          <a:xfrm>
            <a:off x="587170" y="2543352"/>
            <a:ext cx="7969660" cy="297830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4">
            <a:extLst>
              <a:ext uri="{FF2B5EF4-FFF2-40B4-BE49-F238E27FC236}">
                <a16:creationId xmlns:a16="http://schemas.microsoft.com/office/drawing/2014/main" id="{40CFAC02-1C7A-9C6B-67F5-D2395505E5F2}"/>
              </a:ext>
            </a:extLst>
          </p:cNvPr>
          <p:cNvSpPr>
            <a:spLocks noGrp="1"/>
          </p:cNvSpPr>
          <p:nvPr>
            <p:ph type="title"/>
          </p:nvPr>
        </p:nvSpPr>
        <p:spPr>
          <a:xfrm>
            <a:off x="271463" y="274638"/>
            <a:ext cx="8534400" cy="906462"/>
          </a:xfrm>
        </p:spPr>
        <p:txBody>
          <a:bodyPr/>
          <a:lstStyle/>
          <a:p>
            <a:r>
              <a:rPr lang="en-US" altLang="en-US" dirty="0"/>
              <a:t>Scatterplot Matrix</a:t>
            </a:r>
          </a:p>
        </p:txBody>
      </p:sp>
      <p:sp>
        <p:nvSpPr>
          <p:cNvPr id="7" name="Content Placeholder 3">
            <a:extLst>
              <a:ext uri="{FF2B5EF4-FFF2-40B4-BE49-F238E27FC236}">
                <a16:creationId xmlns:a16="http://schemas.microsoft.com/office/drawing/2014/main" id="{66029718-794A-D981-FA4D-85F902995717}"/>
              </a:ext>
            </a:extLst>
          </p:cNvPr>
          <p:cNvSpPr txBox="1">
            <a:spLocks/>
          </p:cNvSpPr>
          <p:nvPr/>
        </p:nvSpPr>
        <p:spPr>
          <a:xfrm>
            <a:off x="635000" y="1290638"/>
            <a:ext cx="7832725" cy="5192458"/>
          </a:xfrm>
          <a:prstGeom prst="rect">
            <a:avLst/>
          </a:prstGeom>
        </p:spPr>
        <p:txBody>
          <a:bodyPr>
            <a:normAutofit/>
          </a:bodyPr>
          <a:lstStyle>
            <a:lvl1pPr marL="273050" indent="-273050" algn="l" rtl="0" eaLnBrk="0" fontAlgn="base" hangingPunct="0">
              <a:spcBef>
                <a:spcPts val="575"/>
              </a:spcBef>
              <a:spcAft>
                <a:spcPct val="0"/>
              </a:spcAft>
              <a:buClr>
                <a:schemeClr val="accent1"/>
              </a:buClr>
              <a:buSzPct val="85000"/>
              <a:buFont typeface="Wingdings 2"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eaLnBrk="1" fontAlgn="auto" hangingPunct="1">
              <a:spcBef>
                <a:spcPts val="580"/>
              </a:spcBef>
              <a:spcAft>
                <a:spcPts val="0"/>
              </a:spcAft>
              <a:buFont typeface="Wingdings 2" pitchFamily="18" charset="2"/>
              <a:buNone/>
              <a:defRPr/>
            </a:pPr>
            <a:r>
              <a:rPr lang="en-US" dirty="0">
                <a:latin typeface="+mj-lt"/>
              </a:rPr>
              <a:t>Scatterplot matrixes help you visualize the correlation number</a:t>
            </a:r>
          </a:p>
          <a:p>
            <a:pPr marL="0" indent="0" eaLnBrk="1" fontAlgn="auto" hangingPunct="1">
              <a:spcBef>
                <a:spcPts val="580"/>
              </a:spcBef>
              <a:spcAft>
                <a:spcPts val="0"/>
              </a:spcAft>
              <a:buFont typeface="Wingdings 2" pitchFamily="18" charset="2"/>
              <a:buNone/>
              <a:defRPr/>
            </a:pPr>
            <a:endParaRPr lang="en-US" dirty="0">
              <a:latin typeface="+mj-lt"/>
            </a:endParaRPr>
          </a:p>
          <a:p>
            <a:pPr marL="0" indent="0" eaLnBrk="1" fontAlgn="auto" hangingPunct="1">
              <a:spcBef>
                <a:spcPts val="580"/>
              </a:spcBef>
              <a:spcAft>
                <a:spcPts val="0"/>
              </a:spcAft>
              <a:buFont typeface="Wingdings 2" pitchFamily="18" charset="2"/>
              <a:buNone/>
              <a:defRPr/>
            </a:pPr>
            <a:r>
              <a:rPr lang="en-US" dirty="0">
                <a:latin typeface="+mj-lt"/>
              </a:rPr>
              <a:t>In the diagonal cells </a:t>
            </a:r>
            <a:br>
              <a:rPr lang="en-US" dirty="0">
                <a:latin typeface="+mj-lt"/>
              </a:rPr>
            </a:br>
            <a:r>
              <a:rPr lang="en-US" dirty="0">
                <a:latin typeface="+mj-lt"/>
              </a:rPr>
              <a:t>we see just a basic </a:t>
            </a:r>
            <a:br>
              <a:rPr lang="en-US" dirty="0">
                <a:latin typeface="+mj-lt"/>
              </a:rPr>
            </a:br>
            <a:r>
              <a:rPr lang="en-US" dirty="0">
                <a:latin typeface="+mj-lt"/>
              </a:rPr>
              <a:t>histogram of each </a:t>
            </a:r>
            <a:br>
              <a:rPr lang="en-US" dirty="0">
                <a:latin typeface="+mj-lt"/>
              </a:rPr>
            </a:br>
            <a:r>
              <a:rPr lang="en-US" dirty="0">
                <a:latin typeface="+mj-lt"/>
              </a:rPr>
              <a:t>variable included</a:t>
            </a:r>
          </a:p>
        </p:txBody>
      </p:sp>
      <p:sp>
        <p:nvSpPr>
          <p:cNvPr id="35845" name="Slide Number Placeholder 5">
            <a:extLst>
              <a:ext uri="{FF2B5EF4-FFF2-40B4-BE49-F238E27FC236}">
                <a16:creationId xmlns:a16="http://schemas.microsoft.com/office/drawing/2014/main" id="{26D0CD6A-CE51-2EA8-DEF6-BD022C7E8A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9A64B08-0153-45CF-AA6F-61CB3169FF9E}" type="slidenum">
              <a:rPr lang="en-US" altLang="en-US" sz="1400" smtClean="0">
                <a:latin typeface="Tahoma" panose="020B0604030504040204" pitchFamily="34" charset="0"/>
              </a:rPr>
              <a:pPr>
                <a:spcBef>
                  <a:spcPct val="0"/>
                </a:spcBef>
                <a:buClrTx/>
                <a:buSzTx/>
                <a:buFontTx/>
                <a:buNone/>
              </a:pPr>
              <a:t>22</a:t>
            </a:fld>
            <a:endParaRPr lang="en-US" altLang="en-US" sz="1400">
              <a:latin typeface="Tahoma" panose="020B0604030504040204" pitchFamily="34" charset="0"/>
            </a:endParaRPr>
          </a:p>
        </p:txBody>
      </p:sp>
      <p:pic>
        <p:nvPicPr>
          <p:cNvPr id="1028" name="Picture 4" descr="Scatterplots crossing Price, Age, Manufacturing Year, and KM driven.">
            <a:extLst>
              <a:ext uri="{FF2B5EF4-FFF2-40B4-BE49-F238E27FC236}">
                <a16:creationId xmlns:a16="http://schemas.microsoft.com/office/drawing/2014/main" id="{86A06882-064D-BEB8-63A6-F3DB126D6D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537" y="1845215"/>
            <a:ext cx="4567047" cy="47381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n-US" altLang="en-US" dirty="0"/>
              <a:t>Detecting Missing Values</a:t>
            </a:r>
          </a:p>
        </p:txBody>
      </p:sp>
      <p:sp>
        <p:nvSpPr>
          <p:cNvPr id="45059" name="Content Placeholder 2"/>
          <p:cNvSpPr>
            <a:spLocks noGrp="1"/>
          </p:cNvSpPr>
          <p:nvPr>
            <p:ph sz="quarter" idx="1"/>
          </p:nvPr>
        </p:nvSpPr>
        <p:spPr>
          <a:xfrm>
            <a:off x="685800" y="1676400"/>
            <a:ext cx="8001000" cy="5029200"/>
          </a:xfrm>
        </p:spPr>
        <p:txBody>
          <a:bodyPr/>
          <a:lstStyle/>
          <a:p>
            <a:pPr eaLnBrk="1" hangingPunct="1"/>
            <a:r>
              <a:rPr lang="en-US" altLang="en-US" dirty="0">
                <a:latin typeface="Franklin Gothic Book" panose="020B0503020102020204" pitchFamily="34" charset="0"/>
              </a:rPr>
              <a:t>Missing values are gaps in the data</a:t>
            </a:r>
          </a:p>
          <a:p>
            <a:pPr eaLnBrk="1" hangingPunct="1"/>
            <a:r>
              <a:rPr lang="en-US" altLang="en-US" dirty="0">
                <a:latin typeface="Franklin Gothic Book" panose="020B0503020102020204" pitchFamily="34" charset="0"/>
              </a:rPr>
              <a:t>Can be an actual null value or other implied values</a:t>
            </a:r>
          </a:p>
          <a:p>
            <a:pPr lvl="1" eaLnBrk="1" hangingPunct="1"/>
            <a:r>
              <a:rPr lang="en-US" altLang="en-US" dirty="0">
                <a:latin typeface="Franklin Gothic Book" panose="020B0503020102020204" pitchFamily="34" charset="0"/>
              </a:rPr>
              <a:t>NA</a:t>
            </a:r>
          </a:p>
          <a:p>
            <a:pPr lvl="1" eaLnBrk="1" hangingPunct="1"/>
            <a:r>
              <a:rPr lang="en-US" altLang="en-US" dirty="0">
                <a:latin typeface="Franklin Gothic Book" panose="020B0503020102020204" pitchFamily="34" charset="0"/>
              </a:rPr>
              <a:t>0000</a:t>
            </a:r>
          </a:p>
          <a:p>
            <a:pPr lvl="1" eaLnBrk="1" hangingPunct="1"/>
            <a:r>
              <a:rPr lang="en-US" altLang="en-US" dirty="0">
                <a:latin typeface="Franklin Gothic Book" panose="020B0503020102020204" pitchFamily="34" charset="0"/>
              </a:rPr>
              <a:t>9999</a:t>
            </a:r>
          </a:p>
          <a:p>
            <a:pPr lvl="1" eaLnBrk="1" hangingPunct="1"/>
            <a:r>
              <a:rPr lang="en-US" altLang="en-US" dirty="0">
                <a:latin typeface="Franklin Gothic Book" panose="020B0503020102020204" pitchFamily="34" charset="0"/>
              </a:rPr>
              <a:t>Others…</a:t>
            </a:r>
          </a:p>
          <a:p>
            <a:pPr eaLnBrk="1" hangingPunct="1"/>
            <a:r>
              <a:rPr lang="en-US" altLang="en-US" dirty="0">
                <a:latin typeface="Franklin Gothic Book" panose="020B0503020102020204" pitchFamily="34" charset="0"/>
              </a:rPr>
              <a:t>Use visualization tools to help find them</a:t>
            </a:r>
          </a:p>
        </p:txBody>
      </p:sp>
      <p:sp>
        <p:nvSpPr>
          <p:cNvPr id="6"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23</a:t>
            </a:fld>
            <a:endParaRPr lang="en-US" alt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9BFCC-98E4-167E-E416-4B41F1B9B627}"/>
            </a:ext>
          </a:extLst>
        </p:cNvPr>
        <p:cNvGrpSpPr/>
        <p:nvPr/>
      </p:nvGrpSpPr>
      <p:grpSpPr>
        <a:xfrm>
          <a:off x="0" y="0"/>
          <a:ext cx="0" cy="0"/>
          <a:chOff x="0" y="0"/>
          <a:chExt cx="0" cy="0"/>
        </a:xfrm>
      </p:grpSpPr>
      <p:sp>
        <p:nvSpPr>
          <p:cNvPr id="45058" name="Title 1">
            <a:extLst>
              <a:ext uri="{FF2B5EF4-FFF2-40B4-BE49-F238E27FC236}">
                <a16:creationId xmlns:a16="http://schemas.microsoft.com/office/drawing/2014/main" id="{ECF36852-ECFE-CC80-01BE-DCB535839BD5}"/>
              </a:ext>
            </a:extLst>
          </p:cNvPr>
          <p:cNvSpPr>
            <a:spLocks noGrp="1"/>
          </p:cNvSpPr>
          <p:nvPr>
            <p:ph type="title"/>
          </p:nvPr>
        </p:nvSpPr>
        <p:spPr/>
        <p:txBody>
          <a:bodyPr/>
          <a:lstStyle/>
          <a:p>
            <a:pPr eaLnBrk="1" hangingPunct="1"/>
            <a:r>
              <a:rPr lang="en-US" altLang="en-US"/>
              <a:t>Detecting Outliers</a:t>
            </a:r>
          </a:p>
        </p:txBody>
      </p:sp>
      <p:sp>
        <p:nvSpPr>
          <p:cNvPr id="45059" name="Content Placeholder 2">
            <a:extLst>
              <a:ext uri="{FF2B5EF4-FFF2-40B4-BE49-F238E27FC236}">
                <a16:creationId xmlns:a16="http://schemas.microsoft.com/office/drawing/2014/main" id="{6552363F-80B3-2C21-74F7-A88A98DBC225}"/>
              </a:ext>
            </a:extLst>
          </p:cNvPr>
          <p:cNvSpPr>
            <a:spLocks noGrp="1"/>
          </p:cNvSpPr>
          <p:nvPr>
            <p:ph sz="quarter" idx="1"/>
          </p:nvPr>
        </p:nvSpPr>
        <p:spPr>
          <a:xfrm>
            <a:off x="685800" y="1676400"/>
            <a:ext cx="8001000" cy="5029200"/>
          </a:xfrm>
        </p:spPr>
        <p:txBody>
          <a:bodyPr/>
          <a:lstStyle/>
          <a:p>
            <a:pPr eaLnBrk="1" hangingPunct="1"/>
            <a:r>
              <a:rPr lang="en-US" altLang="en-US">
                <a:latin typeface="Franklin Gothic Book" panose="020B0503020102020204" pitchFamily="34" charset="0"/>
              </a:rPr>
              <a:t>An outlier is an observation that is “extreme”, being distant from the rest of the data (definition of “distant” is deliberately vague)</a:t>
            </a:r>
          </a:p>
          <a:p>
            <a:pPr eaLnBrk="1" hangingPunct="1"/>
            <a:r>
              <a:rPr lang="en-US" altLang="en-US">
                <a:latin typeface="Franklin Gothic Book" panose="020B0503020102020204" pitchFamily="34" charset="0"/>
              </a:rPr>
              <a:t>Outliers can have disproportionate influence on models (a problem if it is spurious)</a:t>
            </a:r>
          </a:p>
          <a:p>
            <a:pPr eaLnBrk="1" hangingPunct="1"/>
            <a:r>
              <a:rPr lang="en-US" altLang="en-US">
                <a:latin typeface="Franklin Gothic Book" panose="020B0503020102020204" pitchFamily="34" charset="0"/>
              </a:rPr>
              <a:t>An important step in data pre-processing is detecting outliers</a:t>
            </a:r>
          </a:p>
          <a:p>
            <a:pPr eaLnBrk="1" hangingPunct="1"/>
            <a:r>
              <a:rPr lang="en-US" altLang="en-US">
                <a:latin typeface="Franklin Gothic Book" panose="020B0503020102020204" pitchFamily="34" charset="0"/>
              </a:rPr>
              <a:t>Once detected, domain knowledge is required to determine if it is an error, or truly extreme.</a:t>
            </a:r>
          </a:p>
        </p:txBody>
      </p:sp>
      <p:sp>
        <p:nvSpPr>
          <p:cNvPr id="6" name="Slide Number Placeholder 5">
            <a:extLst>
              <a:ext uri="{FF2B5EF4-FFF2-40B4-BE49-F238E27FC236}">
                <a16:creationId xmlns:a16="http://schemas.microsoft.com/office/drawing/2014/main" id="{E73B3A91-2EDE-E71E-8B1D-DD486D832DE9}"/>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24</a:t>
            </a:fld>
            <a:endParaRPr lang="en-US" altLang="en-US" sz="1400" dirty="0"/>
          </a:p>
        </p:txBody>
      </p:sp>
    </p:spTree>
    <p:extLst>
      <p:ext uri="{BB962C8B-B14F-4D97-AF65-F5344CB8AC3E}">
        <p14:creationId xmlns:p14="http://schemas.microsoft.com/office/powerpoint/2010/main" val="4140619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idx="4294967295"/>
          </p:nvPr>
        </p:nvSpPr>
        <p:spPr/>
        <p:txBody>
          <a:bodyPr/>
          <a:lstStyle/>
          <a:p>
            <a:pPr eaLnBrk="1" hangingPunct="1"/>
            <a:r>
              <a:rPr lang="en-US" altLang="en-US"/>
              <a:t>Detecting Outliers</a:t>
            </a:r>
          </a:p>
        </p:txBody>
      </p:sp>
      <p:sp>
        <p:nvSpPr>
          <p:cNvPr id="24579" name="Content Placeholder 2"/>
          <p:cNvSpPr>
            <a:spLocks noGrp="1"/>
          </p:cNvSpPr>
          <p:nvPr>
            <p:ph sz="quarter" idx="4294967295"/>
          </p:nvPr>
        </p:nvSpPr>
        <p:spPr>
          <a:xfrm>
            <a:off x="914400" y="1828800"/>
            <a:ext cx="7772400" cy="4876800"/>
          </a:xfrm>
        </p:spPr>
        <p:txBody>
          <a:bodyPr/>
          <a:lstStyle/>
          <a:p>
            <a:pPr eaLnBrk="1" hangingPunct="1">
              <a:buFont typeface="Wingdings 2" charset="2"/>
              <a:buChar char=""/>
              <a:defRPr/>
            </a:pPr>
            <a:r>
              <a:rPr lang="en-US" altLang="en-US" dirty="0">
                <a:latin typeface="Franklin Gothic Book" charset="0"/>
              </a:rPr>
              <a:t>In some contexts, finding outliers is the purpose of the DM exercise (airport security screening) </a:t>
            </a:r>
          </a:p>
          <a:p>
            <a:pPr marL="274638" lvl="1" indent="0" eaLnBrk="1" hangingPunct="1">
              <a:buFont typeface="Wingdings 2" charset="2"/>
              <a:buNone/>
              <a:defRPr/>
            </a:pPr>
            <a:r>
              <a:rPr lang="en-US" altLang="en-US" dirty="0">
                <a:latin typeface="Franklin Gothic Book" charset="0"/>
              </a:rPr>
              <a:t>This is called “anomaly detection”</a:t>
            </a:r>
          </a:p>
          <a:p>
            <a:pPr marL="274638" lvl="1" indent="0" eaLnBrk="1" hangingPunct="1">
              <a:buFont typeface="Wingdings 2" charset="2"/>
              <a:buNone/>
              <a:defRPr/>
            </a:pPr>
            <a:endParaRPr lang="en-US" altLang="en-US" dirty="0">
              <a:latin typeface="Franklin Gothic Book" charset="0"/>
            </a:endParaRPr>
          </a:p>
        </p:txBody>
      </p:sp>
      <p:sp>
        <p:nvSpPr>
          <p:cNvPr id="6"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25</a:t>
            </a:fld>
            <a:endParaRPr lang="en-US" alt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idx="4294967295"/>
          </p:nvPr>
        </p:nvSpPr>
        <p:spPr>
          <a:xfrm>
            <a:off x="914399" y="274638"/>
            <a:ext cx="7901533" cy="1143000"/>
          </a:xfrm>
        </p:spPr>
        <p:txBody>
          <a:bodyPr/>
          <a:lstStyle/>
          <a:p>
            <a:pPr eaLnBrk="1" hangingPunct="1"/>
            <a:r>
              <a:rPr lang="en-US" altLang="en-US" dirty="0"/>
              <a:t>Detecting Outliers – Quantile Range</a:t>
            </a:r>
          </a:p>
        </p:txBody>
      </p:sp>
      <p:sp>
        <p:nvSpPr>
          <p:cNvPr id="6"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26</a:t>
            </a:fld>
            <a:endParaRPr lang="en-US" altLang="en-US" sz="1400" dirty="0"/>
          </a:p>
        </p:txBody>
      </p:sp>
      <p:pic>
        <p:nvPicPr>
          <p:cNvPr id="1028" name="Picture 4" descr="Is the ACT curved? — Test Prep Guru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135" r="10977" b="6705"/>
          <a:stretch/>
        </p:blipFill>
        <p:spPr bwMode="auto">
          <a:xfrm>
            <a:off x="3592227" y="1579928"/>
            <a:ext cx="1774569" cy="103763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p:cNvCxnSpPr/>
          <p:nvPr/>
        </p:nvCxnSpPr>
        <p:spPr>
          <a:xfrm>
            <a:off x="603250" y="2514544"/>
            <a:ext cx="7598429" cy="20147"/>
          </a:xfrm>
          <a:prstGeom prst="line">
            <a:avLst/>
          </a:pr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cxnSp>
        <p:nvCxnSpPr>
          <p:cNvPr id="8" name="Straight Connector 7"/>
          <p:cNvCxnSpPr/>
          <p:nvPr/>
        </p:nvCxnSpPr>
        <p:spPr>
          <a:xfrm flipH="1">
            <a:off x="4083390" y="1579928"/>
            <a:ext cx="13960" cy="119119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 name="Straight Connector 11"/>
          <p:cNvCxnSpPr/>
          <p:nvPr/>
        </p:nvCxnSpPr>
        <p:spPr>
          <a:xfrm>
            <a:off x="4800600" y="1579928"/>
            <a:ext cx="0" cy="118421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 name="TextBox 10"/>
          <p:cNvSpPr txBox="1"/>
          <p:nvPr/>
        </p:nvSpPr>
        <p:spPr>
          <a:xfrm>
            <a:off x="4202052" y="2033534"/>
            <a:ext cx="493846" cy="276999"/>
          </a:xfrm>
          <a:prstGeom prst="rect">
            <a:avLst/>
          </a:prstGeom>
          <a:noFill/>
        </p:spPr>
        <p:txBody>
          <a:bodyPr wrap="square" rtlCol="0">
            <a:spAutoFit/>
          </a:bodyPr>
          <a:lstStyle/>
          <a:p>
            <a:r>
              <a:rPr lang="en-US" sz="1200" dirty="0"/>
              <a:t>80%</a:t>
            </a:r>
          </a:p>
        </p:txBody>
      </p:sp>
      <p:sp>
        <p:nvSpPr>
          <p:cNvPr id="16" name="TextBox 15"/>
          <p:cNvSpPr txBox="1"/>
          <p:nvPr/>
        </p:nvSpPr>
        <p:spPr>
          <a:xfrm>
            <a:off x="3836467" y="1302929"/>
            <a:ext cx="493846" cy="276999"/>
          </a:xfrm>
          <a:prstGeom prst="rect">
            <a:avLst/>
          </a:prstGeom>
          <a:noFill/>
        </p:spPr>
        <p:txBody>
          <a:bodyPr wrap="square" rtlCol="0">
            <a:spAutoFit/>
          </a:bodyPr>
          <a:lstStyle/>
          <a:p>
            <a:pPr algn="ctr"/>
            <a:r>
              <a:rPr lang="en-US" sz="1200" dirty="0"/>
              <a:t>0.1</a:t>
            </a:r>
          </a:p>
        </p:txBody>
      </p:sp>
      <p:sp>
        <p:nvSpPr>
          <p:cNvPr id="17" name="TextBox 16"/>
          <p:cNvSpPr txBox="1"/>
          <p:nvPr/>
        </p:nvSpPr>
        <p:spPr>
          <a:xfrm>
            <a:off x="4601631" y="1303545"/>
            <a:ext cx="493846" cy="276999"/>
          </a:xfrm>
          <a:prstGeom prst="rect">
            <a:avLst/>
          </a:prstGeom>
          <a:noFill/>
        </p:spPr>
        <p:txBody>
          <a:bodyPr wrap="square" rtlCol="0">
            <a:spAutoFit/>
          </a:bodyPr>
          <a:lstStyle/>
          <a:p>
            <a:pPr algn="ctr"/>
            <a:r>
              <a:rPr lang="en-US" sz="1200" dirty="0"/>
              <a:t>0.9</a:t>
            </a:r>
          </a:p>
        </p:txBody>
      </p:sp>
      <p:sp>
        <p:nvSpPr>
          <p:cNvPr id="18" name="TextBox 17"/>
          <p:cNvSpPr txBox="1"/>
          <p:nvPr/>
        </p:nvSpPr>
        <p:spPr>
          <a:xfrm>
            <a:off x="3843447" y="2763523"/>
            <a:ext cx="493846" cy="276999"/>
          </a:xfrm>
          <a:prstGeom prst="rect">
            <a:avLst/>
          </a:prstGeom>
          <a:noFill/>
        </p:spPr>
        <p:txBody>
          <a:bodyPr wrap="square" rtlCol="0">
            <a:spAutoFit/>
          </a:bodyPr>
          <a:lstStyle/>
          <a:p>
            <a:pPr algn="ctr"/>
            <a:r>
              <a:rPr lang="en-US" sz="1200" dirty="0"/>
              <a:t>0</a:t>
            </a:r>
          </a:p>
        </p:txBody>
      </p:sp>
      <p:sp>
        <p:nvSpPr>
          <p:cNvPr id="19" name="TextBox 18"/>
          <p:cNvSpPr txBox="1"/>
          <p:nvPr/>
        </p:nvSpPr>
        <p:spPr>
          <a:xfrm>
            <a:off x="4553677" y="2763522"/>
            <a:ext cx="493846" cy="276999"/>
          </a:xfrm>
          <a:prstGeom prst="rect">
            <a:avLst/>
          </a:prstGeom>
          <a:noFill/>
        </p:spPr>
        <p:txBody>
          <a:bodyPr wrap="square" rtlCol="0">
            <a:spAutoFit/>
          </a:bodyPr>
          <a:lstStyle/>
          <a:p>
            <a:pPr algn="ctr"/>
            <a:r>
              <a:rPr lang="en-US" sz="1200" dirty="0"/>
              <a:t>100</a:t>
            </a:r>
          </a:p>
        </p:txBody>
      </p:sp>
      <p:cxnSp>
        <p:nvCxnSpPr>
          <p:cNvPr id="20" name="Straight Connector 19"/>
          <p:cNvCxnSpPr/>
          <p:nvPr/>
        </p:nvCxnSpPr>
        <p:spPr>
          <a:xfrm flipH="1">
            <a:off x="3330138" y="2310533"/>
            <a:ext cx="9028" cy="45298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TextBox 20"/>
          <p:cNvSpPr txBox="1"/>
          <p:nvPr/>
        </p:nvSpPr>
        <p:spPr>
          <a:xfrm>
            <a:off x="3090195" y="2755925"/>
            <a:ext cx="493846" cy="276999"/>
          </a:xfrm>
          <a:prstGeom prst="rect">
            <a:avLst/>
          </a:prstGeom>
          <a:noFill/>
        </p:spPr>
        <p:txBody>
          <a:bodyPr wrap="square" rtlCol="0">
            <a:spAutoFit/>
          </a:bodyPr>
          <a:lstStyle/>
          <a:p>
            <a:pPr algn="ctr"/>
            <a:r>
              <a:rPr lang="en-US" sz="1200" dirty="0"/>
              <a:t>-100</a:t>
            </a:r>
          </a:p>
        </p:txBody>
      </p:sp>
      <p:cxnSp>
        <p:nvCxnSpPr>
          <p:cNvPr id="24" name="Straight Connector 23"/>
          <p:cNvCxnSpPr/>
          <p:nvPr/>
        </p:nvCxnSpPr>
        <p:spPr>
          <a:xfrm flipH="1">
            <a:off x="2596349" y="2295338"/>
            <a:ext cx="9028" cy="45298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5" name="TextBox 24"/>
          <p:cNvSpPr txBox="1"/>
          <p:nvPr/>
        </p:nvSpPr>
        <p:spPr>
          <a:xfrm>
            <a:off x="2356406" y="2740730"/>
            <a:ext cx="493846" cy="276999"/>
          </a:xfrm>
          <a:prstGeom prst="rect">
            <a:avLst/>
          </a:prstGeom>
          <a:noFill/>
        </p:spPr>
        <p:txBody>
          <a:bodyPr wrap="square" rtlCol="0">
            <a:spAutoFit/>
          </a:bodyPr>
          <a:lstStyle/>
          <a:p>
            <a:pPr algn="ctr"/>
            <a:r>
              <a:rPr lang="en-US" sz="1200" dirty="0"/>
              <a:t>-200</a:t>
            </a:r>
          </a:p>
        </p:txBody>
      </p:sp>
      <p:cxnSp>
        <p:nvCxnSpPr>
          <p:cNvPr id="26" name="Straight Connector 25"/>
          <p:cNvCxnSpPr/>
          <p:nvPr/>
        </p:nvCxnSpPr>
        <p:spPr>
          <a:xfrm>
            <a:off x="1888132" y="1830023"/>
            <a:ext cx="0" cy="92528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7" name="TextBox 26"/>
          <p:cNvSpPr txBox="1"/>
          <p:nvPr/>
        </p:nvSpPr>
        <p:spPr>
          <a:xfrm>
            <a:off x="1648189" y="2740730"/>
            <a:ext cx="493846" cy="276999"/>
          </a:xfrm>
          <a:prstGeom prst="rect">
            <a:avLst/>
          </a:prstGeom>
          <a:noFill/>
        </p:spPr>
        <p:txBody>
          <a:bodyPr wrap="square" rtlCol="0">
            <a:spAutoFit/>
          </a:bodyPr>
          <a:lstStyle/>
          <a:p>
            <a:pPr algn="ctr"/>
            <a:r>
              <a:rPr lang="en-US" sz="1200" dirty="0"/>
              <a:t>-300</a:t>
            </a:r>
          </a:p>
        </p:txBody>
      </p:sp>
      <p:cxnSp>
        <p:nvCxnSpPr>
          <p:cNvPr id="28" name="Straight Connector 27"/>
          <p:cNvCxnSpPr/>
          <p:nvPr/>
        </p:nvCxnSpPr>
        <p:spPr>
          <a:xfrm flipH="1">
            <a:off x="1154343" y="2310533"/>
            <a:ext cx="9028" cy="45298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TextBox 28"/>
          <p:cNvSpPr txBox="1"/>
          <p:nvPr/>
        </p:nvSpPr>
        <p:spPr>
          <a:xfrm>
            <a:off x="914400" y="2755925"/>
            <a:ext cx="493846" cy="276999"/>
          </a:xfrm>
          <a:prstGeom prst="rect">
            <a:avLst/>
          </a:prstGeom>
          <a:noFill/>
        </p:spPr>
        <p:txBody>
          <a:bodyPr wrap="square" rtlCol="0">
            <a:spAutoFit/>
          </a:bodyPr>
          <a:lstStyle/>
          <a:p>
            <a:pPr algn="ctr"/>
            <a:r>
              <a:rPr lang="en-US" sz="1200" dirty="0"/>
              <a:t>-400</a:t>
            </a:r>
          </a:p>
        </p:txBody>
      </p:sp>
      <p:cxnSp>
        <p:nvCxnSpPr>
          <p:cNvPr id="31" name="Straight Connector 30"/>
          <p:cNvCxnSpPr/>
          <p:nvPr/>
        </p:nvCxnSpPr>
        <p:spPr>
          <a:xfrm flipH="1">
            <a:off x="7671560" y="2325728"/>
            <a:ext cx="9028" cy="45298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2" name="TextBox 31"/>
          <p:cNvSpPr txBox="1"/>
          <p:nvPr/>
        </p:nvSpPr>
        <p:spPr>
          <a:xfrm>
            <a:off x="7431617" y="2771120"/>
            <a:ext cx="493846" cy="276999"/>
          </a:xfrm>
          <a:prstGeom prst="rect">
            <a:avLst/>
          </a:prstGeom>
          <a:noFill/>
        </p:spPr>
        <p:txBody>
          <a:bodyPr wrap="square" rtlCol="0">
            <a:spAutoFit/>
          </a:bodyPr>
          <a:lstStyle/>
          <a:p>
            <a:pPr algn="ctr"/>
            <a:r>
              <a:rPr lang="en-US" sz="1200" dirty="0"/>
              <a:t>500</a:t>
            </a:r>
          </a:p>
        </p:txBody>
      </p:sp>
      <p:cxnSp>
        <p:nvCxnSpPr>
          <p:cNvPr id="33" name="Straight Connector 32"/>
          <p:cNvCxnSpPr/>
          <p:nvPr/>
        </p:nvCxnSpPr>
        <p:spPr>
          <a:xfrm>
            <a:off x="6937771" y="1862616"/>
            <a:ext cx="0" cy="90090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4" name="TextBox 33"/>
          <p:cNvSpPr txBox="1"/>
          <p:nvPr/>
        </p:nvSpPr>
        <p:spPr>
          <a:xfrm>
            <a:off x="6697828" y="2755925"/>
            <a:ext cx="493846" cy="276999"/>
          </a:xfrm>
          <a:prstGeom prst="rect">
            <a:avLst/>
          </a:prstGeom>
          <a:noFill/>
        </p:spPr>
        <p:txBody>
          <a:bodyPr wrap="square" rtlCol="0">
            <a:spAutoFit/>
          </a:bodyPr>
          <a:lstStyle/>
          <a:p>
            <a:pPr algn="ctr"/>
            <a:r>
              <a:rPr lang="en-US" sz="1200" dirty="0"/>
              <a:t>400</a:t>
            </a:r>
          </a:p>
        </p:txBody>
      </p:sp>
      <p:cxnSp>
        <p:nvCxnSpPr>
          <p:cNvPr id="35" name="Straight Connector 34"/>
          <p:cNvCxnSpPr/>
          <p:nvPr/>
        </p:nvCxnSpPr>
        <p:spPr>
          <a:xfrm flipH="1">
            <a:off x="6229554" y="2310533"/>
            <a:ext cx="9028" cy="45298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TextBox 35"/>
          <p:cNvSpPr txBox="1"/>
          <p:nvPr/>
        </p:nvSpPr>
        <p:spPr>
          <a:xfrm>
            <a:off x="5989611" y="2755925"/>
            <a:ext cx="493846" cy="276999"/>
          </a:xfrm>
          <a:prstGeom prst="rect">
            <a:avLst/>
          </a:prstGeom>
          <a:noFill/>
        </p:spPr>
        <p:txBody>
          <a:bodyPr wrap="square" rtlCol="0">
            <a:spAutoFit/>
          </a:bodyPr>
          <a:lstStyle/>
          <a:p>
            <a:pPr algn="ctr"/>
            <a:r>
              <a:rPr lang="en-US" sz="1200" dirty="0"/>
              <a:t>300</a:t>
            </a:r>
          </a:p>
        </p:txBody>
      </p:sp>
      <p:cxnSp>
        <p:nvCxnSpPr>
          <p:cNvPr id="37" name="Straight Connector 36"/>
          <p:cNvCxnSpPr/>
          <p:nvPr/>
        </p:nvCxnSpPr>
        <p:spPr>
          <a:xfrm flipH="1">
            <a:off x="5495765" y="2325728"/>
            <a:ext cx="9028" cy="452989"/>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TextBox 37"/>
          <p:cNvSpPr txBox="1"/>
          <p:nvPr/>
        </p:nvSpPr>
        <p:spPr>
          <a:xfrm>
            <a:off x="5255822" y="2771120"/>
            <a:ext cx="493846" cy="276999"/>
          </a:xfrm>
          <a:prstGeom prst="rect">
            <a:avLst/>
          </a:prstGeom>
          <a:noFill/>
        </p:spPr>
        <p:txBody>
          <a:bodyPr wrap="square" rtlCol="0">
            <a:spAutoFit/>
          </a:bodyPr>
          <a:lstStyle/>
          <a:p>
            <a:pPr algn="ctr"/>
            <a:r>
              <a:rPr lang="en-US" sz="1200" dirty="0"/>
              <a:t>200</a:t>
            </a:r>
          </a:p>
        </p:txBody>
      </p:sp>
      <p:sp>
        <p:nvSpPr>
          <p:cNvPr id="40" name="Content Placeholder 2"/>
          <p:cNvSpPr txBox="1">
            <a:spLocks/>
          </p:cNvSpPr>
          <p:nvPr/>
        </p:nvSpPr>
        <p:spPr bwMode="auto">
          <a:xfrm>
            <a:off x="914400" y="3284548"/>
            <a:ext cx="7772400" cy="3421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marL="0" indent="0" eaLnBrk="1" hangingPunct="1">
              <a:buNone/>
              <a:defRPr/>
            </a:pPr>
            <a:r>
              <a:rPr lang="en-US" altLang="en-US" dirty="0">
                <a:latin typeface="Franklin Gothic Book" charset="0"/>
              </a:rPr>
              <a:t>In this example :</a:t>
            </a:r>
          </a:p>
          <a:p>
            <a:pPr eaLnBrk="1" hangingPunct="1">
              <a:buFont typeface="Wingdings 2" charset="2"/>
              <a:buChar char=""/>
              <a:defRPr/>
            </a:pPr>
            <a:r>
              <a:rPr lang="en-US" altLang="en-US" dirty="0">
                <a:latin typeface="Franklin Gothic Book" charset="0"/>
              </a:rPr>
              <a:t>Tail Quantile = 0.1 = 10%</a:t>
            </a:r>
          </a:p>
          <a:p>
            <a:pPr eaLnBrk="1" hangingPunct="1">
              <a:buFont typeface="Wingdings 2" charset="2"/>
              <a:buChar char=""/>
              <a:defRPr/>
            </a:pPr>
            <a:r>
              <a:rPr lang="en-US" altLang="en-US" dirty="0">
                <a:latin typeface="Franklin Gothic Book" charset="0"/>
              </a:rPr>
              <a:t>Mid Interval = 1 – 2 x Tail Interval = 0.8 = 80%</a:t>
            </a:r>
          </a:p>
          <a:p>
            <a:pPr eaLnBrk="1" hangingPunct="1">
              <a:buFont typeface="Wingdings 2" charset="2"/>
              <a:buChar char=""/>
              <a:defRPr/>
            </a:pPr>
            <a:r>
              <a:rPr lang="en-US" altLang="en-US" dirty="0">
                <a:latin typeface="Franklin Gothic Book" charset="0"/>
              </a:rPr>
              <a:t>Inter Quantile Range = 100</a:t>
            </a:r>
          </a:p>
          <a:p>
            <a:pPr eaLnBrk="1" hangingPunct="1">
              <a:buFont typeface="Wingdings 2" charset="2"/>
              <a:buChar char=""/>
              <a:defRPr/>
            </a:pPr>
            <a:r>
              <a:rPr lang="en-US" altLang="en-US" dirty="0">
                <a:latin typeface="Franklin Gothic Book" charset="0"/>
              </a:rPr>
              <a:t>Q = number of intervals to accept before calling something an outlier = 3</a:t>
            </a:r>
          </a:p>
          <a:p>
            <a:pPr eaLnBrk="1" hangingPunct="1">
              <a:defRPr/>
            </a:pPr>
            <a:r>
              <a:rPr lang="en-US" altLang="en-US" dirty="0">
                <a:latin typeface="Franklin Gothic Book" charset="0"/>
              </a:rPr>
              <a:t>Outliers are anything &lt; -300 or &gt; 400</a:t>
            </a:r>
          </a:p>
        </p:txBody>
      </p:sp>
      <p:cxnSp>
        <p:nvCxnSpPr>
          <p:cNvPr id="41" name="Straight Connector 40"/>
          <p:cNvCxnSpPr/>
          <p:nvPr/>
        </p:nvCxnSpPr>
        <p:spPr>
          <a:xfrm flipH="1">
            <a:off x="548984" y="2070205"/>
            <a:ext cx="1317454" cy="6625"/>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4" name="TextBox 43"/>
          <p:cNvSpPr txBox="1"/>
          <p:nvPr/>
        </p:nvSpPr>
        <p:spPr>
          <a:xfrm>
            <a:off x="1007543" y="1830023"/>
            <a:ext cx="880589" cy="276999"/>
          </a:xfrm>
          <a:prstGeom prst="rect">
            <a:avLst/>
          </a:prstGeom>
          <a:noFill/>
        </p:spPr>
        <p:txBody>
          <a:bodyPr wrap="square" rtlCol="0">
            <a:spAutoFit/>
          </a:bodyPr>
          <a:lstStyle/>
          <a:p>
            <a:pPr algn="ctr"/>
            <a:r>
              <a:rPr lang="en-US" sz="1200" dirty="0"/>
              <a:t>Outliers</a:t>
            </a:r>
          </a:p>
        </p:txBody>
      </p:sp>
      <p:cxnSp>
        <p:nvCxnSpPr>
          <p:cNvPr id="45" name="Straight Connector 44"/>
          <p:cNvCxnSpPr/>
          <p:nvPr/>
        </p:nvCxnSpPr>
        <p:spPr>
          <a:xfrm>
            <a:off x="6945389" y="2100897"/>
            <a:ext cx="1317454" cy="6625"/>
          </a:xfrm>
          <a:prstGeom prst="line">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6" name="TextBox 45"/>
          <p:cNvSpPr txBox="1"/>
          <p:nvPr/>
        </p:nvSpPr>
        <p:spPr>
          <a:xfrm>
            <a:off x="6937771" y="1862616"/>
            <a:ext cx="880589" cy="276999"/>
          </a:xfrm>
          <a:prstGeom prst="rect">
            <a:avLst/>
          </a:prstGeom>
          <a:noFill/>
        </p:spPr>
        <p:txBody>
          <a:bodyPr wrap="square" rtlCol="0">
            <a:spAutoFit/>
          </a:bodyPr>
          <a:lstStyle/>
          <a:p>
            <a:pPr algn="ctr"/>
            <a:r>
              <a:rPr lang="en-US" sz="1200" dirty="0"/>
              <a:t>Outliers</a:t>
            </a:r>
          </a:p>
        </p:txBody>
      </p:sp>
    </p:spTree>
    <p:extLst>
      <p:ext uri="{BB962C8B-B14F-4D97-AF65-F5344CB8AC3E}">
        <p14:creationId xmlns:p14="http://schemas.microsoft.com/office/powerpoint/2010/main" val="4554078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idx="4294967295"/>
          </p:nvPr>
        </p:nvSpPr>
        <p:spPr>
          <a:xfrm>
            <a:off x="914400" y="274638"/>
            <a:ext cx="7982712" cy="1143000"/>
          </a:xfrm>
        </p:spPr>
        <p:txBody>
          <a:bodyPr/>
          <a:lstStyle/>
          <a:p>
            <a:pPr eaLnBrk="1" hangingPunct="1"/>
            <a:r>
              <a:rPr lang="en-US" altLang="en-US" dirty="0"/>
              <a:t>Detecting Outliers – Quantile Range</a:t>
            </a:r>
          </a:p>
        </p:txBody>
      </p:sp>
      <p:sp>
        <p:nvSpPr>
          <p:cNvPr id="24579" name="Content Placeholder 2"/>
          <p:cNvSpPr>
            <a:spLocks noGrp="1"/>
          </p:cNvSpPr>
          <p:nvPr>
            <p:ph sz="quarter" idx="4294967295"/>
          </p:nvPr>
        </p:nvSpPr>
        <p:spPr>
          <a:xfrm>
            <a:off x="307127" y="1618488"/>
            <a:ext cx="8379673" cy="5087111"/>
          </a:xfrm>
        </p:spPr>
        <p:txBody>
          <a:bodyPr/>
          <a:lstStyle/>
          <a:p>
            <a:pPr marL="0" indent="0" eaLnBrk="1" hangingPunct="1">
              <a:buNone/>
              <a:defRPr/>
            </a:pPr>
            <a:r>
              <a:rPr lang="en-US" altLang="en-US" dirty="0">
                <a:latin typeface="Franklin Gothic Book" charset="0"/>
              </a:rPr>
              <a:t>Are there any outliers in the CC column?</a:t>
            </a:r>
          </a:p>
          <a:p>
            <a:pPr eaLnBrk="1" hangingPunct="1">
              <a:buFont typeface="Wingdings 2" charset="2"/>
              <a:buChar char=""/>
              <a:defRPr/>
            </a:pPr>
            <a:r>
              <a:rPr lang="en-US" altLang="en-US" dirty="0">
                <a:latin typeface="Franklin Gothic Book" charset="0"/>
              </a:rPr>
              <a:t>Tail Quantile = 10%	</a:t>
            </a:r>
            <a:br>
              <a:rPr lang="en-US" altLang="en-US" dirty="0">
                <a:latin typeface="Franklin Gothic Book" charset="0"/>
              </a:rPr>
            </a:br>
            <a:r>
              <a:rPr lang="en-US" altLang="en-US" dirty="0">
                <a:latin typeface="Franklin Gothic Book" charset="0"/>
              </a:rPr>
              <a:t>Lower 10% Quantile = 1300</a:t>
            </a:r>
            <a:br>
              <a:rPr lang="en-US" altLang="en-US" dirty="0">
                <a:latin typeface="Franklin Gothic Book" charset="0"/>
              </a:rPr>
            </a:br>
            <a:r>
              <a:rPr lang="en-US" altLang="en-US" dirty="0">
                <a:latin typeface="Franklin Gothic Book" charset="0"/>
              </a:rPr>
              <a:t>Upper 10% is the 90% Quantile = 1900</a:t>
            </a:r>
            <a:br>
              <a:rPr lang="en-US" altLang="en-US" dirty="0">
                <a:latin typeface="Franklin Gothic Book" charset="0"/>
              </a:rPr>
            </a:br>
            <a:r>
              <a:rPr lang="en-US" altLang="en-US" dirty="0">
                <a:latin typeface="Franklin Gothic Book" charset="0"/>
              </a:rPr>
              <a:t>Inter Quantile Range = 1900 – 1300 = 600</a:t>
            </a:r>
          </a:p>
          <a:p>
            <a:pPr eaLnBrk="1" hangingPunct="1">
              <a:buFont typeface="Wingdings 2" charset="2"/>
              <a:buChar char=""/>
              <a:defRPr/>
            </a:pPr>
            <a:r>
              <a:rPr lang="en-US" altLang="en-US" dirty="0">
                <a:latin typeface="Franklin Gothic Book" charset="0"/>
              </a:rPr>
              <a:t>Q indicates how many multiples of the IQR you tolerate before calling something an outlier</a:t>
            </a:r>
          </a:p>
          <a:p>
            <a:pPr eaLnBrk="1" hangingPunct="1">
              <a:buFont typeface="Wingdings 2" charset="2"/>
              <a:buChar char=""/>
              <a:defRPr/>
            </a:pPr>
            <a:r>
              <a:rPr lang="en-US" altLang="en-US" dirty="0">
                <a:latin typeface="Franklin Gothic Book" charset="0"/>
              </a:rPr>
              <a:t>Low Threshold = Low Quantile – (IQR x Q) = </a:t>
            </a:r>
            <a:br>
              <a:rPr lang="en-US" altLang="en-US" dirty="0">
                <a:latin typeface="Franklin Gothic Book" charset="0"/>
              </a:rPr>
            </a:br>
            <a:r>
              <a:rPr lang="en-US" altLang="en-US" dirty="0">
                <a:latin typeface="Franklin Gothic Book" charset="0"/>
              </a:rPr>
              <a:t>                             1300 – (600 x 3) = -500</a:t>
            </a:r>
          </a:p>
          <a:p>
            <a:pPr eaLnBrk="1" hangingPunct="1">
              <a:buFont typeface="Wingdings 2" charset="2"/>
              <a:buChar char=""/>
              <a:defRPr/>
            </a:pPr>
            <a:r>
              <a:rPr lang="en-US" altLang="en-US" dirty="0">
                <a:latin typeface="Franklin Gothic Book" charset="0"/>
              </a:rPr>
              <a:t>High Threshold = High Quantile + (IQR x Q) =</a:t>
            </a:r>
            <a:br>
              <a:rPr lang="en-US" altLang="en-US" dirty="0">
                <a:latin typeface="Franklin Gothic Book" charset="0"/>
              </a:rPr>
            </a:br>
            <a:r>
              <a:rPr lang="en-US" altLang="en-US" dirty="0">
                <a:latin typeface="Franklin Gothic Book" charset="0"/>
              </a:rPr>
              <a:t>                             1900 + (600 x 3) = 3700</a:t>
            </a:r>
          </a:p>
        </p:txBody>
      </p:sp>
      <p:sp>
        <p:nvSpPr>
          <p:cNvPr id="6"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27</a:t>
            </a:fld>
            <a:endParaRPr lang="en-US" altLang="en-US" sz="1400" dirty="0"/>
          </a:p>
        </p:txBody>
      </p:sp>
    </p:spTree>
    <p:extLst>
      <p:ext uri="{BB962C8B-B14F-4D97-AF65-F5344CB8AC3E}">
        <p14:creationId xmlns:p14="http://schemas.microsoft.com/office/powerpoint/2010/main" val="38657272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dirty="0"/>
              <a:t>Outliers – Mahalanobis Distance</a:t>
            </a:r>
          </a:p>
        </p:txBody>
      </p:sp>
      <p:sp>
        <p:nvSpPr>
          <p:cNvPr id="5"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28</a:t>
            </a:fld>
            <a:endParaRPr lang="en-US" altLang="en-US" sz="1400" dirty="0"/>
          </a:p>
        </p:txBody>
      </p:sp>
      <p:sp>
        <p:nvSpPr>
          <p:cNvPr id="7" name="Content Placeholder 2"/>
          <p:cNvSpPr>
            <a:spLocks noGrp="1"/>
          </p:cNvSpPr>
          <p:nvPr>
            <p:ph sz="quarter" idx="1"/>
          </p:nvPr>
        </p:nvSpPr>
        <p:spPr>
          <a:xfrm>
            <a:off x="838200" y="1828800"/>
            <a:ext cx="7848600" cy="4572000"/>
          </a:xfrm>
        </p:spPr>
        <p:txBody>
          <a:bodyPr/>
          <a:lstStyle/>
          <a:p>
            <a:pPr eaLnBrk="1" hangingPunct="1"/>
            <a:r>
              <a:rPr lang="en-US" altLang="en-US" dirty="0">
                <a:latin typeface="Franklin Gothic Book" panose="020B0503020102020204" pitchFamily="34" charset="0"/>
              </a:rPr>
              <a:t>Row level distance calculation</a:t>
            </a:r>
          </a:p>
          <a:p>
            <a:pPr eaLnBrk="1" hangingPunct="1"/>
            <a:r>
              <a:rPr lang="en-US" altLang="en-US" dirty="0">
                <a:latin typeface="Franklin Gothic Book" panose="020B0503020102020204" pitchFamily="34" charset="0"/>
              </a:rPr>
              <a:t>Takes into account different scales across columns</a:t>
            </a:r>
          </a:p>
          <a:p>
            <a:pPr eaLnBrk="1" hangingPunct="1"/>
            <a:r>
              <a:rPr lang="en-US" altLang="en-US" dirty="0">
                <a:latin typeface="Franklin Gothic Book" panose="020B0503020102020204" pitchFamily="34" charset="0"/>
              </a:rPr>
              <a:t>Takes into account correlations amongst the columns</a:t>
            </a:r>
          </a:p>
          <a:p>
            <a:pPr eaLnBrk="1" hangingPunct="1"/>
            <a:r>
              <a:rPr lang="en-US" altLang="en-US" dirty="0">
                <a:latin typeface="Franklin Gothic Book" panose="020B0503020102020204" pitchFamily="34" charset="0"/>
              </a:rPr>
              <a:t>Tells us how different (or similar) each row is compared to all the other rows in the dataset</a:t>
            </a:r>
          </a:p>
          <a:p>
            <a:pPr eaLnBrk="1" hangingPunct="1"/>
            <a:r>
              <a:rPr lang="en-US" altLang="en-US" dirty="0">
                <a:latin typeface="Franklin Gothic Book" panose="020B0503020102020204" pitchFamily="34" charset="0"/>
              </a:rPr>
              <a:t>Requires matrix math so we let the code do the work!  </a:t>
            </a:r>
          </a:p>
          <a:p>
            <a:pPr eaLnBrk="1" hangingPunct="1"/>
            <a:r>
              <a:rPr lang="en-US" altLang="en-US" dirty="0">
                <a:latin typeface="Franklin Gothic Book" panose="020B0503020102020204" pitchFamily="34" charset="0"/>
              </a:rPr>
              <a:t>https://en.wikipedia.org/wiki/Mahalanobis_distance</a:t>
            </a:r>
          </a:p>
          <a:p>
            <a:pPr marL="0" indent="0" eaLnBrk="1" hangingPunct="1">
              <a:buNone/>
            </a:pPr>
            <a:endParaRPr lang="en-US" altLang="en-US" dirty="0"/>
          </a:p>
          <a:p>
            <a:pPr marL="0" indent="0" eaLnBrk="1" hangingPunct="1">
              <a:buNone/>
            </a:pPr>
            <a:endParaRPr lang="en-US" altLang="en-US" dirty="0">
              <a:latin typeface="Franklin Gothic Book" panose="020B0503020102020204" pitchFamily="34" charset="0"/>
            </a:endParaRPr>
          </a:p>
          <a:p>
            <a:pPr eaLnBrk="1" hangingPunct="1">
              <a:buFont typeface="Wingdings 2" panose="05020102010507070707" pitchFamily="18" charset="2"/>
              <a:buNone/>
            </a:pPr>
            <a:endParaRPr lang="en-US" altLang="en-US" dirty="0">
              <a:latin typeface="Franklin Gothic Book" panose="020B0503020102020204" pitchFamily="34" charset="0"/>
            </a:endParaRPr>
          </a:p>
        </p:txBody>
      </p:sp>
    </p:spTree>
    <p:extLst>
      <p:ext uri="{BB962C8B-B14F-4D97-AF65-F5344CB8AC3E}">
        <p14:creationId xmlns:p14="http://schemas.microsoft.com/office/powerpoint/2010/main" val="2213537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4CA06-7C86-6F97-8E6D-41D669334EBE}"/>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59D588C8-F601-3D9D-22A1-CE2CFB16FE22}"/>
              </a:ext>
            </a:extLst>
          </p:cNvPr>
          <p:cNvSpPr>
            <a:spLocks noGrp="1"/>
          </p:cNvSpPr>
          <p:nvPr>
            <p:ph type="title"/>
          </p:nvPr>
        </p:nvSpPr>
        <p:spPr/>
        <p:txBody>
          <a:bodyPr/>
          <a:lstStyle/>
          <a:p>
            <a:pPr eaLnBrk="1" hangingPunct="1"/>
            <a:r>
              <a:rPr lang="en-US" altLang="en-US" dirty="0"/>
              <a:t>Outliers – Mahalanobis Distance</a:t>
            </a:r>
          </a:p>
        </p:txBody>
      </p:sp>
      <p:sp>
        <p:nvSpPr>
          <p:cNvPr id="5" name="Slide Number Placeholder 5">
            <a:extLst>
              <a:ext uri="{FF2B5EF4-FFF2-40B4-BE49-F238E27FC236}">
                <a16:creationId xmlns:a16="http://schemas.microsoft.com/office/drawing/2014/main" id="{AAA7B339-5201-75DF-24EB-C066FA470068}"/>
              </a:ext>
            </a:extLst>
          </p:cNvPr>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29</a:t>
            </a:fld>
            <a:endParaRPr lang="en-US" altLang="en-US" sz="1400" dirty="0"/>
          </a:p>
        </p:txBody>
      </p:sp>
      <p:sp>
        <p:nvSpPr>
          <p:cNvPr id="7" name="Content Placeholder 2">
            <a:extLst>
              <a:ext uri="{FF2B5EF4-FFF2-40B4-BE49-F238E27FC236}">
                <a16:creationId xmlns:a16="http://schemas.microsoft.com/office/drawing/2014/main" id="{30ED8A5D-4D14-0A57-B8AE-31322624834D}"/>
              </a:ext>
            </a:extLst>
          </p:cNvPr>
          <p:cNvSpPr>
            <a:spLocks noGrp="1"/>
          </p:cNvSpPr>
          <p:nvPr>
            <p:ph sz="quarter" idx="1"/>
          </p:nvPr>
        </p:nvSpPr>
        <p:spPr>
          <a:xfrm>
            <a:off x="838200" y="1828800"/>
            <a:ext cx="7772400" cy="4572000"/>
          </a:xfrm>
        </p:spPr>
        <p:txBody>
          <a:bodyPr/>
          <a:lstStyle/>
          <a:p>
            <a:pPr eaLnBrk="1" hangingPunct="1"/>
            <a:r>
              <a:rPr lang="en-US" altLang="en-US" dirty="0">
                <a:latin typeface="Franklin Gothic Book" panose="020B0503020102020204" pitchFamily="34" charset="0"/>
              </a:rPr>
              <a:t>Several rows fall above the threshold</a:t>
            </a:r>
          </a:p>
          <a:p>
            <a:pPr marL="0" indent="0" eaLnBrk="1" hangingPunct="1">
              <a:buNone/>
            </a:pPr>
            <a:endParaRPr lang="en-US" altLang="en-US" dirty="0"/>
          </a:p>
          <a:p>
            <a:pPr marL="0" indent="0" eaLnBrk="1" hangingPunct="1">
              <a:buNone/>
            </a:pPr>
            <a:endParaRPr lang="en-US" altLang="en-US" dirty="0">
              <a:latin typeface="Franklin Gothic Book" panose="020B0503020102020204" pitchFamily="34" charset="0"/>
            </a:endParaRPr>
          </a:p>
          <a:p>
            <a:pPr eaLnBrk="1" hangingPunct="1">
              <a:buFont typeface="Wingdings 2" panose="05020102010507070707" pitchFamily="18" charset="2"/>
              <a:buNone/>
            </a:pPr>
            <a:endParaRPr lang="en-US" altLang="en-US" dirty="0">
              <a:latin typeface="Franklin Gothic Book" panose="020B0503020102020204" pitchFamily="34" charset="0"/>
            </a:endParaRPr>
          </a:p>
        </p:txBody>
      </p:sp>
      <p:pic>
        <p:nvPicPr>
          <p:cNvPr id="14338" name="Picture 2" descr="A plot of the Mahalanobis distance for the cars in the dataset.">
            <a:extLst>
              <a:ext uri="{FF2B5EF4-FFF2-40B4-BE49-F238E27FC236}">
                <a16:creationId xmlns:a16="http://schemas.microsoft.com/office/drawing/2014/main" id="{036269B0-87AC-9662-A465-25E9560A8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819" y="2526534"/>
            <a:ext cx="6181534" cy="4020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42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p:txBody>
          <a:bodyPr/>
          <a:lstStyle/>
          <a:p>
            <a:r>
              <a:rPr lang="en-US" altLang="en-US"/>
              <a:t>Summary</a:t>
            </a:r>
          </a:p>
        </p:txBody>
      </p:sp>
      <p:sp>
        <p:nvSpPr>
          <p:cNvPr id="81923" name="Rectangle 3"/>
          <p:cNvSpPr>
            <a:spLocks noGrp="1"/>
          </p:cNvSpPr>
          <p:nvPr>
            <p:ph type="body" idx="1"/>
          </p:nvPr>
        </p:nvSpPr>
        <p:spPr>
          <a:xfrm>
            <a:off x="749300" y="1600200"/>
            <a:ext cx="7937500" cy="4572000"/>
          </a:xfrm>
        </p:spPr>
        <p:txBody>
          <a:bodyPr/>
          <a:lstStyle/>
          <a:p>
            <a:r>
              <a:rPr lang="en-US" altLang="en-US" dirty="0">
                <a:latin typeface="Franklin Gothic Book" panose="020B0503020102020204" pitchFamily="34" charset="0"/>
              </a:rPr>
              <a:t>Data Mining consists of supervised methods (Classification &amp; Prediction) and unsupervised methods (Association Rules, Data Reduction, Data Exploration &amp; Visualization)</a:t>
            </a:r>
          </a:p>
          <a:p>
            <a:r>
              <a:rPr lang="en-US" altLang="en-US" dirty="0">
                <a:latin typeface="Franklin Gothic Book" panose="020B0503020102020204" pitchFamily="34" charset="0"/>
              </a:rPr>
              <a:t>Most common data types – continuous and categorical</a:t>
            </a:r>
          </a:p>
          <a:p>
            <a:r>
              <a:rPr lang="en-US" altLang="en-US" dirty="0">
                <a:latin typeface="Franklin Gothic Book" panose="020B0503020102020204" pitchFamily="34" charset="0"/>
              </a:rPr>
              <a:t>Data visualizations help us understand the data</a:t>
            </a:r>
          </a:p>
          <a:p>
            <a:r>
              <a:rPr lang="en-US" altLang="en-US" dirty="0">
                <a:latin typeface="Franklin Gothic Book" panose="020B0503020102020204" pitchFamily="34" charset="0"/>
              </a:rPr>
              <a:t>Missing values need to be identified</a:t>
            </a:r>
          </a:p>
          <a:p>
            <a:r>
              <a:rPr lang="en-US" altLang="en-US" dirty="0">
                <a:latin typeface="Franklin Gothic Book" panose="020B0503020102020204" pitchFamily="34" charset="0"/>
              </a:rPr>
              <a:t>Outliers are extreme values that can skew results</a:t>
            </a:r>
          </a:p>
          <a:p>
            <a:pPr>
              <a:lnSpc>
                <a:spcPct val="90000"/>
              </a:lnSpc>
            </a:pPr>
            <a:endParaRPr lang="en-US" altLang="en-US" dirty="0">
              <a:latin typeface="Franklin Gothic Book" panose="020B0503020102020204" pitchFamily="34" charset="0"/>
            </a:endParaRPr>
          </a:p>
        </p:txBody>
      </p:sp>
      <p:sp>
        <p:nvSpPr>
          <p:cNvPr id="6" name="Slide Number Placeholder 5"/>
          <p:cNvSpPr>
            <a:spLocks noGrp="1"/>
          </p:cNvSpPr>
          <p:nvPr>
            <p:ph type="sldNum" sz="quarter" idx="12"/>
          </p:nvPr>
        </p:nvSpPr>
        <p:spPr>
          <a:xfrm>
            <a:off x="146050" y="6210300"/>
            <a:ext cx="457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fld id="{297A8C6F-B977-4683-B6B5-488394C53176}" type="slidenum">
              <a:rPr lang="en-US" altLang="en-US" sz="1400" smtClean="0"/>
              <a:pPr>
                <a:spcBef>
                  <a:spcPct val="0"/>
                </a:spcBef>
                <a:buClrTx/>
                <a:buSzTx/>
                <a:buFontTx/>
                <a:buNone/>
              </a:pPr>
              <a:t>30</a:t>
            </a:fld>
            <a:endParaRPr lang="en-US" altLang="en-US" sz="14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1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CA37E8636A1C34FB0D80D072E429932" ma:contentTypeVersion="4" ma:contentTypeDescription="Create a new document." ma:contentTypeScope="" ma:versionID="5737a96d5327f10a2900c02bcf231636">
  <xsd:schema xmlns:xsd="http://www.w3.org/2001/XMLSchema" xmlns:xs="http://www.w3.org/2001/XMLSchema" xmlns:p="http://schemas.microsoft.com/office/2006/metadata/properties" xmlns:ns2="def0cee0-fd20-41c2-ae83-e9380bb56437" targetNamespace="http://schemas.microsoft.com/office/2006/metadata/properties" ma:root="true" ma:fieldsID="2bd91351fea72b32065efbf4ba56fd6d" ns2:_="">
    <xsd:import namespace="def0cee0-fd20-41c2-ae83-e9380bb5643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f0cee0-fd20-41c2-ae83-e9380bb564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A0AF9AA-6BA0-454F-91C5-21CDFBBC34E2}"/>
</file>

<file path=customXml/itemProps2.xml><?xml version="1.0" encoding="utf-8"?>
<ds:datastoreItem xmlns:ds="http://schemas.openxmlformats.org/officeDocument/2006/customXml" ds:itemID="{8810BFBF-0A97-49C2-89A0-B1A6705C3237}"/>
</file>

<file path=customXml/itemProps3.xml><?xml version="1.0" encoding="utf-8"?>
<ds:datastoreItem xmlns:ds="http://schemas.openxmlformats.org/officeDocument/2006/customXml" ds:itemID="{76F254A9-0340-4561-9DEE-53A3F3E8DF37}"/>
</file>

<file path=docProps/app.xml><?xml version="1.0" encoding="utf-8"?>
<Properties xmlns="http://schemas.openxmlformats.org/officeDocument/2006/extended-properties" xmlns:vt="http://schemas.openxmlformats.org/officeDocument/2006/docPropsVTypes">
  <Template>Equity</Template>
  <TotalTime>6492</TotalTime>
  <Words>1339</Words>
  <Application>Microsoft Office PowerPoint</Application>
  <PresentationFormat>On-screen Show (4:3)</PresentationFormat>
  <Paragraphs>371</Paragraphs>
  <Slides>30</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30</vt:i4>
      </vt:variant>
    </vt:vector>
  </HeadingPairs>
  <TitlesOfParts>
    <vt:vector size="38" baseType="lpstr">
      <vt:lpstr>Arial</vt:lpstr>
      <vt:lpstr>Calibri</vt:lpstr>
      <vt:lpstr>Franklin Gothic Book</vt:lpstr>
      <vt:lpstr>Perpetua</vt:lpstr>
      <vt:lpstr>Tahoma</vt:lpstr>
      <vt:lpstr>Wingdings 2</vt:lpstr>
      <vt:lpstr>Equity</vt:lpstr>
      <vt:lpstr>1_Equity</vt:lpstr>
      <vt:lpstr>Preprocessing Part 1</vt:lpstr>
      <vt:lpstr>Module Topics</vt:lpstr>
      <vt:lpstr>Core Ideas in Data Mining</vt:lpstr>
      <vt:lpstr>Supervised Learning</vt:lpstr>
      <vt:lpstr>Predictive Modeling Example</vt:lpstr>
      <vt:lpstr>Unsupervised Learning</vt:lpstr>
      <vt:lpstr>The SEMMA Process</vt:lpstr>
      <vt:lpstr>SEMMA Approach to Data Mining</vt:lpstr>
      <vt:lpstr>Data Mining Effort</vt:lpstr>
      <vt:lpstr>Not a one-time initiative</vt:lpstr>
      <vt:lpstr>Preprocessing Data</vt:lpstr>
      <vt:lpstr>Types of Variables</vt:lpstr>
      <vt:lpstr>Types of Variables</vt:lpstr>
      <vt:lpstr>Graphs for Data Exploration</vt:lpstr>
      <vt:lpstr>Bar Chart for Categorical Variable</vt:lpstr>
      <vt:lpstr>Scatterplot </vt:lpstr>
      <vt:lpstr>Histograms</vt:lpstr>
      <vt:lpstr>Outlier Box Plot</vt:lpstr>
      <vt:lpstr>Boxplots</vt:lpstr>
      <vt:lpstr>Comparative Box Plots</vt:lpstr>
      <vt:lpstr>Color Map to Highlight Correlations</vt:lpstr>
      <vt:lpstr>Scatterplot Matrix</vt:lpstr>
      <vt:lpstr>Detecting Missing Values</vt:lpstr>
      <vt:lpstr>Detecting Outliers</vt:lpstr>
      <vt:lpstr>Detecting Outliers</vt:lpstr>
      <vt:lpstr>Detecting Outliers – Quantile Range</vt:lpstr>
      <vt:lpstr>Detecting Outliers – Quantile Range</vt:lpstr>
      <vt:lpstr>Outliers – Mahalanobis Distance</vt:lpstr>
      <vt:lpstr>Outliers – Mahalanobis Distance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P Bruce</dc:creator>
  <cp:lastModifiedBy>Eigo, Jennifer</cp:lastModifiedBy>
  <cp:revision>97</cp:revision>
  <dcterms:created xsi:type="dcterms:W3CDTF">2008-10-07T18:49:19Z</dcterms:created>
  <dcterms:modified xsi:type="dcterms:W3CDTF">2025-06-17T20:23:48Z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0x0101003CA37E8636A1C34FB0D80D072E429932</vt:lpwstr>
  </property>
</Properties>
</file>