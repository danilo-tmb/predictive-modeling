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5" r:id="rId2"/>
  </p:sldMasterIdLst>
  <p:notesMasterIdLst>
    <p:notesMasterId r:id="rId32"/>
  </p:notesMasterIdLst>
  <p:sldIdLst>
    <p:sldId id="257" r:id="rId3"/>
    <p:sldId id="353" r:id="rId4"/>
    <p:sldId id="296" r:id="rId5"/>
    <p:sldId id="333" r:id="rId6"/>
    <p:sldId id="271" r:id="rId7"/>
    <p:sldId id="332" r:id="rId8"/>
    <p:sldId id="276" r:id="rId9"/>
    <p:sldId id="352" r:id="rId10"/>
    <p:sldId id="277" r:id="rId11"/>
    <p:sldId id="334" r:id="rId12"/>
    <p:sldId id="324" r:id="rId13"/>
    <p:sldId id="327" r:id="rId14"/>
    <p:sldId id="259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7" r:id="rId26"/>
    <p:sldId id="354" r:id="rId27"/>
    <p:sldId id="349" r:id="rId28"/>
    <p:sldId id="350" r:id="rId29"/>
    <p:sldId id="351" r:id="rId30"/>
    <p:sldId id="295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94690"/>
  </p:normalViewPr>
  <p:slideViewPr>
    <p:cSldViewPr snapToGrid="0">
      <p:cViewPr varScale="1">
        <p:scale>
          <a:sx n="69" d="100"/>
          <a:sy n="69" d="100"/>
        </p:scale>
        <p:origin x="42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go, Jennifer" userId="e3b471ce-3052-4ace-a868-147a95701c6a" providerId="ADAL" clId="{2EC22FCA-EB33-490C-81EC-15A0D8F7B164}"/>
    <pc:docChg chg="undo custSel addSld delSld modSld sldOrd addMainMaster delMainMaster">
      <pc:chgData name="Eigo, Jennifer" userId="e3b471ce-3052-4ace-a868-147a95701c6a" providerId="ADAL" clId="{2EC22FCA-EB33-490C-81EC-15A0D8F7B164}" dt="2025-06-23T14:05:36.635" v="2922" actId="20577"/>
      <pc:docMkLst>
        <pc:docMk/>
      </pc:docMkLst>
      <pc:sldChg chg="modSp mod">
        <pc:chgData name="Eigo, Jennifer" userId="e3b471ce-3052-4ace-a868-147a95701c6a" providerId="ADAL" clId="{2EC22FCA-EB33-490C-81EC-15A0D8F7B164}" dt="2025-06-11T20:27:18.586" v="3" actId="20577"/>
        <pc:sldMkLst>
          <pc:docMk/>
          <pc:sldMk cId="0" sldId="257"/>
        </pc:sldMkLst>
        <pc:spChg chg="mod">
          <ac:chgData name="Eigo, Jennifer" userId="e3b471ce-3052-4ace-a868-147a95701c6a" providerId="ADAL" clId="{2EC22FCA-EB33-490C-81EC-15A0D8F7B164}" dt="2025-06-11T20:27:18.586" v="3" actId="20577"/>
          <ac:spMkLst>
            <pc:docMk/>
            <pc:sldMk cId="0" sldId="257"/>
            <ac:spMk id="7170" creationId="{00000000-0000-0000-0000-000000000000}"/>
          </ac:spMkLst>
        </pc:spChg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258"/>
        </pc:sldMkLst>
      </pc:sldChg>
      <pc:sldChg chg="modSp add del mod">
        <pc:chgData name="Eigo, Jennifer" userId="e3b471ce-3052-4ace-a868-147a95701c6a" providerId="ADAL" clId="{2EC22FCA-EB33-490C-81EC-15A0D8F7B164}" dt="2025-06-11T20:59:04.170" v="1048" actId="20577"/>
        <pc:sldMkLst>
          <pc:docMk/>
          <pc:sldMk cId="0" sldId="259"/>
        </pc:sldMkLst>
        <pc:spChg chg="mod">
          <ac:chgData name="Eigo, Jennifer" userId="e3b471ce-3052-4ace-a868-147a95701c6a" providerId="ADAL" clId="{2EC22FCA-EB33-490C-81EC-15A0D8F7B164}" dt="2025-06-11T20:57:58.876" v="854" actId="20577"/>
          <ac:spMkLst>
            <pc:docMk/>
            <pc:sldMk cId="0" sldId="259"/>
            <ac:spMk id="11266" creationId="{00000000-0000-0000-0000-000000000000}"/>
          </ac:spMkLst>
        </pc:spChg>
        <pc:spChg chg="mod">
          <ac:chgData name="Eigo, Jennifer" userId="e3b471ce-3052-4ace-a868-147a95701c6a" providerId="ADAL" clId="{2EC22FCA-EB33-490C-81EC-15A0D8F7B164}" dt="2025-06-11T20:59:04.170" v="1048" actId="20577"/>
          <ac:spMkLst>
            <pc:docMk/>
            <pc:sldMk cId="0" sldId="259"/>
            <ac:spMk id="11267" creationId="{00000000-0000-0000-0000-000000000000}"/>
          </ac:spMkLst>
        </pc:spChg>
      </pc:sldChg>
      <pc:sldChg chg="add del">
        <pc:chgData name="Eigo, Jennifer" userId="e3b471ce-3052-4ace-a868-147a95701c6a" providerId="ADAL" clId="{2EC22FCA-EB33-490C-81EC-15A0D8F7B164}" dt="2025-06-11T20:27:36.338" v="5" actId="47"/>
        <pc:sldMkLst>
          <pc:docMk/>
          <pc:sldMk cId="0" sldId="260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264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265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268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270"/>
        </pc:sldMkLst>
      </pc:sldChg>
      <pc:sldChg chg="modSp add mod ord">
        <pc:chgData name="Eigo, Jennifer" userId="e3b471ce-3052-4ace-a868-147a95701c6a" providerId="ADAL" clId="{2EC22FCA-EB33-490C-81EC-15A0D8F7B164}" dt="2025-06-23T14:05:36.635" v="2922" actId="20577"/>
        <pc:sldMkLst>
          <pc:docMk/>
          <pc:sldMk cId="0" sldId="271"/>
        </pc:sldMkLst>
        <pc:spChg chg="mod">
          <ac:chgData name="Eigo, Jennifer" userId="e3b471ce-3052-4ace-a868-147a95701c6a" providerId="ADAL" clId="{2EC22FCA-EB33-490C-81EC-15A0D8F7B164}" dt="2025-06-11T20:38:10.491" v="257" actId="6549"/>
          <ac:spMkLst>
            <pc:docMk/>
            <pc:sldMk cId="0" sldId="271"/>
            <ac:spMk id="43010" creationId="{00000000-0000-0000-0000-000000000000}"/>
          </ac:spMkLst>
        </pc:spChg>
        <pc:spChg chg="mod">
          <ac:chgData name="Eigo, Jennifer" userId="e3b471ce-3052-4ace-a868-147a95701c6a" providerId="ADAL" clId="{2EC22FCA-EB33-490C-81EC-15A0D8F7B164}" dt="2025-06-23T14:05:36.635" v="2922" actId="20577"/>
          <ac:spMkLst>
            <pc:docMk/>
            <pc:sldMk cId="0" sldId="271"/>
            <ac:spMk id="43011" creationId="{00000000-0000-0000-0000-000000000000}"/>
          </ac:spMkLst>
        </pc:spChg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275"/>
        </pc:sldMkLst>
      </pc:sldChg>
      <pc:sldChg chg="modSp add mod">
        <pc:chgData name="Eigo, Jennifer" userId="e3b471ce-3052-4ace-a868-147a95701c6a" providerId="ADAL" clId="{2EC22FCA-EB33-490C-81EC-15A0D8F7B164}" dt="2025-06-11T20:42:33.988" v="702" actId="20577"/>
        <pc:sldMkLst>
          <pc:docMk/>
          <pc:sldMk cId="0" sldId="276"/>
        </pc:sldMkLst>
        <pc:spChg chg="mod">
          <ac:chgData name="Eigo, Jennifer" userId="e3b471ce-3052-4ace-a868-147a95701c6a" providerId="ADAL" clId="{2EC22FCA-EB33-490C-81EC-15A0D8F7B164}" dt="2025-06-11T20:42:33.988" v="702" actId="20577"/>
          <ac:spMkLst>
            <pc:docMk/>
            <pc:sldMk cId="0" sldId="276"/>
            <ac:spMk id="49155" creationId="{00000000-0000-0000-0000-000000000000}"/>
          </ac:spMkLst>
        </pc:spChg>
      </pc:sldChg>
      <pc:sldChg chg="modSp add mod">
        <pc:chgData name="Eigo, Jennifer" userId="e3b471ce-3052-4ace-a868-147a95701c6a" providerId="ADAL" clId="{2EC22FCA-EB33-490C-81EC-15A0D8F7B164}" dt="2025-06-11T20:54:19.611" v="778" actId="20577"/>
        <pc:sldMkLst>
          <pc:docMk/>
          <pc:sldMk cId="0" sldId="277"/>
        </pc:sldMkLst>
        <pc:spChg chg="mod">
          <ac:chgData name="Eigo, Jennifer" userId="e3b471ce-3052-4ace-a868-147a95701c6a" providerId="ADAL" clId="{2EC22FCA-EB33-490C-81EC-15A0D8F7B164}" dt="2025-06-11T20:54:19.611" v="778" actId="20577"/>
          <ac:spMkLst>
            <pc:docMk/>
            <pc:sldMk cId="0" sldId="277"/>
            <ac:spMk id="26627" creationId="{00000000-0000-0000-0000-000000000000}"/>
          </ac:spMkLst>
        </pc:spChg>
        <pc:spChg chg="mod">
          <ac:chgData name="Eigo, Jennifer" userId="e3b471ce-3052-4ace-a868-147a95701c6a" providerId="ADAL" clId="{2EC22FCA-EB33-490C-81EC-15A0D8F7B164}" dt="2025-06-11T20:54:02.333" v="767" actId="6549"/>
          <ac:spMkLst>
            <pc:docMk/>
            <pc:sldMk cId="0" sldId="277"/>
            <ac:spMk id="53250" creationId="{00000000-0000-0000-0000-000000000000}"/>
          </ac:spMkLst>
        </pc:spChg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290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291"/>
        </pc:sldMkLst>
      </pc:sldChg>
      <pc:sldChg chg="modSp mod">
        <pc:chgData name="Eigo, Jennifer" userId="e3b471ce-3052-4ace-a868-147a95701c6a" providerId="ADAL" clId="{2EC22FCA-EB33-490C-81EC-15A0D8F7B164}" dt="2025-06-12T13:33:38.614" v="1925" actId="20577"/>
        <pc:sldMkLst>
          <pc:docMk/>
          <pc:sldMk cId="0" sldId="295"/>
        </pc:sldMkLst>
        <pc:spChg chg="mod">
          <ac:chgData name="Eigo, Jennifer" userId="e3b471ce-3052-4ace-a868-147a95701c6a" providerId="ADAL" clId="{2EC22FCA-EB33-490C-81EC-15A0D8F7B164}" dt="2025-06-12T13:33:38.614" v="1925" actId="20577"/>
          <ac:spMkLst>
            <pc:docMk/>
            <pc:sldMk cId="0" sldId="295"/>
            <ac:spMk id="81923" creationId="{00000000-0000-0000-0000-000000000000}"/>
          </ac:spMkLst>
        </pc:spChg>
      </pc:sldChg>
      <pc:sldChg chg="modSp mod ord">
        <pc:chgData name="Eigo, Jennifer" userId="e3b471ce-3052-4ace-a868-147a95701c6a" providerId="ADAL" clId="{2EC22FCA-EB33-490C-81EC-15A0D8F7B164}" dt="2025-06-11T20:59:46.812" v="1068" actId="20577"/>
        <pc:sldMkLst>
          <pc:docMk/>
          <pc:sldMk cId="0" sldId="296"/>
        </pc:sldMkLst>
        <pc:spChg chg="mod">
          <ac:chgData name="Eigo, Jennifer" userId="e3b471ce-3052-4ace-a868-147a95701c6a" providerId="ADAL" clId="{2EC22FCA-EB33-490C-81EC-15A0D8F7B164}" dt="2025-06-11T20:59:46.812" v="1068" actId="20577"/>
          <ac:spMkLst>
            <pc:docMk/>
            <pc:sldMk cId="0" sldId="296"/>
            <ac:spMk id="29698" creationId="{00000000-0000-0000-0000-000000000000}"/>
          </ac:spMkLst>
        </pc:spChg>
      </pc:sldChg>
      <pc:sldChg chg="add del">
        <pc:chgData name="Eigo, Jennifer" userId="e3b471ce-3052-4ace-a868-147a95701c6a" providerId="ADAL" clId="{2EC22FCA-EB33-490C-81EC-15A0D8F7B164}" dt="2025-06-11T20:27:42.071" v="6" actId="47"/>
        <pc:sldMkLst>
          <pc:docMk/>
          <pc:sldMk cId="2464550111" sldId="301"/>
        </pc:sldMkLst>
      </pc:sldChg>
      <pc:sldChg chg="add del">
        <pc:chgData name="Eigo, Jennifer" userId="e3b471ce-3052-4ace-a868-147a95701c6a" providerId="ADAL" clId="{2EC22FCA-EB33-490C-81EC-15A0D8F7B164}" dt="2025-06-11T20:27:36.338" v="5" actId="47"/>
        <pc:sldMkLst>
          <pc:docMk/>
          <pc:sldMk cId="952838667" sldId="302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807269083" sldId="303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1756298949" sldId="304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3825969980" sldId="305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455407840" sldId="306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3865727280" sldId="307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3830028954" sldId="308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309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310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311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312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4140619234" sldId="313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0" sldId="314"/>
        </pc:sldMkLst>
      </pc:sldChg>
      <pc:sldChg chg="modSp add">
        <pc:chgData name="Eigo, Jennifer" userId="e3b471ce-3052-4ace-a868-147a95701c6a" providerId="ADAL" clId="{2EC22FCA-EB33-490C-81EC-15A0D8F7B164}" dt="2025-06-11T20:57:19.822" v="821"/>
        <pc:sldMkLst>
          <pc:docMk/>
          <pc:sldMk cId="1866565476" sldId="324"/>
        </pc:sldMkLst>
        <pc:spChg chg="mod">
          <ac:chgData name="Eigo, Jennifer" userId="e3b471ce-3052-4ace-a868-147a95701c6a" providerId="ADAL" clId="{2EC22FCA-EB33-490C-81EC-15A0D8F7B164}" dt="2025-06-11T20:57:19.822" v="821"/>
          <ac:spMkLst>
            <pc:docMk/>
            <pc:sldMk cId="1866565476" sldId="324"/>
            <ac:spMk id="11266" creationId="{00000000-0000-0000-0000-000000000000}"/>
          </ac:spMkLst>
        </pc:spChg>
      </pc:sldChg>
      <pc:sldChg chg="add">
        <pc:chgData name="Eigo, Jennifer" userId="e3b471ce-3052-4ace-a868-147a95701c6a" providerId="ADAL" clId="{2EC22FCA-EB33-490C-81EC-15A0D8F7B164}" dt="2025-06-11T20:56:31.565" v="779"/>
        <pc:sldMkLst>
          <pc:docMk/>
          <pc:sldMk cId="2868429568" sldId="325"/>
        </pc:sldMkLst>
      </pc:sldChg>
      <pc:sldChg chg="add">
        <pc:chgData name="Eigo, Jennifer" userId="e3b471ce-3052-4ace-a868-147a95701c6a" providerId="ADAL" clId="{2EC22FCA-EB33-490C-81EC-15A0D8F7B164}" dt="2025-06-11T20:56:31.565" v="779"/>
        <pc:sldMkLst>
          <pc:docMk/>
          <pc:sldMk cId="1252131098" sldId="326"/>
        </pc:sldMkLst>
      </pc:sldChg>
      <pc:sldChg chg="add">
        <pc:chgData name="Eigo, Jennifer" userId="e3b471ce-3052-4ace-a868-147a95701c6a" providerId="ADAL" clId="{2EC22FCA-EB33-490C-81EC-15A0D8F7B164}" dt="2025-06-11T20:56:31.565" v="779"/>
        <pc:sldMkLst>
          <pc:docMk/>
          <pc:sldMk cId="2084816819" sldId="327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2213537700" sldId="330"/>
        </pc:sldMkLst>
      </pc:sldChg>
      <pc:sldChg chg="add del">
        <pc:chgData name="Eigo, Jennifer" userId="e3b471ce-3052-4ace-a868-147a95701c6a" providerId="ADAL" clId="{2EC22FCA-EB33-490C-81EC-15A0D8F7B164}" dt="2025-06-11T21:01:18.551" v="1085" actId="47"/>
        <pc:sldMkLst>
          <pc:docMk/>
          <pc:sldMk cId="9774248" sldId="331"/>
        </pc:sldMkLst>
      </pc:sldChg>
      <pc:sldChg chg="addSp modSp add mod">
        <pc:chgData name="Eigo, Jennifer" userId="e3b471ce-3052-4ace-a868-147a95701c6a" providerId="ADAL" clId="{2EC22FCA-EB33-490C-81EC-15A0D8F7B164}" dt="2025-06-23T13:57:32.338" v="2906" actId="20577"/>
        <pc:sldMkLst>
          <pc:docMk/>
          <pc:sldMk cId="1077707883" sldId="332"/>
        </pc:sldMkLst>
        <pc:spChg chg="mod">
          <ac:chgData name="Eigo, Jennifer" userId="e3b471ce-3052-4ace-a868-147a95701c6a" providerId="ADAL" clId="{2EC22FCA-EB33-490C-81EC-15A0D8F7B164}" dt="2025-06-11T20:38:23.891" v="292" actId="20577"/>
          <ac:spMkLst>
            <pc:docMk/>
            <pc:sldMk cId="1077707883" sldId="332"/>
            <ac:spMk id="43010" creationId="{2526C4A7-6116-23DC-B291-F3647A800B8D}"/>
          </ac:spMkLst>
        </pc:spChg>
        <pc:spChg chg="mod">
          <ac:chgData name="Eigo, Jennifer" userId="e3b471ce-3052-4ace-a868-147a95701c6a" providerId="ADAL" clId="{2EC22FCA-EB33-490C-81EC-15A0D8F7B164}" dt="2025-06-23T13:55:20.715" v="2795" actId="20577"/>
          <ac:spMkLst>
            <pc:docMk/>
            <pc:sldMk cId="1077707883" sldId="332"/>
            <ac:spMk id="43011" creationId="{74815391-D7DC-DA1D-CDEC-B28DFFAA7297}"/>
          </ac:spMkLst>
        </pc:spChg>
        <pc:graphicFrameChg chg="add mod modGraphic">
          <ac:chgData name="Eigo, Jennifer" userId="e3b471ce-3052-4ace-a868-147a95701c6a" providerId="ADAL" clId="{2EC22FCA-EB33-490C-81EC-15A0D8F7B164}" dt="2025-06-23T13:57:32.338" v="2906" actId="20577"/>
          <ac:graphicFrameMkLst>
            <pc:docMk/>
            <pc:sldMk cId="1077707883" sldId="332"/>
            <ac:graphicFrameMk id="2" creationId="{74DBC64C-1029-188E-5213-BD9337D4AAA3}"/>
          </ac:graphicFrameMkLst>
        </pc:graphicFrameChg>
      </pc:sldChg>
      <pc:sldChg chg="modSp add mod ord">
        <pc:chgData name="Eigo, Jennifer" userId="e3b471ce-3052-4ace-a868-147a95701c6a" providerId="ADAL" clId="{2EC22FCA-EB33-490C-81EC-15A0D8F7B164}" dt="2025-06-11T20:40:27.972" v="478" actId="27107"/>
        <pc:sldMkLst>
          <pc:docMk/>
          <pc:sldMk cId="1797507607" sldId="333"/>
        </pc:sldMkLst>
        <pc:spChg chg="mod">
          <ac:chgData name="Eigo, Jennifer" userId="e3b471ce-3052-4ace-a868-147a95701c6a" providerId="ADAL" clId="{2EC22FCA-EB33-490C-81EC-15A0D8F7B164}" dt="2025-06-11T20:40:27.972" v="478" actId="27107"/>
          <ac:spMkLst>
            <pc:docMk/>
            <pc:sldMk cId="1797507607" sldId="333"/>
            <ac:spMk id="43011" creationId="{A35155B1-CF7A-5ECE-B066-2D9AD32C6800}"/>
          </ac:spMkLst>
        </pc:spChg>
      </pc:sldChg>
      <pc:sldChg chg="modSp add mod">
        <pc:chgData name="Eigo, Jennifer" userId="e3b471ce-3052-4ace-a868-147a95701c6a" providerId="ADAL" clId="{2EC22FCA-EB33-490C-81EC-15A0D8F7B164}" dt="2025-06-11T20:56:55.470" v="820" actId="13926"/>
        <pc:sldMkLst>
          <pc:docMk/>
          <pc:sldMk cId="1556799953" sldId="334"/>
        </pc:sldMkLst>
        <pc:spChg chg="mod">
          <ac:chgData name="Eigo, Jennifer" userId="e3b471ce-3052-4ace-a868-147a95701c6a" providerId="ADAL" clId="{2EC22FCA-EB33-490C-81EC-15A0D8F7B164}" dt="2025-06-11T20:56:55.470" v="820" actId="13926"/>
          <ac:spMkLst>
            <pc:docMk/>
            <pc:sldMk cId="1556799953" sldId="334"/>
            <ac:spMk id="26627" creationId="{61CD0551-FA4F-56B1-D49D-C79EA164BF9D}"/>
          </ac:spMkLst>
        </pc:spChg>
      </pc:sldChg>
      <pc:sldChg chg="add">
        <pc:chgData name="Eigo, Jennifer" userId="e3b471ce-3052-4ace-a868-147a95701c6a" providerId="ADAL" clId="{2EC22FCA-EB33-490C-81EC-15A0D8F7B164}" dt="2025-06-11T20:57:41.250" v="822" actId="2890"/>
        <pc:sldMkLst>
          <pc:docMk/>
          <pc:sldMk cId="1740062905" sldId="335"/>
        </pc:sldMkLst>
      </pc:sldChg>
      <pc:sldChg chg="modSp add del mod">
        <pc:chgData name="Eigo, Jennifer" userId="e3b471ce-3052-4ace-a868-147a95701c6a" providerId="ADAL" clId="{2EC22FCA-EB33-490C-81EC-15A0D8F7B164}" dt="2025-06-11T21:01:07.287" v="1084" actId="47"/>
        <pc:sldMkLst>
          <pc:docMk/>
          <pc:sldMk cId="277246039" sldId="336"/>
        </pc:sldMkLst>
        <pc:spChg chg="mod">
          <ac:chgData name="Eigo, Jennifer" userId="e3b471ce-3052-4ace-a868-147a95701c6a" providerId="ADAL" clId="{2EC22FCA-EB33-490C-81EC-15A0D8F7B164}" dt="2025-06-11T21:00:02.082" v="1082" actId="20577"/>
          <ac:spMkLst>
            <pc:docMk/>
            <pc:sldMk cId="277246039" sldId="336"/>
            <ac:spMk id="29698" creationId="{4FFB759C-30D9-4FF5-CF72-38C024713CA6}"/>
          </ac:spMkLst>
        </pc:spChg>
      </pc:sldChg>
      <pc:sldChg chg="add del">
        <pc:chgData name="Eigo, Jennifer" userId="e3b471ce-3052-4ace-a868-147a95701c6a" providerId="ADAL" clId="{2EC22FCA-EB33-490C-81EC-15A0D8F7B164}" dt="2025-06-11T21:02:28.207" v="1088"/>
        <pc:sldMkLst>
          <pc:docMk/>
          <pc:sldMk cId="1229684860" sldId="337"/>
        </pc:sldMkLst>
      </pc:sldChg>
      <pc:sldChg chg="add del">
        <pc:chgData name="Eigo, Jennifer" userId="e3b471ce-3052-4ace-a868-147a95701c6a" providerId="ADAL" clId="{2EC22FCA-EB33-490C-81EC-15A0D8F7B164}" dt="2025-06-11T21:02:28.207" v="1088"/>
        <pc:sldMkLst>
          <pc:docMk/>
          <pc:sldMk cId="3420512501" sldId="338"/>
        </pc:sldMkLst>
      </pc:sldChg>
      <pc:sldChg chg="add del">
        <pc:chgData name="Eigo, Jennifer" userId="e3b471ce-3052-4ace-a868-147a95701c6a" providerId="ADAL" clId="{2EC22FCA-EB33-490C-81EC-15A0D8F7B164}" dt="2025-06-11T21:02:28.207" v="1088"/>
        <pc:sldMkLst>
          <pc:docMk/>
          <pc:sldMk cId="2047241836" sldId="339"/>
        </pc:sldMkLst>
      </pc:sldChg>
      <pc:sldChg chg="add del">
        <pc:chgData name="Eigo, Jennifer" userId="e3b471ce-3052-4ace-a868-147a95701c6a" providerId="ADAL" clId="{2EC22FCA-EB33-490C-81EC-15A0D8F7B164}" dt="2025-06-11T21:02:28.207" v="1088"/>
        <pc:sldMkLst>
          <pc:docMk/>
          <pc:sldMk cId="2928172519" sldId="340"/>
        </pc:sldMkLst>
      </pc:sldChg>
      <pc:sldChg chg="add del">
        <pc:chgData name="Eigo, Jennifer" userId="e3b471ce-3052-4ace-a868-147a95701c6a" providerId="ADAL" clId="{2EC22FCA-EB33-490C-81EC-15A0D8F7B164}" dt="2025-06-11T21:02:28.207" v="1088"/>
        <pc:sldMkLst>
          <pc:docMk/>
          <pc:sldMk cId="1230754558" sldId="341"/>
        </pc:sldMkLst>
      </pc:sldChg>
      <pc:sldChg chg="modSp add del mod">
        <pc:chgData name="Eigo, Jennifer" userId="e3b471ce-3052-4ace-a868-147a95701c6a" providerId="ADAL" clId="{2EC22FCA-EB33-490C-81EC-15A0D8F7B164}" dt="2025-06-11T21:06:28.819" v="1112" actId="20577"/>
        <pc:sldMkLst>
          <pc:docMk/>
          <pc:sldMk cId="2665516690" sldId="342"/>
        </pc:sldMkLst>
        <pc:spChg chg="mod">
          <ac:chgData name="Eigo, Jennifer" userId="e3b471ce-3052-4ace-a868-147a95701c6a" providerId="ADAL" clId="{2EC22FCA-EB33-490C-81EC-15A0D8F7B164}" dt="2025-06-11T21:06:28.819" v="1112" actId="20577"/>
          <ac:spMkLst>
            <pc:docMk/>
            <pc:sldMk cId="2665516690" sldId="342"/>
            <ac:spMk id="3" creationId="{00000000-0000-0000-0000-000000000000}"/>
          </ac:spMkLst>
        </pc:spChg>
      </pc:sldChg>
      <pc:sldChg chg="modSp add del mod">
        <pc:chgData name="Eigo, Jennifer" userId="e3b471ce-3052-4ace-a868-147a95701c6a" providerId="ADAL" clId="{2EC22FCA-EB33-490C-81EC-15A0D8F7B164}" dt="2025-06-12T13:16:34.208" v="1113" actId="13926"/>
        <pc:sldMkLst>
          <pc:docMk/>
          <pc:sldMk cId="3477427295" sldId="343"/>
        </pc:sldMkLst>
        <pc:spChg chg="mod">
          <ac:chgData name="Eigo, Jennifer" userId="e3b471ce-3052-4ace-a868-147a95701c6a" providerId="ADAL" clId="{2EC22FCA-EB33-490C-81EC-15A0D8F7B164}" dt="2025-06-12T13:16:34.208" v="1113" actId="13926"/>
          <ac:spMkLst>
            <pc:docMk/>
            <pc:sldMk cId="3477427295" sldId="343"/>
            <ac:spMk id="3" creationId="{00000000-0000-0000-0000-000000000000}"/>
          </ac:spMkLst>
        </pc:spChg>
      </pc:sldChg>
      <pc:sldChg chg="add del">
        <pc:chgData name="Eigo, Jennifer" userId="e3b471ce-3052-4ace-a868-147a95701c6a" providerId="ADAL" clId="{2EC22FCA-EB33-490C-81EC-15A0D8F7B164}" dt="2025-06-11T21:02:28.207" v="1088"/>
        <pc:sldMkLst>
          <pc:docMk/>
          <pc:sldMk cId="2345362642" sldId="344"/>
        </pc:sldMkLst>
      </pc:sldChg>
      <pc:sldChg chg="modSp add del mod">
        <pc:chgData name="Eigo, Jennifer" userId="e3b471ce-3052-4ace-a868-147a95701c6a" providerId="ADAL" clId="{2EC22FCA-EB33-490C-81EC-15A0D8F7B164}" dt="2025-06-23T13:24:15.106" v="2584" actId="20577"/>
        <pc:sldMkLst>
          <pc:docMk/>
          <pc:sldMk cId="3557635959" sldId="345"/>
        </pc:sldMkLst>
        <pc:spChg chg="mod">
          <ac:chgData name="Eigo, Jennifer" userId="e3b471ce-3052-4ace-a868-147a95701c6a" providerId="ADAL" clId="{2EC22FCA-EB33-490C-81EC-15A0D8F7B164}" dt="2025-06-23T13:24:15.106" v="2584" actId="20577"/>
          <ac:spMkLst>
            <pc:docMk/>
            <pc:sldMk cId="3557635959" sldId="345"/>
            <ac:spMk id="3" creationId="{00000000-0000-0000-0000-000000000000}"/>
          </ac:spMkLst>
        </pc:spChg>
      </pc:sldChg>
      <pc:sldChg chg="modSp add del mod">
        <pc:chgData name="Eigo, Jennifer" userId="e3b471ce-3052-4ace-a868-147a95701c6a" providerId="ADAL" clId="{2EC22FCA-EB33-490C-81EC-15A0D8F7B164}" dt="2025-06-12T13:16:48.066" v="1114" actId="13926"/>
        <pc:sldMkLst>
          <pc:docMk/>
          <pc:sldMk cId="3321026182" sldId="346"/>
        </pc:sldMkLst>
      </pc:sldChg>
      <pc:sldChg chg="modSp add del">
        <pc:chgData name="Eigo, Jennifer" userId="e3b471ce-3052-4ace-a868-147a95701c6a" providerId="ADAL" clId="{2EC22FCA-EB33-490C-81EC-15A0D8F7B164}" dt="2025-06-12T13:17:30.729" v="1115" actId="13926"/>
        <pc:sldMkLst>
          <pc:docMk/>
          <pc:sldMk cId="2023400294" sldId="347"/>
        </pc:sldMkLst>
      </pc:sldChg>
      <pc:sldChg chg="modSp add del mod">
        <pc:chgData name="Eigo, Jennifer" userId="e3b471ce-3052-4ace-a868-147a95701c6a" providerId="ADAL" clId="{2EC22FCA-EB33-490C-81EC-15A0D8F7B164}" dt="2025-06-23T13:20:41.354" v="2308" actId="47"/>
        <pc:sldMkLst>
          <pc:docMk/>
          <pc:sldMk cId="1490887306" sldId="348"/>
        </pc:sldMkLst>
      </pc:sldChg>
      <pc:sldChg chg="modSp add del mod">
        <pc:chgData name="Eigo, Jennifer" userId="e3b471ce-3052-4ace-a868-147a95701c6a" providerId="ADAL" clId="{2EC22FCA-EB33-490C-81EC-15A0D8F7B164}" dt="2025-06-23T13:22:45.690" v="2384" actId="20577"/>
        <pc:sldMkLst>
          <pc:docMk/>
          <pc:sldMk cId="3863115021" sldId="349"/>
        </pc:sldMkLst>
        <pc:spChg chg="mod">
          <ac:chgData name="Eigo, Jennifer" userId="e3b471ce-3052-4ace-a868-147a95701c6a" providerId="ADAL" clId="{2EC22FCA-EB33-490C-81EC-15A0D8F7B164}" dt="2025-06-12T13:17:48.711" v="1117" actId="13926"/>
          <ac:spMkLst>
            <pc:docMk/>
            <pc:sldMk cId="3863115021" sldId="349"/>
            <ac:spMk id="2" creationId="{00000000-0000-0000-0000-000000000000}"/>
          </ac:spMkLst>
        </pc:spChg>
        <pc:spChg chg="mod">
          <ac:chgData name="Eigo, Jennifer" userId="e3b471ce-3052-4ace-a868-147a95701c6a" providerId="ADAL" clId="{2EC22FCA-EB33-490C-81EC-15A0D8F7B164}" dt="2025-06-23T13:22:45.690" v="2384" actId="20577"/>
          <ac:spMkLst>
            <pc:docMk/>
            <pc:sldMk cId="3863115021" sldId="349"/>
            <ac:spMk id="3" creationId="{00000000-0000-0000-0000-000000000000}"/>
          </ac:spMkLst>
        </pc:spChg>
      </pc:sldChg>
      <pc:sldChg chg="modSp add del mod">
        <pc:chgData name="Eigo, Jennifer" userId="e3b471ce-3052-4ace-a868-147a95701c6a" providerId="ADAL" clId="{2EC22FCA-EB33-490C-81EC-15A0D8F7B164}" dt="2025-06-12T13:17:54.630" v="1118" actId="13926"/>
        <pc:sldMkLst>
          <pc:docMk/>
          <pc:sldMk cId="1651653235" sldId="350"/>
        </pc:sldMkLst>
        <pc:spChg chg="mod">
          <ac:chgData name="Eigo, Jennifer" userId="e3b471ce-3052-4ace-a868-147a95701c6a" providerId="ADAL" clId="{2EC22FCA-EB33-490C-81EC-15A0D8F7B164}" dt="2025-06-12T13:17:54.630" v="1118" actId="13926"/>
          <ac:spMkLst>
            <pc:docMk/>
            <pc:sldMk cId="1651653235" sldId="350"/>
            <ac:spMk id="2" creationId="{00000000-0000-0000-0000-000000000000}"/>
          </ac:spMkLst>
        </pc:spChg>
      </pc:sldChg>
      <pc:sldChg chg="modSp add del mod">
        <pc:chgData name="Eigo, Jennifer" userId="e3b471ce-3052-4ace-a868-147a95701c6a" providerId="ADAL" clId="{2EC22FCA-EB33-490C-81EC-15A0D8F7B164}" dt="2025-06-23T13:34:30.935" v="2779" actId="20577"/>
        <pc:sldMkLst>
          <pc:docMk/>
          <pc:sldMk cId="1224088048" sldId="351"/>
        </pc:sldMkLst>
        <pc:spChg chg="mod">
          <ac:chgData name="Eigo, Jennifer" userId="e3b471ce-3052-4ace-a868-147a95701c6a" providerId="ADAL" clId="{2EC22FCA-EB33-490C-81EC-15A0D8F7B164}" dt="2025-06-23T13:34:30.935" v="2779" actId="20577"/>
          <ac:spMkLst>
            <pc:docMk/>
            <pc:sldMk cId="1224088048" sldId="351"/>
            <ac:spMk id="3" creationId="{00000000-0000-0000-0000-000000000000}"/>
          </ac:spMkLst>
        </pc:spChg>
      </pc:sldChg>
      <pc:sldChg chg="modSp add mod ord">
        <pc:chgData name="Eigo, Jennifer" userId="e3b471ce-3052-4ace-a868-147a95701c6a" providerId="ADAL" clId="{2EC22FCA-EB33-490C-81EC-15A0D8F7B164}" dt="2025-06-12T13:30:42.180" v="1638"/>
        <pc:sldMkLst>
          <pc:docMk/>
          <pc:sldMk cId="3189146414" sldId="352"/>
        </pc:sldMkLst>
        <pc:spChg chg="mod">
          <ac:chgData name="Eigo, Jennifer" userId="e3b471ce-3052-4ace-a868-147a95701c6a" providerId="ADAL" clId="{2EC22FCA-EB33-490C-81EC-15A0D8F7B164}" dt="2025-06-12T13:21:08.388" v="1281" actId="20577"/>
          <ac:spMkLst>
            <pc:docMk/>
            <pc:sldMk cId="3189146414" sldId="352"/>
            <ac:spMk id="49154" creationId="{428A5989-4527-8636-C6AF-B6DAB99BE750}"/>
          </ac:spMkLst>
        </pc:spChg>
        <pc:spChg chg="mod">
          <ac:chgData name="Eigo, Jennifer" userId="e3b471ce-3052-4ace-a868-147a95701c6a" providerId="ADAL" clId="{2EC22FCA-EB33-490C-81EC-15A0D8F7B164}" dt="2025-06-12T13:25:52.684" v="1632" actId="20577"/>
          <ac:spMkLst>
            <pc:docMk/>
            <pc:sldMk cId="3189146414" sldId="352"/>
            <ac:spMk id="49155" creationId="{A3B9A3A5-40DD-2DF8-DE06-BCF05A72B201}"/>
          </ac:spMkLst>
        </pc:spChg>
      </pc:sldChg>
      <pc:sldChg chg="modSp add mod">
        <pc:chgData name="Eigo, Jennifer" userId="e3b471ce-3052-4ace-a868-147a95701c6a" providerId="ADAL" clId="{2EC22FCA-EB33-490C-81EC-15A0D8F7B164}" dt="2025-06-17T15:15:32.676" v="2246" actId="20577"/>
        <pc:sldMkLst>
          <pc:docMk/>
          <pc:sldMk cId="0" sldId="353"/>
        </pc:sldMkLst>
        <pc:spChg chg="mod">
          <ac:chgData name="Eigo, Jennifer" userId="e3b471ce-3052-4ace-a868-147a95701c6a" providerId="ADAL" clId="{2EC22FCA-EB33-490C-81EC-15A0D8F7B164}" dt="2025-06-17T15:15:32.676" v="2246" actId="20577"/>
          <ac:spMkLst>
            <pc:docMk/>
            <pc:sldMk cId="0" sldId="353"/>
            <ac:spMk id="11267" creationId="{00000000-0000-0000-0000-000000000000}"/>
          </ac:spMkLst>
        </pc:spChg>
      </pc:sldChg>
      <pc:sldChg chg="addSp delSp modSp add mod">
        <pc:chgData name="Eigo, Jennifer" userId="e3b471ce-3052-4ace-a868-147a95701c6a" providerId="ADAL" clId="{2EC22FCA-EB33-490C-81EC-15A0D8F7B164}" dt="2025-06-23T13:32:37.340" v="2776" actId="1036"/>
        <pc:sldMkLst>
          <pc:docMk/>
          <pc:sldMk cId="1967131417" sldId="354"/>
        </pc:sldMkLst>
        <pc:spChg chg="mod">
          <ac:chgData name="Eigo, Jennifer" userId="e3b471ce-3052-4ace-a868-147a95701c6a" providerId="ADAL" clId="{2EC22FCA-EB33-490C-81EC-15A0D8F7B164}" dt="2025-06-23T13:25:20.919" v="2604" actId="20577"/>
          <ac:spMkLst>
            <pc:docMk/>
            <pc:sldMk cId="1967131417" sldId="354"/>
            <ac:spMk id="6" creationId="{9F8F1B3F-8899-D84F-6B44-DF6FF8930093}"/>
          </ac:spMkLst>
        </pc:spChg>
        <pc:spChg chg="add mod">
          <ac:chgData name="Eigo, Jennifer" userId="e3b471ce-3052-4ace-a868-147a95701c6a" providerId="ADAL" clId="{2EC22FCA-EB33-490C-81EC-15A0D8F7B164}" dt="2025-06-23T13:32:37.340" v="2776" actId="1036"/>
          <ac:spMkLst>
            <pc:docMk/>
            <pc:sldMk cId="1967131417" sldId="354"/>
            <ac:spMk id="26" creationId="{A2198716-F357-3DE2-798E-2E87A0F994E5}"/>
          </ac:spMkLst>
        </pc:spChg>
        <pc:spChg chg="add mod">
          <ac:chgData name="Eigo, Jennifer" userId="e3b471ce-3052-4ace-a868-147a95701c6a" providerId="ADAL" clId="{2EC22FCA-EB33-490C-81EC-15A0D8F7B164}" dt="2025-06-23T13:31:54.122" v="2763" actId="20577"/>
          <ac:spMkLst>
            <pc:docMk/>
            <pc:sldMk cId="1967131417" sldId="354"/>
            <ac:spMk id="27" creationId="{7961703F-F939-D90C-6385-5D1FF9F37365}"/>
          </ac:spMkLst>
        </pc:spChg>
        <pc:picChg chg="del">
          <ac:chgData name="Eigo, Jennifer" userId="e3b471ce-3052-4ace-a868-147a95701c6a" providerId="ADAL" clId="{2EC22FCA-EB33-490C-81EC-15A0D8F7B164}" dt="2025-06-23T13:13:06.156" v="2248" actId="478"/>
          <ac:picMkLst>
            <pc:docMk/>
            <pc:sldMk cId="1967131417" sldId="354"/>
            <ac:picMk id="4" creationId="{1BB428CF-320F-50BB-C4C5-B1F96AADE690}"/>
          </ac:picMkLst>
        </pc:picChg>
        <pc:picChg chg="add mod">
          <ac:chgData name="Eigo, Jennifer" userId="e3b471ce-3052-4ace-a868-147a95701c6a" providerId="ADAL" clId="{2EC22FCA-EB33-490C-81EC-15A0D8F7B164}" dt="2025-06-23T13:30:34.860" v="2754" actId="962"/>
          <ac:picMkLst>
            <pc:docMk/>
            <pc:sldMk cId="1967131417" sldId="354"/>
            <ac:picMk id="5" creationId="{2153DEC5-34F0-66D1-E294-254CA92A0FFE}"/>
          </ac:picMkLst>
        </pc:picChg>
        <pc:picChg chg="del">
          <ac:chgData name="Eigo, Jennifer" userId="e3b471ce-3052-4ace-a868-147a95701c6a" providerId="ADAL" clId="{2EC22FCA-EB33-490C-81EC-15A0D8F7B164}" dt="2025-06-23T13:15:21.804" v="2281" actId="478"/>
          <ac:picMkLst>
            <pc:docMk/>
            <pc:sldMk cId="1967131417" sldId="354"/>
            <ac:picMk id="8" creationId="{A9D41B2E-0C26-5035-871F-4330274E5664}"/>
          </ac:picMkLst>
        </pc:picChg>
        <pc:picChg chg="add mod ord">
          <ac:chgData name="Eigo, Jennifer" userId="e3b471ce-3052-4ace-a868-147a95701c6a" providerId="ADAL" clId="{2EC22FCA-EB33-490C-81EC-15A0D8F7B164}" dt="2025-06-23T13:30:19.585" v="2742" actId="962"/>
          <ac:picMkLst>
            <pc:docMk/>
            <pc:sldMk cId="1967131417" sldId="354"/>
            <ac:picMk id="10" creationId="{B5FD1623-4C1B-F88B-16ED-4B938C9B26F4}"/>
          </ac:picMkLst>
        </pc:picChg>
        <pc:cxnChg chg="add del mod">
          <ac:chgData name="Eigo, Jennifer" userId="e3b471ce-3052-4ace-a868-147a95701c6a" providerId="ADAL" clId="{2EC22FCA-EB33-490C-81EC-15A0D8F7B164}" dt="2025-06-23T13:28:59.085" v="2624" actId="478"/>
          <ac:cxnSpMkLst>
            <pc:docMk/>
            <pc:sldMk cId="1967131417" sldId="354"/>
            <ac:cxnSpMk id="12" creationId="{E8E09523-D918-39C7-01C0-05B56FA0FAF6}"/>
          </ac:cxnSpMkLst>
        </pc:cxnChg>
        <pc:cxnChg chg="add mod">
          <ac:chgData name="Eigo, Jennifer" userId="e3b471ce-3052-4ace-a868-147a95701c6a" providerId="ADAL" clId="{2EC22FCA-EB33-490C-81EC-15A0D8F7B164}" dt="2025-06-23T13:32:25.054" v="2765" actId="14100"/>
          <ac:cxnSpMkLst>
            <pc:docMk/>
            <pc:sldMk cId="1967131417" sldId="354"/>
            <ac:cxnSpMk id="14" creationId="{AEE592F4-3A88-5BC2-944D-B3678483367A}"/>
          </ac:cxnSpMkLst>
        </pc:cxnChg>
        <pc:cxnChg chg="add mod">
          <ac:chgData name="Eigo, Jennifer" userId="e3b471ce-3052-4ace-a868-147a95701c6a" providerId="ADAL" clId="{2EC22FCA-EB33-490C-81EC-15A0D8F7B164}" dt="2025-06-23T13:28:55.622" v="2623" actId="14100"/>
          <ac:cxnSpMkLst>
            <pc:docMk/>
            <pc:sldMk cId="1967131417" sldId="354"/>
            <ac:cxnSpMk id="22" creationId="{1216D22A-C328-3E8A-4066-A4EB0EF29404}"/>
          </ac:cxnSpMkLst>
        </pc:cxnChg>
      </pc:sldChg>
      <pc:sldMasterChg chg="add del addSldLayout delSldLayout">
        <pc:chgData name="Eigo, Jennifer" userId="e3b471ce-3052-4ace-a868-147a95701c6a" providerId="ADAL" clId="{2EC22FCA-EB33-490C-81EC-15A0D8F7B164}" dt="2025-06-11T21:01:18.551" v="1085" actId="47"/>
        <pc:sldMasterMkLst>
          <pc:docMk/>
          <pc:sldMasterMk cId="1854451588" sldId="2147483895"/>
        </pc:sldMasterMkLst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1647211607" sldId="2147483896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1412829470" sldId="2147483897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257805791" sldId="2147483898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3180014235" sldId="2147483899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3443128244" sldId="2147483900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2034376648" sldId="2147483901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1258544750" sldId="2147483902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2975507871" sldId="2147483903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3900304203" sldId="2147483904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1590702343" sldId="2147483905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3604609056" sldId="2147483906"/>
          </pc:sldLayoutMkLst>
        </pc:sldLayoutChg>
        <pc:sldLayoutChg chg="add del">
          <pc:chgData name="Eigo, Jennifer" userId="e3b471ce-3052-4ace-a868-147a95701c6a" providerId="ADAL" clId="{2EC22FCA-EB33-490C-81EC-15A0D8F7B164}" dt="2025-06-11T21:01:18.551" v="1085" actId="47"/>
          <pc:sldLayoutMkLst>
            <pc:docMk/>
            <pc:sldMasterMk cId="1854451588" sldId="2147483895"/>
            <pc:sldLayoutMk cId="848797257" sldId="2147483907"/>
          </pc:sldLayoutMkLst>
        </pc:sldLayoutChg>
      </pc:sldMasterChg>
    </pc:docChg>
  </pc:docChgLst>
  <pc:docChgLst>
    <pc:chgData name="Eigo, Jennifer" userId="e3b471ce-3052-4ace-a868-147a95701c6a" providerId="ADAL" clId="{235A46D3-2FB3-4C66-8125-6D1C71C6A867}"/>
    <pc:docChg chg="modSld">
      <pc:chgData name="Eigo, Jennifer" userId="e3b471ce-3052-4ace-a868-147a95701c6a" providerId="ADAL" clId="{235A46D3-2FB3-4C66-8125-6D1C71C6A867}" dt="2024-08-26T20:17:15.074" v="4" actId="20577"/>
      <pc:docMkLst>
        <pc:docMk/>
      </pc:docMkLst>
      <pc:sldChg chg="modSp mod">
        <pc:chgData name="Eigo, Jennifer" userId="e3b471ce-3052-4ace-a868-147a95701c6a" providerId="ADAL" clId="{235A46D3-2FB3-4C66-8125-6D1C71C6A867}" dt="2024-08-26T20:17:15.074" v="4" actId="20577"/>
        <pc:sldMkLst>
          <pc:docMk/>
          <pc:sldMk cId="0" sldId="297"/>
        </pc:sldMkLst>
      </pc:sldChg>
    </pc:docChg>
  </pc:docChgLst>
  <pc:docChgLst>
    <pc:chgData name="Eigo, Jennifer" userId="e3b471ce-3052-4ace-a868-147a95701c6a" providerId="ADAL" clId="{AE504BDE-C668-4D6F-AF5D-D1CE086C9769}"/>
    <pc:docChg chg="modSld">
      <pc:chgData name="Eigo, Jennifer" userId="e3b471ce-3052-4ace-a868-147a95701c6a" providerId="ADAL" clId="{AE504BDE-C668-4D6F-AF5D-D1CE086C9769}" dt="2025-02-03T18:17:59.457" v="13" actId="20577"/>
      <pc:docMkLst>
        <pc:docMk/>
      </pc:docMkLst>
      <pc:sldChg chg="modSp mod">
        <pc:chgData name="Eigo, Jennifer" userId="e3b471ce-3052-4ace-a868-147a95701c6a" providerId="ADAL" clId="{AE504BDE-C668-4D6F-AF5D-D1CE086C9769}" dt="2025-02-03T18:17:59.457" v="13" actId="20577"/>
        <pc:sldMkLst>
          <pc:docMk/>
          <pc:sldMk cId="0" sldId="277"/>
        </pc:sldMkLst>
      </pc:sldChg>
    </pc:docChg>
  </pc:docChgLst>
  <pc:docChgLst>
    <pc:chgData name="Eigo, Jennifer" userId="e3b471ce-3052-4ace-a868-147a95701c6a" providerId="ADAL" clId="{0B3664BE-474A-48A7-BE3B-DEE44B971C9E}"/>
    <pc:docChg chg="undo custSel addSld delSld modSld sldOrd">
      <pc:chgData name="Eigo, Jennifer" userId="e3b471ce-3052-4ace-a868-147a95701c6a" providerId="ADAL" clId="{0B3664BE-474A-48A7-BE3B-DEE44B971C9E}" dt="2025-06-10T22:47:34.397" v="4879" actId="962"/>
      <pc:docMkLst>
        <pc:docMk/>
      </pc:docMkLst>
      <pc:sldChg chg="delSp modSp mod">
        <pc:chgData name="Eigo, Jennifer" userId="e3b471ce-3052-4ace-a868-147a95701c6a" providerId="ADAL" clId="{0B3664BE-474A-48A7-BE3B-DEE44B971C9E}" dt="2025-06-09T14:59:24.316" v="103" actId="478"/>
        <pc:sldMkLst>
          <pc:docMk/>
          <pc:sldMk cId="0" sldId="257"/>
        </pc:sldMkLst>
        <pc:spChg chg="mod">
          <ac:chgData name="Eigo, Jennifer" userId="e3b471ce-3052-4ace-a868-147a95701c6a" providerId="ADAL" clId="{0B3664BE-474A-48A7-BE3B-DEE44B971C9E}" dt="2025-06-09T14:58:04.462" v="19" actId="20577"/>
          <ac:spMkLst>
            <pc:docMk/>
            <pc:sldMk cId="0" sldId="257"/>
            <ac:spMk id="7170" creationId="{00000000-0000-0000-0000-000000000000}"/>
          </ac:spMkLst>
        </pc:spChg>
        <pc:spChg chg="mod">
          <ac:chgData name="Eigo, Jennifer" userId="e3b471ce-3052-4ace-a868-147a95701c6a" providerId="ADAL" clId="{0B3664BE-474A-48A7-BE3B-DEE44B971C9E}" dt="2025-06-09T14:59:17.290" v="102" actId="20577"/>
          <ac:spMkLst>
            <pc:docMk/>
            <pc:sldMk cId="0" sldId="257"/>
            <ac:spMk id="7172" creationId="{00000000-0000-0000-0000-000000000000}"/>
          </ac:spMkLst>
        </pc:spChg>
      </pc:sldChg>
      <pc:sldChg chg="addSp delSp modSp add mod">
        <pc:chgData name="Eigo, Jennifer" userId="e3b471ce-3052-4ace-a868-147a95701c6a" providerId="ADAL" clId="{0B3664BE-474A-48A7-BE3B-DEE44B971C9E}" dt="2025-06-10T22:44:42.003" v="3961" actId="962"/>
        <pc:sldMkLst>
          <pc:docMk/>
          <pc:sldMk cId="0" sldId="258"/>
        </pc:sldMkLst>
      </pc:sldChg>
      <pc:sldChg chg="del">
        <pc:chgData name="Eigo, Jennifer" userId="e3b471ce-3052-4ace-a868-147a95701c6a" providerId="ADAL" clId="{0B3664BE-474A-48A7-BE3B-DEE44B971C9E}" dt="2025-06-09T15:01:58.070" v="106" actId="47"/>
        <pc:sldMkLst>
          <pc:docMk/>
          <pc:sldMk cId="0" sldId="261"/>
        </pc:sldMkLst>
      </pc:sldChg>
      <pc:sldChg chg="del">
        <pc:chgData name="Eigo, Jennifer" userId="e3b471ce-3052-4ace-a868-147a95701c6a" providerId="ADAL" clId="{0B3664BE-474A-48A7-BE3B-DEE44B971C9E}" dt="2025-06-09T15:01:55.886" v="104" actId="47"/>
        <pc:sldMkLst>
          <pc:docMk/>
          <pc:sldMk cId="0" sldId="262"/>
        </pc:sldMkLst>
      </pc:sldChg>
      <pc:sldChg chg="del">
        <pc:chgData name="Eigo, Jennifer" userId="e3b471ce-3052-4ace-a868-147a95701c6a" providerId="ADAL" clId="{0B3664BE-474A-48A7-BE3B-DEE44B971C9E}" dt="2025-06-09T15:06:30.071" v="107" actId="47"/>
        <pc:sldMkLst>
          <pc:docMk/>
          <pc:sldMk cId="0" sldId="263"/>
        </pc:sldMkLst>
      </pc:sldChg>
      <pc:sldChg chg="addSp delSp modSp add del mod">
        <pc:chgData name="Eigo, Jennifer" userId="e3b471ce-3052-4ace-a868-147a95701c6a" providerId="ADAL" clId="{0B3664BE-474A-48A7-BE3B-DEE44B971C9E}" dt="2025-06-10T22:43:18.489" v="3599" actId="962"/>
        <pc:sldMkLst>
          <pc:docMk/>
          <pc:sldMk cId="0" sldId="264"/>
        </pc:sldMkLst>
      </pc:sldChg>
      <pc:sldChg chg="addSp delSp modSp add del mod">
        <pc:chgData name="Eigo, Jennifer" userId="e3b471ce-3052-4ace-a868-147a95701c6a" providerId="ADAL" clId="{0B3664BE-474A-48A7-BE3B-DEE44B971C9E}" dt="2025-06-10T22:44:09.196" v="3843" actId="962"/>
        <pc:sldMkLst>
          <pc:docMk/>
          <pc:sldMk cId="0" sldId="265"/>
        </pc:sldMkLst>
      </pc:sldChg>
      <pc:sldChg chg="del">
        <pc:chgData name="Eigo, Jennifer" userId="e3b471ce-3052-4ace-a868-147a95701c6a" providerId="ADAL" clId="{0B3664BE-474A-48A7-BE3B-DEE44B971C9E}" dt="2025-06-09T15:06:32.807" v="110" actId="47"/>
        <pc:sldMkLst>
          <pc:docMk/>
          <pc:sldMk cId="0" sldId="266"/>
        </pc:sldMkLst>
      </pc:sldChg>
      <pc:sldChg chg="del">
        <pc:chgData name="Eigo, Jennifer" userId="e3b471ce-3052-4ace-a868-147a95701c6a" providerId="ADAL" clId="{0B3664BE-474A-48A7-BE3B-DEE44B971C9E}" dt="2025-06-09T15:06:39.789" v="111" actId="47"/>
        <pc:sldMkLst>
          <pc:docMk/>
          <pc:sldMk cId="0" sldId="267"/>
        </pc:sldMkLst>
      </pc:sldChg>
      <pc:sldChg chg="addSp delSp modSp add del mod">
        <pc:chgData name="Eigo, Jennifer" userId="e3b471ce-3052-4ace-a868-147a95701c6a" providerId="ADAL" clId="{0B3664BE-474A-48A7-BE3B-DEE44B971C9E}" dt="2025-06-10T22:46:25.602" v="4617" actId="962"/>
        <pc:sldMkLst>
          <pc:docMk/>
          <pc:sldMk cId="0" sldId="268"/>
        </pc:sldMkLst>
      </pc:sldChg>
      <pc:sldChg chg="modSp mod">
        <pc:chgData name="Eigo, Jennifer" userId="e3b471ce-3052-4ace-a868-147a95701c6a" providerId="ADAL" clId="{0B3664BE-474A-48A7-BE3B-DEE44B971C9E}" dt="2025-06-09T15:27:34.368" v="743" actId="20577"/>
        <pc:sldMkLst>
          <pc:docMk/>
          <pc:sldMk cId="0" sldId="270"/>
        </pc:sldMkLst>
      </pc:sldChg>
      <pc:sldChg chg="del">
        <pc:chgData name="Eigo, Jennifer" userId="e3b471ce-3052-4ace-a868-147a95701c6a" providerId="ADAL" clId="{0B3664BE-474A-48A7-BE3B-DEE44B971C9E}" dt="2025-06-09T15:31:44.815" v="982" actId="47"/>
        <pc:sldMkLst>
          <pc:docMk/>
          <pc:sldMk cId="0" sldId="271"/>
        </pc:sldMkLst>
      </pc:sldChg>
      <pc:sldChg chg="modSp add del mod">
        <pc:chgData name="Eigo, Jennifer" userId="e3b471ce-3052-4ace-a868-147a95701c6a" providerId="ADAL" clId="{0B3664BE-474A-48A7-BE3B-DEE44B971C9E}" dt="2025-06-10T15:30:23.994" v="2203" actId="13926"/>
        <pc:sldMkLst>
          <pc:docMk/>
          <pc:sldMk cId="0" sldId="275"/>
        </pc:sldMkLst>
      </pc:sldChg>
      <pc:sldChg chg="del">
        <pc:chgData name="Eigo, Jennifer" userId="e3b471ce-3052-4ace-a868-147a95701c6a" providerId="ADAL" clId="{0B3664BE-474A-48A7-BE3B-DEE44B971C9E}" dt="2025-06-10T14:04:33.511" v="1514" actId="47"/>
        <pc:sldMkLst>
          <pc:docMk/>
          <pc:sldMk cId="0" sldId="276"/>
        </pc:sldMkLst>
      </pc:sldChg>
      <pc:sldChg chg="del">
        <pc:chgData name="Eigo, Jennifer" userId="e3b471ce-3052-4ace-a868-147a95701c6a" providerId="ADAL" clId="{0B3664BE-474A-48A7-BE3B-DEE44B971C9E}" dt="2025-06-10T14:04:37.389" v="1516" actId="47"/>
        <pc:sldMkLst>
          <pc:docMk/>
          <pc:sldMk cId="0" sldId="277"/>
        </pc:sldMkLst>
      </pc:sldChg>
      <pc:sldChg chg="del">
        <pc:chgData name="Eigo, Jennifer" userId="e3b471ce-3052-4ace-a868-147a95701c6a" providerId="ADAL" clId="{0B3664BE-474A-48A7-BE3B-DEE44B971C9E}" dt="2025-06-10T14:04:44.799" v="1520" actId="47"/>
        <pc:sldMkLst>
          <pc:docMk/>
          <pc:sldMk cId="0" sldId="278"/>
        </pc:sldMkLst>
      </pc:sldChg>
      <pc:sldChg chg="del">
        <pc:chgData name="Eigo, Jennifer" userId="e3b471ce-3052-4ace-a868-147a95701c6a" providerId="ADAL" clId="{0B3664BE-474A-48A7-BE3B-DEE44B971C9E}" dt="2025-06-10T14:04:46.357" v="1521" actId="47"/>
        <pc:sldMkLst>
          <pc:docMk/>
          <pc:sldMk cId="0" sldId="279"/>
        </pc:sldMkLst>
      </pc:sldChg>
      <pc:sldChg chg="del">
        <pc:chgData name="Eigo, Jennifer" userId="e3b471ce-3052-4ace-a868-147a95701c6a" providerId="ADAL" clId="{0B3664BE-474A-48A7-BE3B-DEE44B971C9E}" dt="2025-06-10T14:04:47.775" v="1522" actId="47"/>
        <pc:sldMkLst>
          <pc:docMk/>
          <pc:sldMk cId="0" sldId="280"/>
        </pc:sldMkLst>
      </pc:sldChg>
      <pc:sldChg chg="del">
        <pc:chgData name="Eigo, Jennifer" userId="e3b471ce-3052-4ace-a868-147a95701c6a" providerId="ADAL" clId="{0B3664BE-474A-48A7-BE3B-DEE44B971C9E}" dt="2025-06-10T14:04:49.134" v="1523" actId="47"/>
        <pc:sldMkLst>
          <pc:docMk/>
          <pc:sldMk cId="0" sldId="281"/>
        </pc:sldMkLst>
      </pc:sldChg>
      <pc:sldChg chg="del">
        <pc:chgData name="Eigo, Jennifer" userId="e3b471ce-3052-4ace-a868-147a95701c6a" providerId="ADAL" clId="{0B3664BE-474A-48A7-BE3B-DEE44B971C9E}" dt="2025-06-10T14:04:51.027" v="1524" actId="47"/>
        <pc:sldMkLst>
          <pc:docMk/>
          <pc:sldMk cId="0" sldId="282"/>
        </pc:sldMkLst>
      </pc:sldChg>
      <pc:sldChg chg="del">
        <pc:chgData name="Eigo, Jennifer" userId="e3b471ce-3052-4ace-a868-147a95701c6a" providerId="ADAL" clId="{0B3664BE-474A-48A7-BE3B-DEE44B971C9E}" dt="2025-06-10T14:04:52.370" v="1525" actId="47"/>
        <pc:sldMkLst>
          <pc:docMk/>
          <pc:sldMk cId="0" sldId="283"/>
        </pc:sldMkLst>
      </pc:sldChg>
      <pc:sldChg chg="del">
        <pc:chgData name="Eigo, Jennifer" userId="e3b471ce-3052-4ace-a868-147a95701c6a" providerId="ADAL" clId="{0B3664BE-474A-48A7-BE3B-DEE44B971C9E}" dt="2025-06-10T14:04:52.916" v="1526" actId="47"/>
        <pc:sldMkLst>
          <pc:docMk/>
          <pc:sldMk cId="0" sldId="284"/>
        </pc:sldMkLst>
      </pc:sldChg>
      <pc:sldChg chg="del">
        <pc:chgData name="Eigo, Jennifer" userId="e3b471ce-3052-4ace-a868-147a95701c6a" providerId="ADAL" clId="{0B3664BE-474A-48A7-BE3B-DEE44B971C9E}" dt="2025-06-10T14:04:53.862" v="1527" actId="47"/>
        <pc:sldMkLst>
          <pc:docMk/>
          <pc:sldMk cId="0" sldId="285"/>
        </pc:sldMkLst>
      </pc:sldChg>
      <pc:sldChg chg="del">
        <pc:chgData name="Eigo, Jennifer" userId="e3b471ce-3052-4ace-a868-147a95701c6a" providerId="ADAL" clId="{0B3664BE-474A-48A7-BE3B-DEE44B971C9E}" dt="2025-06-10T14:04:54.567" v="1528" actId="47"/>
        <pc:sldMkLst>
          <pc:docMk/>
          <pc:sldMk cId="0" sldId="287"/>
        </pc:sldMkLst>
      </pc:sldChg>
      <pc:sldChg chg="del">
        <pc:chgData name="Eigo, Jennifer" userId="e3b471ce-3052-4ace-a868-147a95701c6a" providerId="ADAL" clId="{0B3664BE-474A-48A7-BE3B-DEE44B971C9E}" dt="2025-06-10T14:04:55.215" v="1529" actId="47"/>
        <pc:sldMkLst>
          <pc:docMk/>
          <pc:sldMk cId="0" sldId="288"/>
        </pc:sldMkLst>
      </pc:sldChg>
      <pc:sldChg chg="modSp mod">
        <pc:chgData name="Eigo, Jennifer" userId="e3b471ce-3052-4ace-a868-147a95701c6a" providerId="ADAL" clId="{0B3664BE-474A-48A7-BE3B-DEE44B971C9E}" dt="2025-06-09T16:11:10.848" v="992" actId="20577"/>
        <pc:sldMkLst>
          <pc:docMk/>
          <pc:sldMk cId="0" sldId="290"/>
        </pc:sldMkLst>
      </pc:sldChg>
      <pc:sldChg chg="modSp mod">
        <pc:chgData name="Eigo, Jennifer" userId="e3b471ce-3052-4ace-a868-147a95701c6a" providerId="ADAL" clId="{0B3664BE-474A-48A7-BE3B-DEE44B971C9E}" dt="2025-06-10T15:36:02.238" v="2204" actId="6549"/>
        <pc:sldMkLst>
          <pc:docMk/>
          <pc:sldMk cId="0" sldId="291"/>
        </pc:sldMkLst>
      </pc:sldChg>
      <pc:sldChg chg="del">
        <pc:chgData name="Eigo, Jennifer" userId="e3b471ce-3052-4ace-a868-147a95701c6a" providerId="ADAL" clId="{0B3664BE-474A-48A7-BE3B-DEE44B971C9E}" dt="2025-06-10T14:04:39.702" v="1517" actId="47"/>
        <pc:sldMkLst>
          <pc:docMk/>
          <pc:sldMk cId="0" sldId="292"/>
        </pc:sldMkLst>
      </pc:sldChg>
      <pc:sldChg chg="del">
        <pc:chgData name="Eigo, Jennifer" userId="e3b471ce-3052-4ace-a868-147a95701c6a" providerId="ADAL" clId="{0B3664BE-474A-48A7-BE3B-DEE44B971C9E}" dt="2025-06-10T14:04:40.700" v="1518" actId="47"/>
        <pc:sldMkLst>
          <pc:docMk/>
          <pc:sldMk cId="0" sldId="293"/>
        </pc:sldMkLst>
      </pc:sldChg>
      <pc:sldChg chg="del">
        <pc:chgData name="Eigo, Jennifer" userId="e3b471ce-3052-4ace-a868-147a95701c6a" providerId="ADAL" clId="{0B3664BE-474A-48A7-BE3B-DEE44B971C9E}" dt="2025-06-10T14:04:42.210" v="1519" actId="47"/>
        <pc:sldMkLst>
          <pc:docMk/>
          <pc:sldMk cId="0" sldId="294"/>
        </pc:sldMkLst>
      </pc:sldChg>
      <pc:sldChg chg="modSp mod">
        <pc:chgData name="Eigo, Jennifer" userId="e3b471ce-3052-4ace-a868-147a95701c6a" providerId="ADAL" clId="{0B3664BE-474A-48A7-BE3B-DEE44B971C9E}" dt="2025-06-10T21:23:07.643" v="2957" actId="20577"/>
        <pc:sldMkLst>
          <pc:docMk/>
          <pc:sldMk cId="0" sldId="295"/>
        </pc:sldMkLst>
        <pc:spChg chg="mod">
          <ac:chgData name="Eigo, Jennifer" userId="e3b471ce-3052-4ace-a868-147a95701c6a" providerId="ADAL" clId="{0B3664BE-474A-48A7-BE3B-DEE44B971C9E}" dt="2025-06-10T21:23:07.643" v="2957" actId="20577"/>
          <ac:spMkLst>
            <pc:docMk/>
            <pc:sldMk cId="0" sldId="295"/>
            <ac:spMk id="81923" creationId="{00000000-0000-0000-0000-000000000000}"/>
          </ac:spMkLst>
        </pc:spChg>
      </pc:sldChg>
      <pc:sldChg chg="modSp mod">
        <pc:chgData name="Eigo, Jennifer" userId="e3b471ce-3052-4ace-a868-147a95701c6a" providerId="ADAL" clId="{0B3664BE-474A-48A7-BE3B-DEE44B971C9E}" dt="2025-06-09T15:34:34.655" v="991" actId="20577"/>
        <pc:sldMkLst>
          <pc:docMk/>
          <pc:sldMk cId="0" sldId="296"/>
        </pc:sldMkLst>
        <pc:spChg chg="mod">
          <ac:chgData name="Eigo, Jennifer" userId="e3b471ce-3052-4ace-a868-147a95701c6a" providerId="ADAL" clId="{0B3664BE-474A-48A7-BE3B-DEE44B971C9E}" dt="2025-06-09T15:34:34.655" v="991" actId="20577"/>
          <ac:spMkLst>
            <pc:docMk/>
            <pc:sldMk cId="0" sldId="296"/>
            <ac:spMk id="29698" creationId="{00000000-0000-0000-0000-000000000000}"/>
          </ac:spMkLst>
        </pc:spChg>
      </pc:sldChg>
      <pc:sldChg chg="del">
        <pc:chgData name="Eigo, Jennifer" userId="e3b471ce-3052-4ace-a868-147a95701c6a" providerId="ADAL" clId="{0B3664BE-474A-48A7-BE3B-DEE44B971C9E}" dt="2025-06-10T14:04:35.659" v="1515" actId="47"/>
        <pc:sldMkLst>
          <pc:docMk/>
          <pc:sldMk cId="0" sldId="297"/>
        </pc:sldMkLst>
      </pc:sldChg>
      <pc:sldChg chg="del">
        <pc:chgData name="Eigo, Jennifer" userId="e3b471ce-3052-4ace-a868-147a95701c6a" providerId="ADAL" clId="{0B3664BE-474A-48A7-BE3B-DEE44B971C9E}" dt="2025-06-09T15:31:26.026" v="981" actId="47"/>
        <pc:sldMkLst>
          <pc:docMk/>
          <pc:sldMk cId="0" sldId="298"/>
        </pc:sldMkLst>
      </pc:sldChg>
      <pc:sldChg chg="del">
        <pc:chgData name="Eigo, Jennifer" userId="e3b471ce-3052-4ace-a868-147a95701c6a" providerId="ADAL" clId="{0B3664BE-474A-48A7-BE3B-DEE44B971C9E}" dt="2025-06-09T15:01:56.713" v="105" actId="47"/>
        <pc:sldMkLst>
          <pc:docMk/>
          <pc:sldMk cId="0" sldId="299"/>
        </pc:sldMkLst>
      </pc:sldChg>
      <pc:sldChg chg="modSp mod">
        <pc:chgData name="Eigo, Jennifer" userId="e3b471ce-3052-4ace-a868-147a95701c6a" providerId="ADAL" clId="{0B3664BE-474A-48A7-BE3B-DEE44B971C9E}" dt="2025-06-09T15:11:31.157" v="281" actId="20577"/>
        <pc:sldMkLst>
          <pc:docMk/>
          <pc:sldMk cId="807269083" sldId="303"/>
        </pc:sldMkLst>
      </pc:sldChg>
      <pc:sldChg chg="ord">
        <pc:chgData name="Eigo, Jennifer" userId="e3b471ce-3052-4ace-a868-147a95701c6a" providerId="ADAL" clId="{0B3664BE-474A-48A7-BE3B-DEE44B971C9E}" dt="2025-06-09T15:06:48.610" v="113"/>
        <pc:sldMkLst>
          <pc:docMk/>
          <pc:sldMk cId="1756298949" sldId="304"/>
        </pc:sldMkLst>
      </pc:sldChg>
      <pc:sldChg chg="delSp modSp mod">
        <pc:chgData name="Eigo, Jennifer" userId="e3b471ce-3052-4ace-a868-147a95701c6a" providerId="ADAL" clId="{0B3664BE-474A-48A7-BE3B-DEE44B971C9E}" dt="2025-06-10T21:19:08.788" v="2622" actId="20577"/>
        <pc:sldMkLst>
          <pc:docMk/>
          <pc:sldMk cId="3865727280" sldId="307"/>
        </pc:sldMkLst>
      </pc:sldChg>
      <pc:sldChg chg="modSp add mod">
        <pc:chgData name="Eigo, Jennifer" userId="e3b471ce-3052-4ace-a868-147a95701c6a" providerId="ADAL" clId="{0B3664BE-474A-48A7-BE3B-DEE44B971C9E}" dt="2025-06-09T15:30:53.869" v="980" actId="20577"/>
        <pc:sldMkLst>
          <pc:docMk/>
          <pc:sldMk cId="3830028954" sldId="308"/>
        </pc:sldMkLst>
      </pc:sldChg>
      <pc:sldChg chg="modSp add del mod ord">
        <pc:chgData name="Eigo, Jennifer" userId="e3b471ce-3052-4ace-a868-147a95701c6a" providerId="ADAL" clId="{0B3664BE-474A-48A7-BE3B-DEE44B971C9E}" dt="2025-06-09T16:15:21.376" v="1206" actId="1035"/>
        <pc:sldMkLst>
          <pc:docMk/>
          <pc:sldMk cId="0" sldId="309"/>
        </pc:sldMkLst>
      </pc:sldChg>
      <pc:sldChg chg="addSp delSp modSp add mod ord">
        <pc:chgData name="Eigo, Jennifer" userId="e3b471ce-3052-4ace-a868-147a95701c6a" providerId="ADAL" clId="{0B3664BE-474A-48A7-BE3B-DEE44B971C9E}" dt="2025-06-10T22:46:10.358" v="4567" actId="962"/>
        <pc:sldMkLst>
          <pc:docMk/>
          <pc:sldMk cId="0" sldId="310"/>
        </pc:sldMkLst>
      </pc:sldChg>
      <pc:sldChg chg="delSp modSp add mod">
        <pc:chgData name="Eigo, Jennifer" userId="e3b471ce-3052-4ace-a868-147a95701c6a" providerId="ADAL" clId="{0B3664BE-474A-48A7-BE3B-DEE44B971C9E}" dt="2025-06-10T22:36:03.391" v="3274" actId="478"/>
        <pc:sldMkLst>
          <pc:docMk/>
          <pc:sldMk cId="0" sldId="311"/>
        </pc:sldMkLst>
      </pc:sldChg>
      <pc:sldChg chg="addSp delSp modSp add mod">
        <pc:chgData name="Eigo, Jennifer" userId="e3b471ce-3052-4ace-a868-147a95701c6a" providerId="ADAL" clId="{0B3664BE-474A-48A7-BE3B-DEE44B971C9E}" dt="2025-06-10T22:45:18.061" v="4179" actId="962"/>
        <pc:sldMkLst>
          <pc:docMk/>
          <pc:sldMk cId="0" sldId="312"/>
        </pc:sldMkLst>
      </pc:sldChg>
      <pc:sldChg chg="add">
        <pc:chgData name="Eigo, Jennifer" userId="e3b471ce-3052-4ace-a868-147a95701c6a" providerId="ADAL" clId="{0B3664BE-474A-48A7-BE3B-DEE44B971C9E}" dt="2025-06-10T13:53:47.229" v="1497" actId="2890"/>
        <pc:sldMkLst>
          <pc:docMk/>
          <pc:sldMk cId="4140619234" sldId="313"/>
        </pc:sldMkLst>
      </pc:sldChg>
      <pc:sldChg chg="addSp delSp modSp add mod">
        <pc:chgData name="Eigo, Jennifer" userId="e3b471ce-3052-4ace-a868-147a95701c6a" providerId="ADAL" clId="{0B3664BE-474A-48A7-BE3B-DEE44B971C9E}" dt="2025-06-10T22:46:55.533" v="4753" actId="962"/>
        <pc:sldMkLst>
          <pc:docMk/>
          <pc:sldMk cId="0" sldId="314"/>
        </pc:sldMkLst>
      </pc:sldChg>
      <pc:sldChg chg="addSp delSp modSp add mod ord">
        <pc:chgData name="Eigo, Jennifer" userId="e3b471ce-3052-4ace-a868-147a95701c6a" providerId="ADAL" clId="{0B3664BE-474A-48A7-BE3B-DEE44B971C9E}" dt="2025-06-10T22:37:01.169" v="3299" actId="20577"/>
        <pc:sldMkLst>
          <pc:docMk/>
          <pc:sldMk cId="2213537700" sldId="330"/>
        </pc:sldMkLst>
      </pc:sldChg>
      <pc:sldChg chg="modSp add mod">
        <pc:chgData name="Eigo, Jennifer" userId="e3b471ce-3052-4ace-a868-147a95701c6a" providerId="ADAL" clId="{0B3664BE-474A-48A7-BE3B-DEE44B971C9E}" dt="2025-06-10T22:47:34.397" v="4879" actId="962"/>
        <pc:sldMkLst>
          <pc:docMk/>
          <pc:sldMk cId="9774248" sldId="3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4CA36F4-8271-4A12-B45F-182E541E0C44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94390DD3-A17B-471F-8FC9-7059BD43C4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5B8174-7361-4C32-930B-41E944853B2A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6078D1-963C-4F87-8702-6955731AE6A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A03728-180B-4475-A514-5FE347C71EE8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571E-F5D4-F318-4372-2F9C5E84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B9A75DBB-408F-F47C-F63A-8E53C6C827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E1E96850-55CC-0298-29F4-8884356C18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F0E50EB3-A484-E52E-1E56-6607DFA28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87A9F9-9B52-4922-85E5-BD1A161039AB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676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87A9F9-9B52-4922-85E5-BD1A161039AB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501DC-4DB8-8D48-4D27-29CB5EA9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B31BE145-EDB4-B62C-EA90-1FB7450D8F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9FECCB88-E984-5898-6307-89B2AD3677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7BBAE5DE-ACE1-FE7A-011B-F59C1EA8F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87A9F9-9B52-4922-85E5-BD1A161039AB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274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22E0F95-F396-432E-A169-8B24D1DB485C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4505F-D659-B7EE-DC5D-E0216B38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44D3B415-FA1C-6722-72B4-1A3938CA4B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4DF71C7E-6FA1-D9CA-66D3-E19C3524B6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677F63B7-4867-085B-CAB4-CAE871065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22E0F95-F396-432E-A169-8B24D1DB485C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903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581849-6F85-43E5-9868-4C3A978F6944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DBE91-0F99-7686-68E8-C1833D48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4198ACB0-9713-FDD1-A22F-1BD5EE793F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4D8F2DE3-2CE2-F52F-F6C0-EE5568E524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4688E309-3C10-7B6D-4C76-AA99057A4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581849-6F85-43E5-9868-4C3A978F6944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565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B51B4F-DD45-4BB4-BFBE-01A79E39BC57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3501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B51B4F-DD45-4BB4-BFBE-01A79E39BC57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383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6078D1-963C-4F87-8702-6955731AE6A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03487-EF7A-2364-838B-325A9630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9258FADB-C873-3C62-A922-6F39D94900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F68294B1-B03B-32A8-2305-64DBDDDCCA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F5821D12-E715-264D-5E25-62B78375C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5A03728-180B-4475-A514-5FE347C71EE8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042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302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B51B4F-DD45-4BB4-BFBE-01A79E39BC5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302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818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302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B51B4F-DD45-4BB4-BFBE-01A79E39BC5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302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7661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302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B51B4F-DD45-4BB4-BFBE-01A79E39BC5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302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593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302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B51B4F-DD45-4BB4-BFBE-01A79E39BC5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302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3287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1A5847-08E7-44B3-9EE0-4298D707E348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3B7E2-F78B-4B85-B1D1-EF6A4F44105E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4462F-5A29-49F6-9D5C-BBD1CC531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69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BCF42-95D8-434C-B68C-52C8C60497AA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74409-7A24-402D-9C01-529B764EF0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0880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6D2AA-692A-439E-8606-80EDD387D859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42676-DA39-4134-8636-DB1F73120B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9839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FF05E-3752-4B6D-B592-DA43063D79E3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D9B7F-7643-47B4-BEAC-A0000C8EEF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14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ED8FD-2AA7-4F7B-BD27-08248F7DCB3D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4064B-D731-4CA3-90DD-1B3B42360D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6118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A20D1-00F3-457F-8C7A-5A113D89893F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48B0E4-32D1-4812-8C21-14AF893CE7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527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C5AD8-3490-4816-9693-6EE68F408B1C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0DA52-67F9-441B-922C-EFE852877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18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92507-46FC-4F00-8337-E393D724B255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004DA-DB23-498E-9DE8-581A8A336F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58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4B158-C484-481B-B8BC-42509BC03739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4ECD8F-5105-44E8-9C9F-CBCFD23B93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487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19335-5EB0-4AC7-85BA-0FF72A66FB12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8D72C-E83F-4F23-B5D1-E85FBA1032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322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3BB7C-2043-4530-A616-3DF8A2B6CE9D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59AAA-9093-458B-96FB-4D13106CE5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250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F2CAD6-E20A-49E7-87F7-63BD50E5C0F8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E729F-D5F4-4169-9BC7-3D9DDF2F4E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554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6DF98-B378-491D-8580-437B0A418412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896218-18C0-4CA5-B0C8-B559A81DAE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1586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03119-542A-4DB2-B1DE-096C7911EF4B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09BAB-41AB-4DE8-A919-B528B178CB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1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B7E22-D5F3-4512-99A2-B4A5E8567DE4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D3B85-61F9-4714-844C-AFA4F0F944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4611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8C8E5-84E8-42F6-BAB9-8EB5F59D9BA6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13C81-156C-4A24-96D0-487FBF229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3721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24F99-AB71-4E98-980A-AB460891332C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8ACE4-3D39-46BC-AEF6-39CC55AB4D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196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7EF1F-953E-495D-876A-6B07D860A78E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D5754-2CFE-43D9-82FE-3DFD5C055D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1155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4B34F-939A-482E-A185-53D640385C2E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78DCA-3AAE-4395-8C58-0C173CCC9A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4426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33B02-5937-4B25-BE3C-EAA2B3D9B4D4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799DB-7530-40C9-A64A-29E5FBAB4F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94763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A5487-31FB-49F8-A1D3-ABDF12762030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6CB90-A2F1-4F04-A5F1-ED0443960C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2839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2B823-CDB2-45FE-AEB7-2AFB81F99172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E3C56-70DA-447E-8C07-B2C031A44B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0125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11F52-91A0-4420-9478-AFF7E3D64928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48F0E-321D-494C-BF46-1F13DBD2CC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38609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A6EF3-9197-40A0-8BD3-BFE8E5FBB05A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F5356F-5E7F-48AF-9885-22B1499395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25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fld id="{D614283C-D237-47F3-8348-01A57FA8F919}" type="datetimeFigureOut">
              <a:rPr lang="en-US" smtClean="0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charset="0"/>
              </a:defRPr>
            </a:lvl1pPr>
          </a:lstStyle>
          <a:p>
            <a:pPr>
              <a:defRPr/>
            </a:pPr>
            <a:fld id="{1A4F1813-5380-4F5A-8ACC-1A28E1CB3A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83" r:id="rId2"/>
    <p:sldLayoutId id="2147483892" r:id="rId3"/>
    <p:sldLayoutId id="2147483884" r:id="rId4"/>
    <p:sldLayoutId id="2147483885" r:id="rId5"/>
    <p:sldLayoutId id="2147483886" r:id="rId6"/>
    <p:sldLayoutId id="2147483887" r:id="rId7"/>
    <p:sldLayoutId id="2147483893" r:id="rId8"/>
    <p:sldLayoutId id="2147483894" r:id="rId9"/>
    <p:sldLayoutId id="2147483888" r:id="rId10"/>
    <p:sldLayoutId id="2147483889" r:id="rId11"/>
    <p:sldLayoutId id="214748389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fld id="{78CE397A-1E01-41ED-962F-E52B2DD01A3F}" type="datetimeFigureOut">
              <a:rPr lang="en-US"/>
              <a:pPr>
                <a:defRPr/>
              </a:pPr>
              <a:t>6/25/2025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charset="0"/>
              </a:defRPr>
            </a:lvl1pPr>
          </a:lstStyle>
          <a:p>
            <a:pPr>
              <a:defRPr/>
            </a:pPr>
            <a:fld id="{601FDE00-A5F8-46C0-97A6-7C6A7D91D1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101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3"/>
          <p:cNvSpPr>
            <a:spLocks noGrp="1"/>
          </p:cNvSpPr>
          <p:nvPr>
            <p:ph type="title"/>
          </p:nvPr>
        </p:nvSpPr>
        <p:spPr>
          <a:xfrm>
            <a:off x="609600" y="1447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Preprocessing Part 2</a:t>
            </a:r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609600" y="3416300"/>
            <a:ext cx="7010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Franklin Gothic Book" panose="020B0503020102020204" pitchFamily="34" charset="0"/>
              </a:rPr>
              <a:t>OPIM 5604 – Predictive Modeling</a:t>
            </a:r>
            <a:endParaRPr lang="en-US" altLang="en-US" sz="2400" b="1" dirty="0">
              <a:solidFill>
                <a:schemeClr val="accent2"/>
              </a:solidFill>
              <a:latin typeface="Franklin Gothic Book" panose="020B05030201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Franklin Gothic Book" panose="020B0503020102020204" pitchFamily="34" charset="0"/>
              </a:rPr>
              <a:t>Jennifer Eigo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Module Topics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88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Cleaning data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Changing variable data types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Handling missing values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Handling outliers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Standardizing data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Transforming data</a:t>
            </a:r>
          </a:p>
          <a:p>
            <a:pPr eaLnBrk="1" hangingPunct="1"/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Data Reduction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Categorical reduction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Principal components analysis (PCA)</a:t>
            </a:r>
          </a:p>
          <a:p>
            <a:pPr eaLnBrk="1" hangingPunct="1"/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/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8767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Cleaning the Data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4025E-2AA3-1020-A966-C20F3CE0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E769402A-B8BE-F3AD-8379-7DCAD4E5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Variable Data Type Changes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A35155B1-CF7A-5ECE-B066-2D9AD32C680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077200" cy="44196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Check for numeric variables that are actually categorical in nature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Examples include zip code, month, binary indicators, any number that is code for a category, etc.  </a:t>
            </a:r>
          </a:p>
          <a:p>
            <a:pPr lvl="1" eaLnBrk="1" hangingPunct="1"/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625DD-A8CC-68A8-3B6E-3E088E3C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9750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Variable Data Type Changes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077200" cy="44196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Numeric to categorical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Most algorithms can handle numeric data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May occasionally need to “bin” into categories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Example – Convert Weight into ranges</a:t>
            </a:r>
          </a:p>
          <a:p>
            <a:pPr lvl="1" eaLnBrk="1" hangingPunct="1"/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dirty="0"/>
          </a:p>
        </p:txBody>
      </p:sp>
      <p:pic>
        <p:nvPicPr>
          <p:cNvPr id="1026" name="Picture 2" descr="Histogram of vehicle Weight with vertical lines separating the data into quartiles">
            <a:extLst>
              <a:ext uri="{FF2B5EF4-FFF2-40B4-BE49-F238E27FC236}">
                <a16:creationId xmlns:a16="http://schemas.microsoft.com/office/drawing/2014/main" id="{3C02ED09-08AC-59A5-EA34-22E89286B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40636"/>
            <a:ext cx="5054889" cy="325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r chart of Weight binned into light, mid-weight, and heavy">
            <a:extLst>
              <a:ext uri="{FF2B5EF4-FFF2-40B4-BE49-F238E27FC236}">
                <a16:creationId xmlns:a16="http://schemas.microsoft.com/office/drawing/2014/main" id="{91EA5AF8-7317-0919-598A-6B6ABD3B2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017" y="4084707"/>
            <a:ext cx="3819236" cy="258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BB74-C303-B631-B84D-5DAE2E24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2526C4A7-6116-23DC-B291-F3647A800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Variable Data Type Changes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74815391-D7DC-DA1D-CDEC-B28DFFAA72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8077200" cy="44196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Categorical to numeric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Some packages or software require conversion to binary dummy or indicator variables 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Number of dummies = number of categories – 1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Also called one-hot encoding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Example – Convert three fuel categories into two new indicator columns</a:t>
            </a:r>
          </a:p>
          <a:p>
            <a:pPr lvl="1" eaLnBrk="1" hangingPunct="1"/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36F4B-A690-C0EF-AF11-EF210215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DBC64C-1029-188E-5213-BD9337D4A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939487"/>
              </p:ext>
            </p:extLst>
          </p:nvPr>
        </p:nvGraphicFramePr>
        <p:xfrm>
          <a:off x="1524000" y="470712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394428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802724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310859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+mj-lt"/>
                        </a:rPr>
                        <a:t>Fuel_Type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Diesel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Petrol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177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Diesel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53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Petrol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994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CNG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j-lt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203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707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Handling Missing Data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3058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Most algorithms will either fail to run or will exclude missing data by default</a:t>
            </a:r>
          </a:p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Solution 1: Omission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If a small number of records have missing values, can drop them from your analysis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If many records are missing values on a small set of variables, can drop those variables 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If many records have missing values, omission is not practical</a:t>
            </a:r>
          </a:p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Solution 2: Imputation 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Replace missing values with reasonable substitutes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Lets you keep the record and use the rest of its (non-missing)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78A2-56C1-22FB-B98E-7F559F71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428A5989-4527-8636-C6AF-B6DAB99B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Handling Outliers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A3B9A3A5-40DD-2DF8-DE06-BCF05A72B20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3058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Outliers can skew results of some analyses</a:t>
            </a:r>
          </a:p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Solution 1: Omission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If a small number of records have extreme values, can drop them from your analysis</a:t>
            </a:r>
          </a:p>
          <a:p>
            <a:pPr marL="468312" indent="-285750" eaLnBrk="1" hangingPunct="1"/>
            <a:r>
              <a:rPr lang="en-US" altLang="en-US" dirty="0">
                <a:latin typeface="Franklin Gothic Book" panose="020B0503020102020204" pitchFamily="34" charset="0"/>
              </a:rPr>
              <a:t>Solution 2: Correction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Replace extreme values with reasonable substitutes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This is only practical in cases where it looks like a typo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Example – An age of 400 could probably be updated to 40</a:t>
            </a:r>
          </a:p>
          <a:p>
            <a:pPr marL="468312" indent="-285750" eaLnBrk="1" hangingPunct="1"/>
            <a:r>
              <a:rPr lang="en-US" altLang="en-US" sz="2400" dirty="0">
                <a:latin typeface="Franklin Gothic Book" panose="020B0503020102020204" pitchFamily="34" charset="0"/>
              </a:rPr>
              <a:t>Solution 3: Do nothing</a:t>
            </a:r>
          </a:p>
          <a:p>
            <a:pPr marL="742950" lvl="1" indent="-285750" eaLnBrk="1" hangingPunct="1"/>
            <a:r>
              <a:rPr lang="en-US" altLang="en-US" sz="2200" dirty="0">
                <a:latin typeface="Franklin Gothic Book" panose="020B0503020102020204" pitchFamily="34" charset="0"/>
              </a:rPr>
              <a:t>If the potential outlier is realistic and not too distant, you can try your analysis with the outlier included</a:t>
            </a:r>
          </a:p>
          <a:p>
            <a:pPr marL="468312" indent="-285750" eaLnBrk="1" hangingPunct="1"/>
            <a:r>
              <a:rPr lang="en-US" altLang="en-US" sz="2400" dirty="0">
                <a:latin typeface="Franklin Gothic Book" panose="020B0503020102020204" pitchFamily="34" charset="0"/>
              </a:rPr>
              <a:t>Solution 4: Transform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52FDE-1B71-1341-EE37-30D05EF8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8914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Standardizing Data	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Used in some techniques when variables with the largest scales would dominate and skew results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Puts all variables on same or similar scale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Standardizing function: Subtract mean and divide by standard deviation </a:t>
            </a:r>
          </a:p>
          <a:p>
            <a:pPr lvl="1"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Same as Z-score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Alternate function: Scale to 0-1 by subtracting minimum and dividing by the range</a:t>
            </a:r>
          </a:p>
          <a:p>
            <a:pPr marL="742950" lvl="1" indent="-285750" eaLnBrk="1" hangingPunct="1">
              <a:buFont typeface="Wingdings 2" charset="2"/>
              <a:buChar char=""/>
              <a:defRPr/>
            </a:pPr>
            <a:r>
              <a:rPr lang="en-US" altLang="en-US" sz="2200" dirty="0">
                <a:latin typeface="Franklin Gothic Book" charset="0"/>
              </a:rPr>
              <a:t>Useful when the data contain dummies and numeric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E646-9CDC-3AA3-CCC1-F6BA89EA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3E108BEE-EE2E-42B9-7255-1BB04A49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Standardizing Data	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61CD0551-FA4F-56B1-D49D-C79EA164BF9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sz="2200" dirty="0">
                <a:latin typeface="Franklin Gothic Book" charset="0"/>
              </a:rPr>
              <a:t>Note that the shape of the distribution didn’t change.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sz="2200" dirty="0">
                <a:latin typeface="Franklin Gothic Book" charset="0"/>
              </a:rPr>
              <a:t>Only the scale changes.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sz="2200" dirty="0">
                <a:latin typeface="Franklin Gothic Book" charset="0"/>
              </a:rPr>
              <a:t>For the Z-scores, the mean of the distribution is now 0 and the standard deviation is now 1.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sz="2200" dirty="0">
                <a:latin typeface="Franklin Gothic Book" charset="0"/>
              </a:rPr>
              <a:t>For the 0-1 scale, all the new values fall within that range.</a:t>
            </a:r>
          </a:p>
          <a:p>
            <a:pPr eaLnBrk="1" hangingPunct="1">
              <a:buFont typeface="Wingdings 2" charset="2"/>
              <a:buChar char=""/>
              <a:defRPr/>
            </a:pPr>
            <a:endParaRPr lang="en-US" altLang="en-US" sz="2200" dirty="0">
              <a:latin typeface="Franklin Gothic Book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52DA7-76B8-7B6F-5350-13D5BD34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 dirty="0"/>
          </a:p>
        </p:txBody>
      </p:sp>
      <p:pic>
        <p:nvPicPr>
          <p:cNvPr id="1026" name="Picture 2" descr="Three histograms showing the original KM distribution, KM standardized with Z-scores, and KM standardized with 0-1 range.">
            <a:extLst>
              <a:ext uri="{FF2B5EF4-FFF2-40B4-BE49-F238E27FC236}">
                <a16:creationId xmlns:a16="http://schemas.microsoft.com/office/drawing/2014/main" id="{A621C5E3-744B-45D4-CDC7-B1FAEFB54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" y="3703512"/>
            <a:ext cx="8961120" cy="245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79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Variable Transformation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C9EF-8F1F-2168-898D-B6BF1C636252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822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When the data is very skewed it can look like there are tons of outliers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In this case, instead of omitting tons of data, we can transform the distribution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This maintains the order of values, but changes the spread of the data</a:t>
            </a:r>
          </a:p>
          <a:p>
            <a:pPr eaLnBrk="1" hangingPunct="1">
              <a:buFont typeface="Wingdings 2" charset="2"/>
              <a:buChar char=""/>
              <a:defRPr/>
            </a:pPr>
            <a:r>
              <a:rPr lang="en-US" altLang="en-US" dirty="0">
                <a:latin typeface="Franklin Gothic Book" charset="0"/>
              </a:rPr>
              <a:t>Transforming gets the data closer to a normal distribution which some models require</a:t>
            </a:r>
          </a:p>
        </p:txBody>
      </p:sp>
    </p:spTree>
    <p:extLst>
      <p:ext uri="{BB962C8B-B14F-4D97-AF65-F5344CB8AC3E}">
        <p14:creationId xmlns:p14="http://schemas.microsoft.com/office/powerpoint/2010/main" val="186656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Old and New Distributions</a:t>
            </a:r>
          </a:p>
        </p:txBody>
      </p:sp>
      <p:pic>
        <p:nvPicPr>
          <p:cNvPr id="2054" name="Picture 6" descr="Two boxplots showing the original distribution of Weight and the transformed distribution of Weight.">
            <a:extLst>
              <a:ext uri="{FF2B5EF4-FFF2-40B4-BE49-F238E27FC236}">
                <a16:creationId xmlns:a16="http://schemas.microsoft.com/office/drawing/2014/main" id="{1CBC886D-C235-099F-A30A-1940D7B4A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4306380"/>
            <a:ext cx="8778240" cy="214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wo histograms showing the original distribution of Weight and the transformed distribution of Weight.">
            <a:extLst>
              <a:ext uri="{FF2B5EF4-FFF2-40B4-BE49-F238E27FC236}">
                <a16:creationId xmlns:a16="http://schemas.microsoft.com/office/drawing/2014/main" id="{39354038-3637-76E0-517B-E9C15A032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" y="1393318"/>
            <a:ext cx="8778240" cy="287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4816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Standardization vs Transform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88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Standardization doesn’t change the shape of the distribution, it only changes the scale</a:t>
            </a:r>
          </a:p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Transforming a variable changes </a:t>
            </a:r>
            <a:r>
              <a:rPr lang="en-US" altLang="en-US" b="1" dirty="0">
                <a:latin typeface="Franklin Gothic Book" panose="020B0503020102020204" pitchFamily="34" charset="0"/>
              </a:rPr>
              <a:t>both</a:t>
            </a:r>
            <a:r>
              <a:rPr lang="en-US" altLang="en-US" dirty="0">
                <a:latin typeface="Franklin Gothic Book" panose="020B0503020102020204" pitchFamily="34" charset="0"/>
              </a:rPr>
              <a:t> the scale and the shape of the distribution</a:t>
            </a:r>
          </a:p>
          <a:p>
            <a:pPr eaLnBrk="1" hangingPunct="1"/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8767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4621D-BC6C-64FB-C195-45A4B5E9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4FFB759C-30D9-4FF5-CF72-38C024713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Data Reduction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7E92A2-24A0-DAAE-29BF-7565C4BB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7246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 Reduction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88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Too many rows</a:t>
            </a:r>
          </a:p>
          <a:p>
            <a:pPr lvl="1" eaLnBrk="1" hangingPunct="1"/>
            <a:r>
              <a:rPr lang="en-US" altLang="en-US" dirty="0"/>
              <a:t>Computational burden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Choose a sample</a:t>
            </a:r>
          </a:p>
          <a:p>
            <a:pPr marL="319088" lvl="1" indent="0" eaLnBrk="1" hangingPunct="1">
              <a:buNone/>
            </a:pPr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/>
            <a:r>
              <a:rPr lang="en-US" altLang="en-US" dirty="0"/>
              <a:t>Too many variables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Redundant information</a:t>
            </a:r>
          </a:p>
          <a:p>
            <a:pPr lvl="1" eaLnBrk="1" hangingPunct="1"/>
            <a:r>
              <a:rPr lang="en-US" altLang="en-US" dirty="0"/>
              <a:t>Curse of dimensionality</a:t>
            </a:r>
          </a:p>
          <a:p>
            <a:pPr lvl="1" eaLnBrk="1" hangingPunct="1"/>
            <a:r>
              <a:rPr lang="en-US" altLang="en-US" dirty="0">
                <a:latin typeface="Franklin Gothic Book" panose="020B0503020102020204" pitchFamily="34" charset="0"/>
              </a:rPr>
              <a:t>Model complexity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68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Redundant Information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8800"/>
            <a:ext cx="4114800" cy="4572000"/>
          </a:xfrm>
        </p:spPr>
        <p:txBody>
          <a:bodyPr/>
          <a:lstStyle/>
          <a:p>
            <a:pPr eaLnBrk="1" hangingPunct="1"/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As X</a:t>
            </a:r>
            <a:r>
              <a:rPr lang="en-US" altLang="en-US" baseline="-25000" dirty="0">
                <a:latin typeface="Franklin Gothic Book" panose="020B0503020102020204" pitchFamily="34" charset="0"/>
              </a:rPr>
              <a:t>1</a:t>
            </a:r>
            <a:r>
              <a:rPr lang="en-US" altLang="en-US" dirty="0">
                <a:latin typeface="Franklin Gothic Book" panose="020B0503020102020204" pitchFamily="34" charset="0"/>
              </a:rPr>
              <a:t> increases, X</a:t>
            </a:r>
            <a:r>
              <a:rPr lang="en-US" altLang="en-US" baseline="-25000" dirty="0">
                <a:latin typeface="Franklin Gothic Book" panose="020B0503020102020204" pitchFamily="34" charset="0"/>
              </a:rPr>
              <a:t>2</a:t>
            </a:r>
            <a:r>
              <a:rPr lang="en-US" altLang="en-US" dirty="0">
                <a:latin typeface="Franklin Gothic Book" panose="020B0503020102020204" pitchFamily="34" charset="0"/>
              </a:rPr>
              <a:t> also increases</a:t>
            </a:r>
          </a:p>
          <a:p>
            <a:pPr eaLnBrk="1" hangingPunct="1"/>
            <a:r>
              <a:rPr lang="en-US" altLang="en-US" dirty="0"/>
              <a:t>Both variables have the same information to contribute to a model</a:t>
            </a:r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6" name="Group 27" descr="Scatterplot of two predictor variables, X1 and X2, that demonstrate a strong positive correlation." title="Scatterplot"/>
          <p:cNvGrpSpPr>
            <a:grpSpLocks/>
          </p:cNvGrpSpPr>
          <p:nvPr/>
        </p:nvGrpSpPr>
        <p:grpSpPr bwMode="auto">
          <a:xfrm>
            <a:off x="4495800" y="1524000"/>
            <a:ext cx="4305300" cy="4610100"/>
            <a:chOff x="114300" y="1371600"/>
            <a:chExt cx="4305300" cy="4610100"/>
          </a:xfrm>
        </p:grpSpPr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542925" y="1947863"/>
              <a:ext cx="3810000" cy="3657600"/>
            </a:xfrm>
            <a:prstGeom prst="rect">
              <a:avLst/>
            </a:prstGeom>
            <a:gradFill flip="none" rotWithShape="1">
              <a:gsLst>
                <a:gs pos="0">
                  <a:srgbClr val="666699">
                    <a:shade val="30000"/>
                    <a:satMod val="115000"/>
                  </a:srgbClr>
                </a:gs>
                <a:gs pos="50000">
                  <a:srgbClr val="666699">
                    <a:shade val="67500"/>
                    <a:satMod val="115000"/>
                  </a:srgbClr>
                </a:gs>
                <a:gs pos="100000">
                  <a:srgbClr val="666699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28575">
              <a:noFill/>
              <a:miter lim="800000"/>
              <a:headEnd/>
              <a:tailEnd type="none" w="med" len="lg"/>
            </a:ln>
            <a:effectLst>
              <a:outerShdw blurRad="1016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Text Box 307"/>
            <p:cNvSpPr txBox="1">
              <a:spLocks noChangeArrowheads="1"/>
            </p:cNvSpPr>
            <p:nvPr/>
          </p:nvSpPr>
          <p:spPr bwMode="auto">
            <a:xfrm>
              <a:off x="1354932" y="1371600"/>
              <a:ext cx="218598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Redundancy</a:t>
              </a:r>
            </a:p>
          </p:txBody>
        </p:sp>
        <p:sp>
          <p:nvSpPr>
            <p:cNvPr id="9" name="Text Box 32"/>
            <p:cNvSpPr txBox="1">
              <a:spLocks noChangeArrowheads="1"/>
            </p:cNvSpPr>
            <p:nvPr/>
          </p:nvSpPr>
          <p:spPr bwMode="auto">
            <a:xfrm>
              <a:off x="2133600" y="5584825"/>
              <a:ext cx="4175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B2B2B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x</a:t>
              </a:r>
              <a:r>
                <a:rPr kumimoji="0" lang="en-US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B2B2B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 Box 33"/>
            <p:cNvSpPr txBox="1">
              <a:spLocks noChangeArrowheads="1"/>
            </p:cNvSpPr>
            <p:nvPr/>
          </p:nvSpPr>
          <p:spPr bwMode="auto">
            <a:xfrm>
              <a:off x="114300" y="2133600"/>
              <a:ext cx="4175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1200" cap="none" spc="0" normalizeH="0" baseline="0" noProof="0">
                  <a:ln>
                    <a:noFill/>
                  </a:ln>
                  <a:solidFill>
                    <a:srgbClr val="B2B2B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x</a:t>
              </a:r>
              <a:r>
                <a:rPr kumimoji="0" lang="en-US" altLang="en-US" sz="2000" b="1" i="0" u="none" strike="noStrike" kern="1200" cap="none" spc="0" normalizeH="0" baseline="-25000" noProof="0">
                  <a:ln>
                    <a:noFill/>
                  </a:ln>
                  <a:solidFill>
                    <a:srgbClr val="B2B2B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2</a:t>
              </a:r>
            </a:p>
          </p:txBody>
        </p:sp>
        <p:pic>
          <p:nvPicPr>
            <p:cNvPr id="11" name="Picture 62" descr="dots.gif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8625" y="1771650"/>
              <a:ext cx="3990975" cy="4133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420512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Curse of Dimensionality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4294188"/>
            <a:ext cx="7124700" cy="2106612"/>
          </a:xfrm>
        </p:spPr>
        <p:txBody>
          <a:bodyPr/>
          <a:lstStyle/>
          <a:p>
            <a:pPr eaLnBrk="1" hangingPunct="1"/>
            <a:r>
              <a:rPr lang="en-US" altLang="en-US" dirty="0"/>
              <a:t>Each picture has 8 points</a:t>
            </a:r>
          </a:p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As dimensions increase, the </a:t>
            </a:r>
            <a:br>
              <a:rPr lang="en-US" altLang="en-US" dirty="0">
                <a:latin typeface="Franklin Gothic Book" panose="020B0503020102020204" pitchFamily="34" charset="0"/>
              </a:rPr>
            </a:br>
            <a:r>
              <a:rPr lang="en-US" altLang="en-US" dirty="0">
                <a:latin typeface="Franklin Gothic Book" panose="020B0503020102020204" pitchFamily="34" charset="0"/>
              </a:rPr>
              <a:t>dataspace that the points occupy increases and becomes more sparse </a:t>
            </a:r>
          </a:p>
          <a:p>
            <a:pPr eaLnBrk="1" hangingPunct="1"/>
            <a:r>
              <a:rPr lang="en-US" altLang="en-US" dirty="0"/>
              <a:t>This </a:t>
            </a:r>
            <a:r>
              <a:rPr lang="en-US" altLang="en-US" dirty="0">
                <a:latin typeface="Franklin Gothic Book" panose="020B0503020102020204" pitchFamily="34" charset="0"/>
              </a:rPr>
              <a:t>makes accurate predictions harder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3" name="Group 2" descr="There are three pictures, each with 8 blue dots in them.  The first is a 1-D line with 8 points.  The second is a 2-D square with 8 points spread out in the square.  The third is 3-D cube with 8 points spread out in the cube.  " title="Multi-dimensional space"/>
          <p:cNvGrpSpPr/>
          <p:nvPr/>
        </p:nvGrpSpPr>
        <p:grpSpPr>
          <a:xfrm>
            <a:off x="1028700" y="1524000"/>
            <a:ext cx="7729538" cy="4419600"/>
            <a:chOff x="1028700" y="1524000"/>
            <a:chExt cx="7729538" cy="4419600"/>
          </a:xfrm>
        </p:grpSpPr>
        <p:sp>
          <p:nvSpPr>
            <p:cNvPr id="12" name="AutoShape 5"/>
            <p:cNvSpPr>
              <a:spLocks noChangeArrowheads="1"/>
            </p:cNvSpPr>
            <p:nvPr/>
          </p:nvSpPr>
          <p:spPr bwMode="auto">
            <a:xfrm>
              <a:off x="5905500" y="2895600"/>
              <a:ext cx="2667000" cy="2667000"/>
            </a:xfrm>
            <a:prstGeom prst="cube">
              <a:avLst>
                <a:gd name="adj" fmla="val 25000"/>
              </a:avLst>
            </a:prstGeom>
            <a:solidFill>
              <a:srgbClr val="DDDDDD"/>
            </a:solidFill>
            <a:ln w="28575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3" name="Line 6"/>
            <p:cNvSpPr>
              <a:spLocks noChangeShapeType="1"/>
            </p:cNvSpPr>
            <p:nvPr/>
          </p:nvSpPr>
          <p:spPr bwMode="auto">
            <a:xfrm>
              <a:off x="1028700" y="1600200"/>
              <a:ext cx="1981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Oval 7"/>
            <p:cNvSpPr>
              <a:spLocks noChangeArrowheads="1"/>
            </p:cNvSpPr>
            <p:nvPr/>
          </p:nvSpPr>
          <p:spPr bwMode="auto">
            <a:xfrm>
              <a:off x="6896100" y="4419600"/>
              <a:ext cx="152400" cy="152400"/>
            </a:xfrm>
            <a:prstGeom prst="ellipse">
              <a:avLst/>
            </a:prstGeom>
            <a:solidFill>
              <a:srgbClr val="3333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5" name="Oval 8"/>
            <p:cNvSpPr>
              <a:spLocks noChangeArrowheads="1"/>
            </p:cNvSpPr>
            <p:nvPr/>
          </p:nvSpPr>
          <p:spPr bwMode="auto">
            <a:xfrm>
              <a:off x="6362700" y="4979988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3467100" y="1600200"/>
              <a:ext cx="1981200" cy="1981200"/>
            </a:xfrm>
            <a:prstGeom prst="rect">
              <a:avLst/>
            </a:prstGeom>
            <a:solidFill>
              <a:srgbClr val="DDDDDD"/>
            </a:solidFill>
            <a:ln w="28575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7" name="Oval 10"/>
            <p:cNvSpPr>
              <a:spLocks noChangeArrowheads="1"/>
            </p:cNvSpPr>
            <p:nvPr/>
          </p:nvSpPr>
          <p:spPr bwMode="auto">
            <a:xfrm>
              <a:off x="1143000" y="1524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8" name="Oval 11"/>
            <p:cNvSpPr>
              <a:spLocks noChangeArrowheads="1"/>
            </p:cNvSpPr>
            <p:nvPr/>
          </p:nvSpPr>
          <p:spPr bwMode="auto">
            <a:xfrm>
              <a:off x="1600200" y="1524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9" name="Oval 12"/>
            <p:cNvSpPr>
              <a:spLocks noChangeArrowheads="1"/>
            </p:cNvSpPr>
            <p:nvPr/>
          </p:nvSpPr>
          <p:spPr bwMode="auto">
            <a:xfrm>
              <a:off x="2057400" y="1524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0" name="Oval 13"/>
            <p:cNvSpPr>
              <a:spLocks noChangeArrowheads="1"/>
            </p:cNvSpPr>
            <p:nvPr/>
          </p:nvSpPr>
          <p:spPr bwMode="auto">
            <a:xfrm>
              <a:off x="2514600" y="1524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1" name="Oval 14"/>
            <p:cNvSpPr>
              <a:spLocks noChangeArrowheads="1"/>
            </p:cNvSpPr>
            <p:nvPr/>
          </p:nvSpPr>
          <p:spPr bwMode="auto">
            <a:xfrm>
              <a:off x="3848100" y="19812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2" name="Oval 15"/>
            <p:cNvSpPr>
              <a:spLocks noChangeArrowheads="1"/>
            </p:cNvSpPr>
            <p:nvPr/>
          </p:nvSpPr>
          <p:spPr bwMode="auto">
            <a:xfrm>
              <a:off x="4381500" y="19812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3" name="Oval 16"/>
            <p:cNvSpPr>
              <a:spLocks noChangeArrowheads="1"/>
            </p:cNvSpPr>
            <p:nvPr/>
          </p:nvSpPr>
          <p:spPr bwMode="auto">
            <a:xfrm>
              <a:off x="7962900" y="4419600"/>
              <a:ext cx="152400" cy="152400"/>
            </a:xfrm>
            <a:prstGeom prst="ellipse">
              <a:avLst/>
            </a:prstGeom>
            <a:solidFill>
              <a:srgbClr val="3333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4" name="Oval 17"/>
            <p:cNvSpPr>
              <a:spLocks noChangeArrowheads="1"/>
            </p:cNvSpPr>
            <p:nvPr/>
          </p:nvSpPr>
          <p:spPr bwMode="auto">
            <a:xfrm>
              <a:off x="7429500" y="5056188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5" name="Oval 18"/>
            <p:cNvSpPr>
              <a:spLocks noChangeArrowheads="1"/>
            </p:cNvSpPr>
            <p:nvPr/>
          </p:nvSpPr>
          <p:spPr bwMode="auto">
            <a:xfrm>
              <a:off x="6896100" y="3276600"/>
              <a:ext cx="152400" cy="152400"/>
            </a:xfrm>
            <a:prstGeom prst="ellipse">
              <a:avLst/>
            </a:prstGeom>
            <a:solidFill>
              <a:srgbClr val="3333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6" name="Oval 19"/>
            <p:cNvSpPr>
              <a:spLocks noChangeArrowheads="1"/>
            </p:cNvSpPr>
            <p:nvPr/>
          </p:nvSpPr>
          <p:spPr bwMode="auto">
            <a:xfrm>
              <a:off x="6362700" y="3913188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7" name="Oval 20"/>
            <p:cNvSpPr>
              <a:spLocks noChangeArrowheads="1"/>
            </p:cNvSpPr>
            <p:nvPr/>
          </p:nvSpPr>
          <p:spPr bwMode="auto">
            <a:xfrm>
              <a:off x="7962900" y="3276600"/>
              <a:ext cx="152400" cy="152400"/>
            </a:xfrm>
            <a:prstGeom prst="ellipse">
              <a:avLst/>
            </a:prstGeom>
            <a:solidFill>
              <a:srgbClr val="3333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8" name="Oval 21"/>
            <p:cNvSpPr>
              <a:spLocks noChangeArrowheads="1"/>
            </p:cNvSpPr>
            <p:nvPr/>
          </p:nvSpPr>
          <p:spPr bwMode="auto">
            <a:xfrm>
              <a:off x="7429500" y="3913188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9" name="Oval 22"/>
            <p:cNvSpPr>
              <a:spLocks noChangeArrowheads="1"/>
            </p:cNvSpPr>
            <p:nvPr/>
          </p:nvSpPr>
          <p:spPr bwMode="auto">
            <a:xfrm>
              <a:off x="4076700" y="25146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0" name="Oval 23"/>
            <p:cNvSpPr>
              <a:spLocks noChangeArrowheads="1"/>
            </p:cNvSpPr>
            <p:nvPr/>
          </p:nvSpPr>
          <p:spPr bwMode="auto">
            <a:xfrm>
              <a:off x="4686300" y="25146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1" name="Oval 24"/>
            <p:cNvSpPr>
              <a:spLocks noChangeArrowheads="1"/>
            </p:cNvSpPr>
            <p:nvPr/>
          </p:nvSpPr>
          <p:spPr bwMode="auto">
            <a:xfrm>
              <a:off x="4914900" y="19812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2" name="Oval 25"/>
            <p:cNvSpPr>
              <a:spLocks noChangeArrowheads="1"/>
            </p:cNvSpPr>
            <p:nvPr/>
          </p:nvSpPr>
          <p:spPr bwMode="auto">
            <a:xfrm>
              <a:off x="1371600" y="1524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3" name="Oval 26"/>
            <p:cNvSpPr>
              <a:spLocks noChangeArrowheads="1"/>
            </p:cNvSpPr>
            <p:nvPr/>
          </p:nvSpPr>
          <p:spPr bwMode="auto">
            <a:xfrm>
              <a:off x="1828800" y="1524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4" name="Oval 27"/>
            <p:cNvSpPr>
              <a:spLocks noChangeArrowheads="1"/>
            </p:cNvSpPr>
            <p:nvPr/>
          </p:nvSpPr>
          <p:spPr bwMode="auto">
            <a:xfrm>
              <a:off x="2286000" y="1524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5" name="Oval 28"/>
            <p:cNvSpPr>
              <a:spLocks noChangeArrowheads="1"/>
            </p:cNvSpPr>
            <p:nvPr/>
          </p:nvSpPr>
          <p:spPr bwMode="auto">
            <a:xfrm>
              <a:off x="2743200" y="1524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6" name="Oval 29"/>
            <p:cNvSpPr>
              <a:spLocks noChangeArrowheads="1"/>
            </p:cNvSpPr>
            <p:nvPr/>
          </p:nvSpPr>
          <p:spPr bwMode="auto">
            <a:xfrm>
              <a:off x="3848100" y="3048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7" name="Oval 30"/>
            <p:cNvSpPr>
              <a:spLocks noChangeArrowheads="1"/>
            </p:cNvSpPr>
            <p:nvPr/>
          </p:nvSpPr>
          <p:spPr bwMode="auto">
            <a:xfrm>
              <a:off x="4381500" y="3048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8" name="Oval 31"/>
            <p:cNvSpPr>
              <a:spLocks noChangeArrowheads="1"/>
            </p:cNvSpPr>
            <p:nvPr/>
          </p:nvSpPr>
          <p:spPr bwMode="auto">
            <a:xfrm>
              <a:off x="4914900" y="3048000"/>
              <a:ext cx="152400" cy="152400"/>
            </a:xfrm>
            <a:prstGeom prst="ellipse">
              <a:avLst/>
            </a:prstGeom>
            <a:solidFill>
              <a:srgbClr val="3333FF"/>
            </a:solidFill>
            <a:ln w="9525">
              <a:solidFill>
                <a:srgbClr val="3333FF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1619250" y="1773238"/>
              <a:ext cx="7191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696464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1–D</a:t>
              </a:r>
            </a:p>
          </p:txBody>
        </p:sp>
        <p:sp>
          <p:nvSpPr>
            <p:cNvPr id="40" name="Text Box 33"/>
            <p:cNvSpPr txBox="1">
              <a:spLocks noChangeArrowheads="1"/>
            </p:cNvSpPr>
            <p:nvPr/>
          </p:nvSpPr>
          <p:spPr bwMode="auto">
            <a:xfrm>
              <a:off x="3375025" y="3678238"/>
              <a:ext cx="7191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696464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2–D</a:t>
              </a: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8039100" y="5424488"/>
              <a:ext cx="7191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696464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3–D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7241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Model Complexity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417638"/>
            <a:ext cx="7772400" cy="4983162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Franklin Gothic Book" panose="020B0503020102020204" pitchFamily="34" charset="0"/>
              </a:rPr>
              <a:t>Good rule of thumb: at least 10 records for each predictor variable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Too many variables </a:t>
            </a:r>
            <a:r>
              <a:rPr lang="en-US" altLang="en-US" dirty="0">
                <a:sym typeface="Wingdings" panose="05000000000000000000" pitchFamily="2" charset="2"/>
              </a:rPr>
              <a:t> Model is too 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complex  Model does not work well </a:t>
            </a:r>
            <a:br>
              <a:rPr lang="en-US" altLang="en-US" dirty="0">
                <a:sym typeface="Wingdings" panose="05000000000000000000" pitchFamily="2" charset="2"/>
              </a:rPr>
            </a:br>
            <a:r>
              <a:rPr lang="en-US" altLang="en-US" dirty="0">
                <a:sym typeface="Wingdings" panose="05000000000000000000" pitchFamily="2" charset="2"/>
              </a:rPr>
              <a:t>on new data</a:t>
            </a:r>
          </a:p>
          <a:p>
            <a:pPr eaLnBrk="1" hangingPunct="1"/>
            <a:r>
              <a:rPr lang="en-US" altLang="en-US" dirty="0">
                <a:latin typeface="Franklin Gothic Book" panose="020B0503020102020204" pitchFamily="34" charset="0"/>
                <a:sym typeface="Wingdings" panose="05000000000000000000" pitchFamily="2" charset="2"/>
              </a:rPr>
              <a:t>Too few variables  Not enough predictive power</a:t>
            </a:r>
            <a:endParaRPr lang="en-US" altLang="en-US" dirty="0">
              <a:latin typeface="Franklin Gothic Book" panose="020B05030201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2" name="Group 1" descr="There are many points scatter on the screen with a squigly red line that goes through many of them that represents too complx of a model.  There is also a straight grey line that only goes through a few of the points that represents too simple of a model." title="Model Compexity"/>
          <p:cNvGrpSpPr/>
          <p:nvPr/>
        </p:nvGrpSpPr>
        <p:grpSpPr>
          <a:xfrm>
            <a:off x="2362200" y="1949450"/>
            <a:ext cx="6608762" cy="4489450"/>
            <a:chOff x="2278063" y="2381997"/>
            <a:chExt cx="6608762" cy="4489450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479675" y="2540747"/>
              <a:ext cx="3848100" cy="2557462"/>
            </a:xfrm>
            <a:custGeom>
              <a:avLst/>
              <a:gdLst>
                <a:gd name="T0" fmla="*/ 0 w 9697"/>
                <a:gd name="T1" fmla="*/ 2147483647 h 6441"/>
                <a:gd name="T2" fmla="*/ 2147483647 w 9697"/>
                <a:gd name="T3" fmla="*/ 2147483647 h 6441"/>
                <a:gd name="T4" fmla="*/ 2147483647 w 9697"/>
                <a:gd name="T5" fmla="*/ 2147483647 h 6441"/>
                <a:gd name="T6" fmla="*/ 2147483647 w 9697"/>
                <a:gd name="T7" fmla="*/ 2147483647 h 6441"/>
                <a:gd name="T8" fmla="*/ 2147483647 w 9697"/>
                <a:gd name="T9" fmla="*/ 2147483647 h 6441"/>
                <a:gd name="T10" fmla="*/ 2147483647 w 9697"/>
                <a:gd name="T11" fmla="*/ 2147483647 h 6441"/>
                <a:gd name="T12" fmla="*/ 2147483647 w 9697"/>
                <a:gd name="T13" fmla="*/ 2147483647 h 6441"/>
                <a:gd name="T14" fmla="*/ 2147483647 w 9697"/>
                <a:gd name="T15" fmla="*/ 2147483647 h 6441"/>
                <a:gd name="T16" fmla="*/ 2147483647 w 9697"/>
                <a:gd name="T17" fmla="*/ 2147483647 h 6441"/>
                <a:gd name="T18" fmla="*/ 2147483647 w 9697"/>
                <a:gd name="T19" fmla="*/ 2147483647 h 6441"/>
                <a:gd name="T20" fmla="*/ 2147483647 w 9697"/>
                <a:gd name="T21" fmla="*/ 2147483647 h 6441"/>
                <a:gd name="T22" fmla="*/ 2147483647 w 9697"/>
                <a:gd name="T23" fmla="*/ 2147483647 h 6441"/>
                <a:gd name="T24" fmla="*/ 2147483647 w 9697"/>
                <a:gd name="T25" fmla="*/ 2147483647 h 6441"/>
                <a:gd name="T26" fmla="*/ 2147483647 w 9697"/>
                <a:gd name="T27" fmla="*/ 2147483647 h 6441"/>
                <a:gd name="T28" fmla="*/ 2147483647 w 9697"/>
                <a:gd name="T29" fmla="*/ 2147483647 h 6441"/>
                <a:gd name="T30" fmla="*/ 2147483647 w 9697"/>
                <a:gd name="T31" fmla="*/ 2147483647 h 6441"/>
                <a:gd name="T32" fmla="*/ 2147483647 w 9697"/>
                <a:gd name="T33" fmla="*/ 2147483647 h 6441"/>
                <a:gd name="T34" fmla="*/ 2147483647 w 9697"/>
                <a:gd name="T35" fmla="*/ 2147483647 h 6441"/>
                <a:gd name="T36" fmla="*/ 2147483647 w 9697"/>
                <a:gd name="T37" fmla="*/ 2147483647 h 6441"/>
                <a:gd name="T38" fmla="*/ 2147483647 w 9697"/>
                <a:gd name="T39" fmla="*/ 2147483647 h 6441"/>
                <a:gd name="T40" fmla="*/ 2147483647 w 9697"/>
                <a:gd name="T41" fmla="*/ 2147483647 h 6441"/>
                <a:gd name="T42" fmla="*/ 2147483647 w 9697"/>
                <a:gd name="T43" fmla="*/ 2147483647 h 6441"/>
                <a:gd name="T44" fmla="*/ 2147483647 w 9697"/>
                <a:gd name="T45" fmla="*/ 2147483647 h 6441"/>
                <a:gd name="T46" fmla="*/ 2147483647 w 9697"/>
                <a:gd name="T47" fmla="*/ 2147483647 h 6441"/>
                <a:gd name="T48" fmla="*/ 2147483647 w 9697"/>
                <a:gd name="T49" fmla="*/ 2147483647 h 6441"/>
                <a:gd name="T50" fmla="*/ 2147483647 w 9697"/>
                <a:gd name="T51" fmla="*/ 2147483647 h 6441"/>
                <a:gd name="T52" fmla="*/ 2147483647 w 9697"/>
                <a:gd name="T53" fmla="*/ 2147483647 h 6441"/>
                <a:gd name="T54" fmla="*/ 2147483647 w 9697"/>
                <a:gd name="T55" fmla="*/ 2147483647 h 6441"/>
                <a:gd name="T56" fmla="*/ 2147483647 w 9697"/>
                <a:gd name="T57" fmla="*/ 2147483647 h 6441"/>
                <a:gd name="T58" fmla="*/ 2147483647 w 9697"/>
                <a:gd name="T59" fmla="*/ 2147483647 h 6441"/>
                <a:gd name="T60" fmla="*/ 2147483647 w 9697"/>
                <a:gd name="T61" fmla="*/ 2147483647 h 6441"/>
                <a:gd name="T62" fmla="*/ 2147483647 w 9697"/>
                <a:gd name="T63" fmla="*/ 2147483647 h 6441"/>
                <a:gd name="T64" fmla="*/ 2147483647 w 9697"/>
                <a:gd name="T65" fmla="*/ 2147483647 h 6441"/>
                <a:gd name="T66" fmla="*/ 2147483647 w 9697"/>
                <a:gd name="T67" fmla="*/ 2147483647 h 6441"/>
                <a:gd name="T68" fmla="*/ 2147483647 w 9697"/>
                <a:gd name="T69" fmla="*/ 2147483647 h 6441"/>
                <a:gd name="T70" fmla="*/ 2147483647 w 9697"/>
                <a:gd name="T71" fmla="*/ 2147483647 h 6441"/>
                <a:gd name="T72" fmla="*/ 2147483647 w 9697"/>
                <a:gd name="T73" fmla="*/ 0 h 6441"/>
                <a:gd name="T74" fmla="*/ 2147483647 w 9697"/>
                <a:gd name="T75" fmla="*/ 2147483647 h 6441"/>
                <a:gd name="T76" fmla="*/ 2147483647 w 9697"/>
                <a:gd name="T77" fmla="*/ 2147483647 h 6441"/>
                <a:gd name="T78" fmla="*/ 2147483647 w 9697"/>
                <a:gd name="T79" fmla="*/ 2147483647 h 6441"/>
                <a:gd name="T80" fmla="*/ 2147483647 w 9697"/>
                <a:gd name="T81" fmla="*/ 2147483647 h 6441"/>
                <a:gd name="T82" fmla="*/ 2147483647 w 9697"/>
                <a:gd name="T83" fmla="*/ 2147483647 h 6441"/>
                <a:gd name="T84" fmla="*/ 2147483647 w 9697"/>
                <a:gd name="T85" fmla="*/ 2147483647 h 6441"/>
                <a:gd name="T86" fmla="*/ 2147483647 w 9697"/>
                <a:gd name="T87" fmla="*/ 2147483647 h 6441"/>
                <a:gd name="T88" fmla="*/ 2147483647 w 9697"/>
                <a:gd name="T89" fmla="*/ 2147483647 h 6441"/>
                <a:gd name="T90" fmla="*/ 2147483647 w 9697"/>
                <a:gd name="T91" fmla="*/ 2147483647 h 6441"/>
                <a:gd name="T92" fmla="*/ 2147483647 w 9697"/>
                <a:gd name="T93" fmla="*/ 2147483647 h 6441"/>
                <a:gd name="T94" fmla="*/ 2147483647 w 9697"/>
                <a:gd name="T95" fmla="*/ 2147483647 h 6441"/>
                <a:gd name="T96" fmla="*/ 2147483647 w 9697"/>
                <a:gd name="T97" fmla="*/ 2147483647 h 6441"/>
                <a:gd name="T98" fmla="*/ 2147483647 w 9697"/>
                <a:gd name="T99" fmla="*/ 2147483647 h 6441"/>
                <a:gd name="T100" fmla="*/ 2147483647 w 9697"/>
                <a:gd name="T101" fmla="*/ 2147483647 h 6441"/>
                <a:gd name="T102" fmla="*/ 2147483647 w 9697"/>
                <a:gd name="T103" fmla="*/ 2147483647 h 6441"/>
                <a:gd name="T104" fmla="*/ 2147483647 w 9697"/>
                <a:gd name="T105" fmla="*/ 2147483647 h 6441"/>
                <a:gd name="T106" fmla="*/ 2147483647 w 9697"/>
                <a:gd name="T107" fmla="*/ 2147483647 h 6441"/>
                <a:gd name="T108" fmla="*/ 2147483647 w 9697"/>
                <a:gd name="T109" fmla="*/ 2147483647 h 6441"/>
                <a:gd name="T110" fmla="*/ 2147483647 w 9697"/>
                <a:gd name="T111" fmla="*/ 2147483647 h 6441"/>
                <a:gd name="T112" fmla="*/ 2147483647 w 9697"/>
                <a:gd name="T113" fmla="*/ 2147483647 h 6441"/>
                <a:gd name="T114" fmla="*/ 2147483647 w 9697"/>
                <a:gd name="T115" fmla="*/ 2147483647 h 6441"/>
                <a:gd name="T116" fmla="*/ 2147483647 w 9697"/>
                <a:gd name="T117" fmla="*/ 2147483647 h 6441"/>
                <a:gd name="T118" fmla="*/ 2147483647 w 9697"/>
                <a:gd name="T119" fmla="*/ 2147483647 h 6441"/>
                <a:gd name="T120" fmla="*/ 2147483647 w 9697"/>
                <a:gd name="T121" fmla="*/ 2147483647 h 6441"/>
                <a:gd name="T122" fmla="*/ 2147483647 w 9697"/>
                <a:gd name="T123" fmla="*/ 2147483647 h 6441"/>
                <a:gd name="T124" fmla="*/ 2147483647 w 9697"/>
                <a:gd name="T125" fmla="*/ 2147483647 h 644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9697"/>
                <a:gd name="T190" fmla="*/ 0 h 6441"/>
                <a:gd name="T191" fmla="*/ 9697 w 9697"/>
                <a:gd name="T192" fmla="*/ 6441 h 644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9697" h="6441">
                  <a:moveTo>
                    <a:pt x="0" y="2422"/>
                  </a:moveTo>
                  <a:lnTo>
                    <a:pt x="157" y="2756"/>
                  </a:lnTo>
                  <a:lnTo>
                    <a:pt x="313" y="3065"/>
                  </a:lnTo>
                  <a:lnTo>
                    <a:pt x="470" y="3286"/>
                  </a:lnTo>
                  <a:lnTo>
                    <a:pt x="626" y="3197"/>
                  </a:lnTo>
                  <a:lnTo>
                    <a:pt x="782" y="2671"/>
                  </a:lnTo>
                  <a:lnTo>
                    <a:pt x="938" y="2100"/>
                  </a:lnTo>
                  <a:lnTo>
                    <a:pt x="1096" y="1897"/>
                  </a:lnTo>
                  <a:lnTo>
                    <a:pt x="1252" y="2023"/>
                  </a:lnTo>
                  <a:lnTo>
                    <a:pt x="1408" y="2318"/>
                  </a:lnTo>
                  <a:lnTo>
                    <a:pt x="1564" y="2570"/>
                  </a:lnTo>
                  <a:lnTo>
                    <a:pt x="1721" y="2616"/>
                  </a:lnTo>
                  <a:lnTo>
                    <a:pt x="1877" y="2509"/>
                  </a:lnTo>
                  <a:lnTo>
                    <a:pt x="2034" y="2346"/>
                  </a:lnTo>
                  <a:lnTo>
                    <a:pt x="2190" y="2168"/>
                  </a:lnTo>
                  <a:lnTo>
                    <a:pt x="2347" y="2010"/>
                  </a:lnTo>
                  <a:lnTo>
                    <a:pt x="2503" y="1933"/>
                  </a:lnTo>
                  <a:lnTo>
                    <a:pt x="2659" y="1967"/>
                  </a:lnTo>
                  <a:lnTo>
                    <a:pt x="2815" y="1996"/>
                  </a:lnTo>
                  <a:lnTo>
                    <a:pt x="2973" y="1907"/>
                  </a:lnTo>
                  <a:lnTo>
                    <a:pt x="3129" y="1738"/>
                  </a:lnTo>
                  <a:lnTo>
                    <a:pt x="3285" y="1569"/>
                  </a:lnTo>
                  <a:lnTo>
                    <a:pt x="3441" y="1487"/>
                  </a:lnTo>
                  <a:lnTo>
                    <a:pt x="3598" y="1555"/>
                  </a:lnTo>
                  <a:lnTo>
                    <a:pt x="3754" y="1722"/>
                  </a:lnTo>
                  <a:lnTo>
                    <a:pt x="3910" y="1897"/>
                  </a:lnTo>
                  <a:lnTo>
                    <a:pt x="4067" y="1945"/>
                  </a:lnTo>
                  <a:lnTo>
                    <a:pt x="4224" y="1777"/>
                  </a:lnTo>
                  <a:lnTo>
                    <a:pt x="4380" y="1499"/>
                  </a:lnTo>
                  <a:lnTo>
                    <a:pt x="4536" y="1245"/>
                  </a:lnTo>
                  <a:lnTo>
                    <a:pt x="4692" y="1021"/>
                  </a:lnTo>
                  <a:lnTo>
                    <a:pt x="4849" y="810"/>
                  </a:lnTo>
                  <a:lnTo>
                    <a:pt x="5006" y="628"/>
                  </a:lnTo>
                  <a:lnTo>
                    <a:pt x="5162" y="484"/>
                  </a:lnTo>
                  <a:lnTo>
                    <a:pt x="5318" y="327"/>
                  </a:lnTo>
                  <a:lnTo>
                    <a:pt x="5475" y="129"/>
                  </a:lnTo>
                  <a:lnTo>
                    <a:pt x="5631" y="0"/>
                  </a:lnTo>
                  <a:lnTo>
                    <a:pt x="5787" y="59"/>
                  </a:lnTo>
                  <a:lnTo>
                    <a:pt x="5944" y="312"/>
                  </a:lnTo>
                  <a:lnTo>
                    <a:pt x="6101" y="699"/>
                  </a:lnTo>
                  <a:lnTo>
                    <a:pt x="6257" y="1021"/>
                  </a:lnTo>
                  <a:lnTo>
                    <a:pt x="6413" y="1116"/>
                  </a:lnTo>
                  <a:lnTo>
                    <a:pt x="6569" y="1104"/>
                  </a:lnTo>
                  <a:lnTo>
                    <a:pt x="6726" y="1150"/>
                  </a:lnTo>
                  <a:lnTo>
                    <a:pt x="6883" y="1313"/>
                  </a:lnTo>
                  <a:lnTo>
                    <a:pt x="7039" y="1595"/>
                  </a:lnTo>
                  <a:lnTo>
                    <a:pt x="7195" y="1879"/>
                  </a:lnTo>
                  <a:lnTo>
                    <a:pt x="7352" y="2060"/>
                  </a:lnTo>
                  <a:lnTo>
                    <a:pt x="7508" y="2235"/>
                  </a:lnTo>
                  <a:lnTo>
                    <a:pt x="7664" y="2498"/>
                  </a:lnTo>
                  <a:lnTo>
                    <a:pt x="7821" y="2749"/>
                  </a:lnTo>
                  <a:lnTo>
                    <a:pt x="7978" y="2907"/>
                  </a:lnTo>
                  <a:lnTo>
                    <a:pt x="8134" y="3155"/>
                  </a:lnTo>
                  <a:lnTo>
                    <a:pt x="8290" y="3652"/>
                  </a:lnTo>
                  <a:lnTo>
                    <a:pt x="8446" y="4180"/>
                  </a:lnTo>
                  <a:lnTo>
                    <a:pt x="8603" y="4486"/>
                  </a:lnTo>
                  <a:lnTo>
                    <a:pt x="8760" y="4570"/>
                  </a:lnTo>
                  <a:lnTo>
                    <a:pt x="8916" y="4529"/>
                  </a:lnTo>
                  <a:lnTo>
                    <a:pt x="9072" y="4613"/>
                  </a:lnTo>
                  <a:lnTo>
                    <a:pt x="9229" y="5019"/>
                  </a:lnTo>
                  <a:lnTo>
                    <a:pt x="9385" y="5578"/>
                  </a:lnTo>
                  <a:lnTo>
                    <a:pt x="9541" y="6074"/>
                  </a:lnTo>
                  <a:lnTo>
                    <a:pt x="9697" y="644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round/>
              <a:headEnd/>
              <a:tailEnd/>
            </a:ln>
            <a:effectLst>
              <a:outerShdw blurRad="889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6327775" y="4402884"/>
              <a:ext cx="2359025" cy="2085975"/>
            </a:xfrm>
            <a:custGeom>
              <a:avLst/>
              <a:gdLst>
                <a:gd name="T0" fmla="*/ 0 w 5945"/>
                <a:gd name="T1" fmla="*/ 2147483647 h 5256"/>
                <a:gd name="T2" fmla="*/ 2147483647 w 5945"/>
                <a:gd name="T3" fmla="*/ 2147483647 h 5256"/>
                <a:gd name="T4" fmla="*/ 2147483647 w 5945"/>
                <a:gd name="T5" fmla="*/ 2147483647 h 5256"/>
                <a:gd name="T6" fmla="*/ 2147483647 w 5945"/>
                <a:gd name="T7" fmla="*/ 2147483647 h 5256"/>
                <a:gd name="T8" fmla="*/ 2147483647 w 5945"/>
                <a:gd name="T9" fmla="*/ 2147483647 h 5256"/>
                <a:gd name="T10" fmla="*/ 2147483647 w 5945"/>
                <a:gd name="T11" fmla="*/ 2147483647 h 5256"/>
                <a:gd name="T12" fmla="*/ 2147483647 w 5945"/>
                <a:gd name="T13" fmla="*/ 2147483647 h 5256"/>
                <a:gd name="T14" fmla="*/ 2147483647 w 5945"/>
                <a:gd name="T15" fmla="*/ 2147483647 h 5256"/>
                <a:gd name="T16" fmla="*/ 2147483647 w 5945"/>
                <a:gd name="T17" fmla="*/ 2147483647 h 5256"/>
                <a:gd name="T18" fmla="*/ 2147483647 w 5945"/>
                <a:gd name="T19" fmla="*/ 2147483647 h 5256"/>
                <a:gd name="T20" fmla="*/ 2147483647 w 5945"/>
                <a:gd name="T21" fmla="*/ 2147483647 h 5256"/>
                <a:gd name="T22" fmla="*/ 2147483647 w 5945"/>
                <a:gd name="T23" fmla="*/ 2147483647 h 5256"/>
                <a:gd name="T24" fmla="*/ 2147483647 w 5945"/>
                <a:gd name="T25" fmla="*/ 2147483647 h 5256"/>
                <a:gd name="T26" fmla="*/ 2147483647 w 5945"/>
                <a:gd name="T27" fmla="*/ 2147483647 h 5256"/>
                <a:gd name="T28" fmla="*/ 2147483647 w 5945"/>
                <a:gd name="T29" fmla="*/ 2147483647 h 5256"/>
                <a:gd name="T30" fmla="*/ 2147483647 w 5945"/>
                <a:gd name="T31" fmla="*/ 2147483647 h 5256"/>
                <a:gd name="T32" fmla="*/ 2147483647 w 5945"/>
                <a:gd name="T33" fmla="*/ 2147483647 h 5256"/>
                <a:gd name="T34" fmla="*/ 2147483647 w 5945"/>
                <a:gd name="T35" fmla="*/ 2147483647 h 5256"/>
                <a:gd name="T36" fmla="*/ 2147483647 w 5945"/>
                <a:gd name="T37" fmla="*/ 2147483647 h 5256"/>
                <a:gd name="T38" fmla="*/ 2147483647 w 5945"/>
                <a:gd name="T39" fmla="*/ 2147483647 h 5256"/>
                <a:gd name="T40" fmla="*/ 2147483647 w 5945"/>
                <a:gd name="T41" fmla="*/ 2147483647 h 5256"/>
                <a:gd name="T42" fmla="*/ 2147483647 w 5945"/>
                <a:gd name="T43" fmla="*/ 2147483647 h 5256"/>
                <a:gd name="T44" fmla="*/ 2147483647 w 5945"/>
                <a:gd name="T45" fmla="*/ 2147483647 h 5256"/>
                <a:gd name="T46" fmla="*/ 2147483647 w 5945"/>
                <a:gd name="T47" fmla="*/ 2147483647 h 5256"/>
                <a:gd name="T48" fmla="*/ 2147483647 w 5945"/>
                <a:gd name="T49" fmla="*/ 2147483647 h 5256"/>
                <a:gd name="T50" fmla="*/ 2147483647 w 5945"/>
                <a:gd name="T51" fmla="*/ 2147483647 h 5256"/>
                <a:gd name="T52" fmla="*/ 2147483647 w 5945"/>
                <a:gd name="T53" fmla="*/ 2147483647 h 5256"/>
                <a:gd name="T54" fmla="*/ 2147483647 w 5945"/>
                <a:gd name="T55" fmla="*/ 2147483647 h 5256"/>
                <a:gd name="T56" fmla="*/ 2147483647 w 5945"/>
                <a:gd name="T57" fmla="*/ 2147483647 h 5256"/>
                <a:gd name="T58" fmla="*/ 2147483647 w 5945"/>
                <a:gd name="T59" fmla="*/ 2147483647 h 5256"/>
                <a:gd name="T60" fmla="*/ 2147483647 w 5945"/>
                <a:gd name="T61" fmla="*/ 2147483647 h 5256"/>
                <a:gd name="T62" fmla="*/ 2147483647 w 5945"/>
                <a:gd name="T63" fmla="*/ 2147483647 h 5256"/>
                <a:gd name="T64" fmla="*/ 2147483647 w 5945"/>
                <a:gd name="T65" fmla="*/ 2147483647 h 5256"/>
                <a:gd name="T66" fmla="*/ 2147483647 w 5945"/>
                <a:gd name="T67" fmla="*/ 2147483647 h 5256"/>
                <a:gd name="T68" fmla="*/ 2147483647 w 5945"/>
                <a:gd name="T69" fmla="*/ 2147483647 h 5256"/>
                <a:gd name="T70" fmla="*/ 2147483647 w 5945"/>
                <a:gd name="T71" fmla="*/ 2147483647 h 5256"/>
                <a:gd name="T72" fmla="*/ 2147483647 w 5945"/>
                <a:gd name="T73" fmla="*/ 2147483647 h 5256"/>
                <a:gd name="T74" fmla="*/ 2147483647 w 5945"/>
                <a:gd name="T75" fmla="*/ 2147483647 h 5256"/>
                <a:gd name="T76" fmla="*/ 2147483647 w 5945"/>
                <a:gd name="T77" fmla="*/ 0 h 525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5945"/>
                <a:gd name="T118" fmla="*/ 0 h 5256"/>
                <a:gd name="T119" fmla="*/ 5945 w 5945"/>
                <a:gd name="T120" fmla="*/ 5256 h 525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5945" h="5256">
                  <a:moveTo>
                    <a:pt x="0" y="1751"/>
                  </a:moveTo>
                  <a:lnTo>
                    <a:pt x="158" y="1980"/>
                  </a:lnTo>
                  <a:lnTo>
                    <a:pt x="314" y="2113"/>
                  </a:lnTo>
                  <a:lnTo>
                    <a:pt x="470" y="2200"/>
                  </a:lnTo>
                  <a:lnTo>
                    <a:pt x="626" y="2260"/>
                  </a:lnTo>
                  <a:lnTo>
                    <a:pt x="783" y="2310"/>
                  </a:lnTo>
                  <a:lnTo>
                    <a:pt x="939" y="2402"/>
                  </a:lnTo>
                  <a:lnTo>
                    <a:pt x="1096" y="2585"/>
                  </a:lnTo>
                  <a:lnTo>
                    <a:pt x="1253" y="2885"/>
                  </a:lnTo>
                  <a:lnTo>
                    <a:pt x="1409" y="3288"/>
                  </a:lnTo>
                  <a:lnTo>
                    <a:pt x="1565" y="3663"/>
                  </a:lnTo>
                  <a:lnTo>
                    <a:pt x="1721" y="3882"/>
                  </a:lnTo>
                  <a:lnTo>
                    <a:pt x="1878" y="3999"/>
                  </a:lnTo>
                  <a:lnTo>
                    <a:pt x="2035" y="4105"/>
                  </a:lnTo>
                  <a:lnTo>
                    <a:pt x="2191" y="4280"/>
                  </a:lnTo>
                  <a:lnTo>
                    <a:pt x="2347" y="4574"/>
                  </a:lnTo>
                  <a:lnTo>
                    <a:pt x="2504" y="4910"/>
                  </a:lnTo>
                  <a:lnTo>
                    <a:pt x="2660" y="5178"/>
                  </a:lnTo>
                  <a:lnTo>
                    <a:pt x="2816" y="5256"/>
                  </a:lnTo>
                  <a:lnTo>
                    <a:pt x="2973" y="5077"/>
                  </a:lnTo>
                  <a:lnTo>
                    <a:pt x="3130" y="4811"/>
                  </a:lnTo>
                  <a:lnTo>
                    <a:pt x="3286" y="4657"/>
                  </a:lnTo>
                  <a:lnTo>
                    <a:pt x="3442" y="4703"/>
                  </a:lnTo>
                  <a:lnTo>
                    <a:pt x="3598" y="4939"/>
                  </a:lnTo>
                  <a:lnTo>
                    <a:pt x="3755" y="5080"/>
                  </a:lnTo>
                  <a:lnTo>
                    <a:pt x="3912" y="4878"/>
                  </a:lnTo>
                  <a:lnTo>
                    <a:pt x="4068" y="4509"/>
                  </a:lnTo>
                  <a:lnTo>
                    <a:pt x="4224" y="4200"/>
                  </a:lnTo>
                  <a:lnTo>
                    <a:pt x="4381" y="3944"/>
                  </a:lnTo>
                  <a:lnTo>
                    <a:pt x="4537" y="3711"/>
                  </a:lnTo>
                  <a:lnTo>
                    <a:pt x="4693" y="3604"/>
                  </a:lnTo>
                  <a:lnTo>
                    <a:pt x="4850" y="3687"/>
                  </a:lnTo>
                  <a:lnTo>
                    <a:pt x="5007" y="3733"/>
                  </a:lnTo>
                  <a:lnTo>
                    <a:pt x="5163" y="3508"/>
                  </a:lnTo>
                  <a:lnTo>
                    <a:pt x="5319" y="3049"/>
                  </a:lnTo>
                  <a:lnTo>
                    <a:pt x="5475" y="2445"/>
                  </a:lnTo>
                  <a:lnTo>
                    <a:pt x="5632" y="1719"/>
                  </a:lnTo>
                  <a:lnTo>
                    <a:pt x="5788" y="888"/>
                  </a:lnTo>
                  <a:lnTo>
                    <a:pt x="5945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round/>
              <a:headEnd/>
              <a:tailEnd/>
            </a:ln>
            <a:effectLst>
              <a:outerShdw blurRad="889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2516188" y="3485309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10"/>
            <p:cNvSpPr>
              <a:spLocks/>
            </p:cNvSpPr>
            <p:nvPr/>
          </p:nvSpPr>
          <p:spPr bwMode="auto">
            <a:xfrm>
              <a:off x="2441575" y="3448797"/>
              <a:ext cx="74613" cy="74612"/>
            </a:xfrm>
            <a:custGeom>
              <a:avLst/>
              <a:gdLst>
                <a:gd name="T0" fmla="*/ 2147483646 w 191"/>
                <a:gd name="T1" fmla="*/ 2147483646 h 190"/>
                <a:gd name="T2" fmla="*/ 2147483646 w 191"/>
                <a:gd name="T3" fmla="*/ 2147483646 h 190"/>
                <a:gd name="T4" fmla="*/ 2147483646 w 191"/>
                <a:gd name="T5" fmla="*/ 2147483646 h 190"/>
                <a:gd name="T6" fmla="*/ 2147483646 w 191"/>
                <a:gd name="T7" fmla="*/ 2147483646 h 190"/>
                <a:gd name="T8" fmla="*/ 2147483646 w 191"/>
                <a:gd name="T9" fmla="*/ 2147483646 h 190"/>
                <a:gd name="T10" fmla="*/ 2147483646 w 191"/>
                <a:gd name="T11" fmla="*/ 2147483646 h 190"/>
                <a:gd name="T12" fmla="*/ 2147483646 w 191"/>
                <a:gd name="T13" fmla="*/ 2147483646 h 190"/>
                <a:gd name="T14" fmla="*/ 2147483646 w 191"/>
                <a:gd name="T15" fmla="*/ 2147483646 h 190"/>
                <a:gd name="T16" fmla="*/ 2147483646 w 191"/>
                <a:gd name="T17" fmla="*/ 2147483646 h 190"/>
                <a:gd name="T18" fmla="*/ 2147483646 w 191"/>
                <a:gd name="T19" fmla="*/ 0 h 190"/>
                <a:gd name="T20" fmla="*/ 2147483646 w 191"/>
                <a:gd name="T21" fmla="*/ 2147483646 h 190"/>
                <a:gd name="T22" fmla="*/ 2147483646 w 191"/>
                <a:gd name="T23" fmla="*/ 2147483646 h 190"/>
                <a:gd name="T24" fmla="*/ 2147483646 w 191"/>
                <a:gd name="T25" fmla="*/ 2147483646 h 190"/>
                <a:gd name="T26" fmla="*/ 2147483646 w 191"/>
                <a:gd name="T27" fmla="*/ 2147483646 h 190"/>
                <a:gd name="T28" fmla="*/ 2147483646 w 191"/>
                <a:gd name="T29" fmla="*/ 2147483646 h 190"/>
                <a:gd name="T30" fmla="*/ 2147483646 w 191"/>
                <a:gd name="T31" fmla="*/ 2147483646 h 190"/>
                <a:gd name="T32" fmla="*/ 2147483646 w 191"/>
                <a:gd name="T33" fmla="*/ 2147483646 h 190"/>
                <a:gd name="T34" fmla="*/ 2147483646 w 191"/>
                <a:gd name="T35" fmla="*/ 2147483646 h 190"/>
                <a:gd name="T36" fmla="*/ 0 w 191"/>
                <a:gd name="T37" fmla="*/ 2147483646 h 190"/>
                <a:gd name="T38" fmla="*/ 2147483646 w 191"/>
                <a:gd name="T39" fmla="*/ 2147483646 h 190"/>
                <a:gd name="T40" fmla="*/ 2147483646 w 191"/>
                <a:gd name="T41" fmla="*/ 2147483646 h 190"/>
                <a:gd name="T42" fmla="*/ 2147483646 w 191"/>
                <a:gd name="T43" fmla="*/ 2147483646 h 190"/>
                <a:gd name="T44" fmla="*/ 2147483646 w 191"/>
                <a:gd name="T45" fmla="*/ 2147483646 h 190"/>
                <a:gd name="T46" fmla="*/ 2147483646 w 191"/>
                <a:gd name="T47" fmla="*/ 2147483646 h 190"/>
                <a:gd name="T48" fmla="*/ 2147483646 w 191"/>
                <a:gd name="T49" fmla="*/ 2147483646 h 190"/>
                <a:gd name="T50" fmla="*/ 2147483646 w 191"/>
                <a:gd name="T51" fmla="*/ 2147483646 h 190"/>
                <a:gd name="T52" fmla="*/ 2147483646 w 191"/>
                <a:gd name="T53" fmla="*/ 2147483646 h 190"/>
                <a:gd name="T54" fmla="*/ 2147483646 w 191"/>
                <a:gd name="T55" fmla="*/ 2147483646 h 190"/>
                <a:gd name="T56" fmla="*/ 2147483646 w 191"/>
                <a:gd name="T57" fmla="*/ 2147483646 h 190"/>
                <a:gd name="T58" fmla="*/ 2147483646 w 191"/>
                <a:gd name="T59" fmla="*/ 2147483646 h 190"/>
                <a:gd name="T60" fmla="*/ 2147483646 w 191"/>
                <a:gd name="T61" fmla="*/ 2147483646 h 190"/>
                <a:gd name="T62" fmla="*/ 2147483646 w 191"/>
                <a:gd name="T63" fmla="*/ 2147483646 h 190"/>
                <a:gd name="T64" fmla="*/ 2147483646 w 191"/>
                <a:gd name="T65" fmla="*/ 2147483646 h 190"/>
                <a:gd name="T66" fmla="*/ 2147483646 w 191"/>
                <a:gd name="T67" fmla="*/ 2147483646 h 190"/>
                <a:gd name="T68" fmla="*/ 2147483646 w 191"/>
                <a:gd name="T69" fmla="*/ 2147483646 h 190"/>
                <a:gd name="T70" fmla="*/ 2147483646 w 191"/>
                <a:gd name="T71" fmla="*/ 2147483646 h 190"/>
                <a:gd name="T72" fmla="*/ 2147483646 w 191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0"/>
                <a:gd name="T113" fmla="*/ 191 w 191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0">
                  <a:moveTo>
                    <a:pt x="191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9" y="33"/>
                  </a:lnTo>
                  <a:lnTo>
                    <a:pt x="157" y="22"/>
                  </a:lnTo>
                  <a:lnTo>
                    <a:pt x="142" y="12"/>
                  </a:lnTo>
                  <a:lnTo>
                    <a:pt x="127" y="5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3"/>
                  </a:lnTo>
                  <a:lnTo>
                    <a:pt x="12" y="47"/>
                  </a:lnTo>
                  <a:lnTo>
                    <a:pt x="5" y="62"/>
                  </a:lnTo>
                  <a:lnTo>
                    <a:pt x="1" y="78"/>
                  </a:lnTo>
                  <a:lnTo>
                    <a:pt x="0" y="95"/>
                  </a:lnTo>
                  <a:lnTo>
                    <a:pt x="1" y="111"/>
                  </a:lnTo>
                  <a:lnTo>
                    <a:pt x="5" y="127"/>
                  </a:lnTo>
                  <a:lnTo>
                    <a:pt x="12" y="142"/>
                  </a:lnTo>
                  <a:lnTo>
                    <a:pt x="22" y="156"/>
                  </a:lnTo>
                  <a:lnTo>
                    <a:pt x="34" y="167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8"/>
                  </a:lnTo>
                  <a:lnTo>
                    <a:pt x="95" y="190"/>
                  </a:lnTo>
                  <a:lnTo>
                    <a:pt x="111" y="188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7" y="167"/>
                  </a:lnTo>
                  <a:lnTo>
                    <a:pt x="169" y="156"/>
                  </a:lnTo>
                  <a:lnTo>
                    <a:pt x="178" y="142"/>
                  </a:lnTo>
                  <a:lnTo>
                    <a:pt x="185" y="127"/>
                  </a:lnTo>
                  <a:lnTo>
                    <a:pt x="189" y="111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2640013" y="3591672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12"/>
            <p:cNvSpPr>
              <a:spLocks/>
            </p:cNvSpPr>
            <p:nvPr/>
          </p:nvSpPr>
          <p:spPr bwMode="auto">
            <a:xfrm>
              <a:off x="2565400" y="3553572"/>
              <a:ext cx="74613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9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8" y="34"/>
                  </a:lnTo>
                  <a:lnTo>
                    <a:pt x="156" y="23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5" y="0"/>
                  </a:lnTo>
                  <a:lnTo>
                    <a:pt x="79" y="2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3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2" y="79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5" y="190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8"/>
                  </a:lnTo>
                  <a:lnTo>
                    <a:pt x="168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Line 13"/>
            <p:cNvSpPr>
              <a:spLocks noChangeShapeType="1"/>
            </p:cNvSpPr>
            <p:nvPr/>
          </p:nvSpPr>
          <p:spPr bwMode="auto">
            <a:xfrm>
              <a:off x="2765425" y="4364784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14"/>
            <p:cNvSpPr>
              <a:spLocks/>
            </p:cNvSpPr>
            <p:nvPr/>
          </p:nvSpPr>
          <p:spPr bwMode="auto">
            <a:xfrm>
              <a:off x="2689225" y="4326684"/>
              <a:ext cx="76200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8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7"/>
                  </a:lnTo>
                  <a:lnTo>
                    <a:pt x="5" y="62"/>
                  </a:lnTo>
                  <a:lnTo>
                    <a:pt x="1" y="78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9"/>
                  </a:lnTo>
                  <a:lnTo>
                    <a:pt x="95" y="190"/>
                  </a:lnTo>
                  <a:lnTo>
                    <a:pt x="111" y="189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2889250" y="2897934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16"/>
            <p:cNvSpPr>
              <a:spLocks/>
            </p:cNvSpPr>
            <p:nvPr/>
          </p:nvSpPr>
          <p:spPr bwMode="auto">
            <a:xfrm>
              <a:off x="2813050" y="2861422"/>
              <a:ext cx="76200" cy="74612"/>
            </a:xfrm>
            <a:custGeom>
              <a:avLst/>
              <a:gdLst>
                <a:gd name="T0" fmla="*/ 2147483646 w 191"/>
                <a:gd name="T1" fmla="*/ 2147483646 h 190"/>
                <a:gd name="T2" fmla="*/ 2147483646 w 191"/>
                <a:gd name="T3" fmla="*/ 2147483646 h 190"/>
                <a:gd name="T4" fmla="*/ 2147483646 w 191"/>
                <a:gd name="T5" fmla="*/ 2147483646 h 190"/>
                <a:gd name="T6" fmla="*/ 2147483646 w 191"/>
                <a:gd name="T7" fmla="*/ 2147483646 h 190"/>
                <a:gd name="T8" fmla="*/ 2147483646 w 191"/>
                <a:gd name="T9" fmla="*/ 2147483646 h 190"/>
                <a:gd name="T10" fmla="*/ 2147483646 w 191"/>
                <a:gd name="T11" fmla="*/ 2147483646 h 190"/>
                <a:gd name="T12" fmla="*/ 2147483646 w 191"/>
                <a:gd name="T13" fmla="*/ 2147483646 h 190"/>
                <a:gd name="T14" fmla="*/ 2147483646 w 191"/>
                <a:gd name="T15" fmla="*/ 2147483646 h 190"/>
                <a:gd name="T16" fmla="*/ 2147483646 w 191"/>
                <a:gd name="T17" fmla="*/ 2147483646 h 190"/>
                <a:gd name="T18" fmla="*/ 2147483646 w 191"/>
                <a:gd name="T19" fmla="*/ 0 h 190"/>
                <a:gd name="T20" fmla="*/ 2147483646 w 191"/>
                <a:gd name="T21" fmla="*/ 2147483646 h 190"/>
                <a:gd name="T22" fmla="*/ 2147483646 w 191"/>
                <a:gd name="T23" fmla="*/ 2147483646 h 190"/>
                <a:gd name="T24" fmla="*/ 2147483646 w 191"/>
                <a:gd name="T25" fmla="*/ 2147483646 h 190"/>
                <a:gd name="T26" fmla="*/ 2147483646 w 191"/>
                <a:gd name="T27" fmla="*/ 2147483646 h 190"/>
                <a:gd name="T28" fmla="*/ 2147483646 w 191"/>
                <a:gd name="T29" fmla="*/ 2147483646 h 190"/>
                <a:gd name="T30" fmla="*/ 2147483646 w 191"/>
                <a:gd name="T31" fmla="*/ 2147483646 h 190"/>
                <a:gd name="T32" fmla="*/ 2147483646 w 191"/>
                <a:gd name="T33" fmla="*/ 2147483646 h 190"/>
                <a:gd name="T34" fmla="*/ 2147483646 w 191"/>
                <a:gd name="T35" fmla="*/ 2147483646 h 190"/>
                <a:gd name="T36" fmla="*/ 0 w 191"/>
                <a:gd name="T37" fmla="*/ 2147483646 h 190"/>
                <a:gd name="T38" fmla="*/ 2147483646 w 191"/>
                <a:gd name="T39" fmla="*/ 2147483646 h 190"/>
                <a:gd name="T40" fmla="*/ 2147483646 w 191"/>
                <a:gd name="T41" fmla="*/ 2147483646 h 190"/>
                <a:gd name="T42" fmla="*/ 2147483646 w 191"/>
                <a:gd name="T43" fmla="*/ 2147483646 h 190"/>
                <a:gd name="T44" fmla="*/ 2147483646 w 191"/>
                <a:gd name="T45" fmla="*/ 2147483646 h 190"/>
                <a:gd name="T46" fmla="*/ 2147483646 w 191"/>
                <a:gd name="T47" fmla="*/ 2147483646 h 190"/>
                <a:gd name="T48" fmla="*/ 2147483646 w 191"/>
                <a:gd name="T49" fmla="*/ 2147483646 h 190"/>
                <a:gd name="T50" fmla="*/ 2147483646 w 191"/>
                <a:gd name="T51" fmla="*/ 2147483646 h 190"/>
                <a:gd name="T52" fmla="*/ 2147483646 w 191"/>
                <a:gd name="T53" fmla="*/ 2147483646 h 190"/>
                <a:gd name="T54" fmla="*/ 2147483646 w 191"/>
                <a:gd name="T55" fmla="*/ 2147483646 h 190"/>
                <a:gd name="T56" fmla="*/ 2147483646 w 191"/>
                <a:gd name="T57" fmla="*/ 2147483646 h 190"/>
                <a:gd name="T58" fmla="*/ 2147483646 w 191"/>
                <a:gd name="T59" fmla="*/ 2147483646 h 190"/>
                <a:gd name="T60" fmla="*/ 2147483646 w 191"/>
                <a:gd name="T61" fmla="*/ 2147483646 h 190"/>
                <a:gd name="T62" fmla="*/ 2147483646 w 191"/>
                <a:gd name="T63" fmla="*/ 2147483646 h 190"/>
                <a:gd name="T64" fmla="*/ 2147483646 w 191"/>
                <a:gd name="T65" fmla="*/ 2147483646 h 190"/>
                <a:gd name="T66" fmla="*/ 2147483646 w 191"/>
                <a:gd name="T67" fmla="*/ 2147483646 h 190"/>
                <a:gd name="T68" fmla="*/ 2147483646 w 191"/>
                <a:gd name="T69" fmla="*/ 2147483646 h 190"/>
                <a:gd name="T70" fmla="*/ 2147483646 w 191"/>
                <a:gd name="T71" fmla="*/ 2147483646 h 190"/>
                <a:gd name="T72" fmla="*/ 2147483646 w 191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0"/>
                <a:gd name="T113" fmla="*/ 191 w 191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0">
                  <a:moveTo>
                    <a:pt x="191" y="95"/>
                  </a:moveTo>
                  <a:lnTo>
                    <a:pt x="190" y="79"/>
                  </a:lnTo>
                  <a:lnTo>
                    <a:pt x="186" y="63"/>
                  </a:lnTo>
                  <a:lnTo>
                    <a:pt x="179" y="48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5" y="0"/>
                  </a:lnTo>
                  <a:lnTo>
                    <a:pt x="79" y="2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2" y="79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5" y="190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9" y="143"/>
                  </a:lnTo>
                  <a:lnTo>
                    <a:pt x="186" y="128"/>
                  </a:lnTo>
                  <a:lnTo>
                    <a:pt x="190" y="112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3013075" y="3293222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auto">
            <a:xfrm>
              <a:off x="2938463" y="3256709"/>
              <a:ext cx="74612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4"/>
                  </a:moveTo>
                  <a:lnTo>
                    <a:pt x="188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3"/>
                  </a:lnTo>
                  <a:lnTo>
                    <a:pt x="156" y="22"/>
                  </a:lnTo>
                  <a:lnTo>
                    <a:pt x="142" y="12"/>
                  </a:lnTo>
                  <a:lnTo>
                    <a:pt x="127" y="5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3"/>
                  </a:lnTo>
                  <a:lnTo>
                    <a:pt x="12" y="47"/>
                  </a:lnTo>
                  <a:lnTo>
                    <a:pt x="5" y="62"/>
                  </a:lnTo>
                  <a:lnTo>
                    <a:pt x="1" y="78"/>
                  </a:lnTo>
                  <a:lnTo>
                    <a:pt x="0" y="94"/>
                  </a:lnTo>
                  <a:lnTo>
                    <a:pt x="1" y="111"/>
                  </a:lnTo>
                  <a:lnTo>
                    <a:pt x="5" y="127"/>
                  </a:lnTo>
                  <a:lnTo>
                    <a:pt x="12" y="142"/>
                  </a:lnTo>
                  <a:lnTo>
                    <a:pt x="22" y="156"/>
                  </a:lnTo>
                  <a:lnTo>
                    <a:pt x="34" y="167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8"/>
                  </a:lnTo>
                  <a:lnTo>
                    <a:pt x="95" y="190"/>
                  </a:lnTo>
                  <a:lnTo>
                    <a:pt x="111" y="188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6" y="167"/>
                  </a:lnTo>
                  <a:lnTo>
                    <a:pt x="168" y="156"/>
                  </a:lnTo>
                  <a:lnTo>
                    <a:pt x="177" y="142"/>
                  </a:lnTo>
                  <a:lnTo>
                    <a:pt x="184" y="127"/>
                  </a:lnTo>
                  <a:lnTo>
                    <a:pt x="188" y="111"/>
                  </a:lnTo>
                  <a:lnTo>
                    <a:pt x="190" y="94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3136900" y="3796459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20"/>
            <p:cNvSpPr>
              <a:spLocks/>
            </p:cNvSpPr>
            <p:nvPr/>
          </p:nvSpPr>
          <p:spPr bwMode="auto">
            <a:xfrm>
              <a:off x="3062288" y="3758359"/>
              <a:ext cx="74612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8"/>
                  </a:lnTo>
                  <a:lnTo>
                    <a:pt x="95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8" y="142"/>
                  </a:lnTo>
                  <a:lnTo>
                    <a:pt x="185" y="127"/>
                  </a:lnTo>
                  <a:lnTo>
                    <a:pt x="189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3262313" y="3478959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22"/>
            <p:cNvSpPr>
              <a:spLocks/>
            </p:cNvSpPr>
            <p:nvPr/>
          </p:nvSpPr>
          <p:spPr bwMode="auto">
            <a:xfrm>
              <a:off x="3186113" y="3440859"/>
              <a:ext cx="76200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8" y="79"/>
                  </a:lnTo>
                  <a:lnTo>
                    <a:pt x="184" y="63"/>
                  </a:lnTo>
                  <a:lnTo>
                    <a:pt x="177" y="48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8"/>
                  </a:lnTo>
                  <a:lnTo>
                    <a:pt x="5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0"/>
                  </a:lnTo>
                  <a:lnTo>
                    <a:pt x="111" y="189"/>
                  </a:lnTo>
                  <a:lnTo>
                    <a:pt x="127" y="185"/>
                  </a:lnTo>
                  <a:lnTo>
                    <a:pt x="142" y="178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3386138" y="3429747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24"/>
            <p:cNvSpPr>
              <a:spLocks/>
            </p:cNvSpPr>
            <p:nvPr/>
          </p:nvSpPr>
          <p:spPr bwMode="auto">
            <a:xfrm>
              <a:off x="3309938" y="3391647"/>
              <a:ext cx="76200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9"/>
                  </a:lnTo>
                  <a:lnTo>
                    <a:pt x="95" y="190"/>
                  </a:lnTo>
                  <a:lnTo>
                    <a:pt x="112" y="189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3509963" y="3153522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26"/>
            <p:cNvSpPr>
              <a:spLocks/>
            </p:cNvSpPr>
            <p:nvPr/>
          </p:nvSpPr>
          <p:spPr bwMode="auto">
            <a:xfrm>
              <a:off x="3433763" y="3115422"/>
              <a:ext cx="76200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8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2"/>
                  </a:lnTo>
                  <a:lnTo>
                    <a:pt x="127" y="5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7"/>
                  </a:lnTo>
                  <a:lnTo>
                    <a:pt x="5" y="62"/>
                  </a:lnTo>
                  <a:lnTo>
                    <a:pt x="1" y="78"/>
                  </a:lnTo>
                  <a:lnTo>
                    <a:pt x="0" y="95"/>
                  </a:lnTo>
                  <a:lnTo>
                    <a:pt x="1" y="111"/>
                  </a:lnTo>
                  <a:lnTo>
                    <a:pt x="5" y="127"/>
                  </a:lnTo>
                  <a:lnTo>
                    <a:pt x="12" y="142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8"/>
                  </a:lnTo>
                  <a:lnTo>
                    <a:pt x="95" y="190"/>
                  </a:lnTo>
                  <a:lnTo>
                    <a:pt x="111" y="188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2"/>
                  </a:lnTo>
                  <a:lnTo>
                    <a:pt x="184" y="127"/>
                  </a:lnTo>
                  <a:lnTo>
                    <a:pt x="188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633788" y="3496422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28"/>
            <p:cNvSpPr>
              <a:spLocks/>
            </p:cNvSpPr>
            <p:nvPr/>
          </p:nvSpPr>
          <p:spPr bwMode="auto">
            <a:xfrm>
              <a:off x="3559175" y="3458322"/>
              <a:ext cx="74613" cy="74612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8"/>
                  </a:lnTo>
                  <a:lnTo>
                    <a:pt x="95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8" y="142"/>
                  </a:lnTo>
                  <a:lnTo>
                    <a:pt x="185" y="127"/>
                  </a:lnTo>
                  <a:lnTo>
                    <a:pt x="189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3757613" y="3240834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30"/>
            <p:cNvSpPr>
              <a:spLocks/>
            </p:cNvSpPr>
            <p:nvPr/>
          </p:nvSpPr>
          <p:spPr bwMode="auto">
            <a:xfrm>
              <a:off x="3683000" y="3202734"/>
              <a:ext cx="74613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6"/>
                  </a:moveTo>
                  <a:lnTo>
                    <a:pt x="188" y="80"/>
                  </a:lnTo>
                  <a:lnTo>
                    <a:pt x="184" y="63"/>
                  </a:lnTo>
                  <a:lnTo>
                    <a:pt x="177" y="48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8"/>
                  </a:lnTo>
                  <a:lnTo>
                    <a:pt x="5" y="63"/>
                  </a:lnTo>
                  <a:lnTo>
                    <a:pt x="1" y="80"/>
                  </a:lnTo>
                  <a:lnTo>
                    <a:pt x="0" y="96"/>
                  </a:lnTo>
                  <a:lnTo>
                    <a:pt x="1" y="113"/>
                  </a:lnTo>
                  <a:lnTo>
                    <a:pt x="5" y="129"/>
                  </a:lnTo>
                  <a:lnTo>
                    <a:pt x="12" y="144"/>
                  </a:lnTo>
                  <a:lnTo>
                    <a:pt x="22" y="157"/>
                  </a:lnTo>
                  <a:lnTo>
                    <a:pt x="34" y="169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90"/>
                  </a:lnTo>
                  <a:lnTo>
                    <a:pt x="95" y="191"/>
                  </a:lnTo>
                  <a:lnTo>
                    <a:pt x="111" y="190"/>
                  </a:lnTo>
                  <a:lnTo>
                    <a:pt x="127" y="185"/>
                  </a:lnTo>
                  <a:lnTo>
                    <a:pt x="142" y="178"/>
                  </a:lnTo>
                  <a:lnTo>
                    <a:pt x="156" y="169"/>
                  </a:lnTo>
                  <a:lnTo>
                    <a:pt x="168" y="157"/>
                  </a:lnTo>
                  <a:lnTo>
                    <a:pt x="177" y="144"/>
                  </a:lnTo>
                  <a:lnTo>
                    <a:pt x="184" y="129"/>
                  </a:lnTo>
                  <a:lnTo>
                    <a:pt x="188" y="113"/>
                  </a:lnTo>
                  <a:lnTo>
                    <a:pt x="190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3883025" y="301064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3806825" y="2972547"/>
              <a:ext cx="76200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5"/>
                  </a:moveTo>
                  <a:lnTo>
                    <a:pt x="189" y="79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8" y="34"/>
                  </a:lnTo>
                  <a:lnTo>
                    <a:pt x="156" y="23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5" y="0"/>
                  </a:lnTo>
                  <a:lnTo>
                    <a:pt x="79" y="2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3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2" y="79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5" y="191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8"/>
                  </a:lnTo>
                  <a:lnTo>
                    <a:pt x="168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4006850" y="3180509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34"/>
            <p:cNvSpPr>
              <a:spLocks/>
            </p:cNvSpPr>
            <p:nvPr/>
          </p:nvSpPr>
          <p:spPr bwMode="auto">
            <a:xfrm>
              <a:off x="3930650" y="3142409"/>
              <a:ext cx="76200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5"/>
                  </a:moveTo>
                  <a:lnTo>
                    <a:pt x="188" y="79"/>
                  </a:lnTo>
                  <a:lnTo>
                    <a:pt x="184" y="63"/>
                  </a:lnTo>
                  <a:lnTo>
                    <a:pt x="177" y="48"/>
                  </a:lnTo>
                  <a:lnTo>
                    <a:pt x="168" y="34"/>
                  </a:lnTo>
                  <a:lnTo>
                    <a:pt x="156" y="23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3"/>
                  </a:lnTo>
                  <a:lnTo>
                    <a:pt x="22" y="34"/>
                  </a:lnTo>
                  <a:lnTo>
                    <a:pt x="12" y="48"/>
                  </a:lnTo>
                  <a:lnTo>
                    <a:pt x="5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1"/>
                  </a:lnTo>
                  <a:lnTo>
                    <a:pt x="111" y="189"/>
                  </a:lnTo>
                  <a:lnTo>
                    <a:pt x="127" y="185"/>
                  </a:lnTo>
                  <a:lnTo>
                    <a:pt x="142" y="178"/>
                  </a:lnTo>
                  <a:lnTo>
                    <a:pt x="156" y="168"/>
                  </a:lnTo>
                  <a:lnTo>
                    <a:pt x="168" y="157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4130675" y="3528172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36"/>
            <p:cNvSpPr>
              <a:spLocks/>
            </p:cNvSpPr>
            <p:nvPr/>
          </p:nvSpPr>
          <p:spPr bwMode="auto">
            <a:xfrm>
              <a:off x="4054475" y="3491659"/>
              <a:ext cx="76200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8"/>
                  </a:lnTo>
                  <a:lnTo>
                    <a:pt x="95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8" y="142"/>
                  </a:lnTo>
                  <a:lnTo>
                    <a:pt x="185" y="127"/>
                  </a:lnTo>
                  <a:lnTo>
                    <a:pt x="189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4254500" y="3005884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38"/>
            <p:cNvSpPr>
              <a:spLocks/>
            </p:cNvSpPr>
            <p:nvPr/>
          </p:nvSpPr>
          <p:spPr bwMode="auto">
            <a:xfrm>
              <a:off x="4179888" y="2967784"/>
              <a:ext cx="74612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8" y="79"/>
                  </a:lnTo>
                  <a:lnTo>
                    <a:pt x="184" y="63"/>
                  </a:lnTo>
                  <a:lnTo>
                    <a:pt x="177" y="48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8"/>
                  </a:lnTo>
                  <a:lnTo>
                    <a:pt x="5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0"/>
                  </a:lnTo>
                  <a:lnTo>
                    <a:pt x="111" y="189"/>
                  </a:lnTo>
                  <a:lnTo>
                    <a:pt x="127" y="185"/>
                  </a:lnTo>
                  <a:lnTo>
                    <a:pt x="142" y="178"/>
                  </a:lnTo>
                  <a:lnTo>
                    <a:pt x="156" y="168"/>
                  </a:lnTo>
                  <a:lnTo>
                    <a:pt x="168" y="157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4378325" y="297889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40"/>
            <p:cNvSpPr>
              <a:spLocks/>
            </p:cNvSpPr>
            <p:nvPr/>
          </p:nvSpPr>
          <p:spPr bwMode="auto">
            <a:xfrm>
              <a:off x="4303713" y="2942384"/>
              <a:ext cx="74612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8"/>
                  </a:lnTo>
                  <a:lnTo>
                    <a:pt x="95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8" y="142"/>
                  </a:lnTo>
                  <a:lnTo>
                    <a:pt x="185" y="127"/>
                  </a:lnTo>
                  <a:lnTo>
                    <a:pt x="189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4503738" y="2729659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42"/>
            <p:cNvSpPr>
              <a:spLocks/>
            </p:cNvSpPr>
            <p:nvPr/>
          </p:nvSpPr>
          <p:spPr bwMode="auto">
            <a:xfrm>
              <a:off x="4427538" y="2691559"/>
              <a:ext cx="76200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8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7"/>
                  </a:lnTo>
                  <a:lnTo>
                    <a:pt x="5" y="62"/>
                  </a:lnTo>
                  <a:lnTo>
                    <a:pt x="1" y="78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9"/>
                  </a:lnTo>
                  <a:lnTo>
                    <a:pt x="95" y="190"/>
                  </a:lnTo>
                  <a:lnTo>
                    <a:pt x="111" y="189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>
              <a:off x="4627563" y="2821734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44"/>
            <p:cNvSpPr>
              <a:spLocks/>
            </p:cNvSpPr>
            <p:nvPr/>
          </p:nvSpPr>
          <p:spPr bwMode="auto">
            <a:xfrm>
              <a:off x="4551363" y="2783634"/>
              <a:ext cx="76200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6"/>
                  </a:moveTo>
                  <a:lnTo>
                    <a:pt x="189" y="79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9"/>
                  </a:lnTo>
                  <a:lnTo>
                    <a:pt x="0" y="96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7"/>
                  </a:lnTo>
                  <a:lnTo>
                    <a:pt x="34" y="169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5" y="191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9"/>
                  </a:lnTo>
                  <a:lnTo>
                    <a:pt x="168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751388" y="2420097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46"/>
            <p:cNvSpPr>
              <a:spLocks/>
            </p:cNvSpPr>
            <p:nvPr/>
          </p:nvSpPr>
          <p:spPr bwMode="auto">
            <a:xfrm>
              <a:off x="4676775" y="2381997"/>
              <a:ext cx="74613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6"/>
                  </a:moveTo>
                  <a:lnTo>
                    <a:pt x="188" y="80"/>
                  </a:lnTo>
                  <a:lnTo>
                    <a:pt x="184" y="64"/>
                  </a:lnTo>
                  <a:lnTo>
                    <a:pt x="177" y="49"/>
                  </a:lnTo>
                  <a:lnTo>
                    <a:pt x="168" y="35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5"/>
                  </a:lnTo>
                  <a:lnTo>
                    <a:pt x="12" y="49"/>
                  </a:lnTo>
                  <a:lnTo>
                    <a:pt x="5" y="64"/>
                  </a:lnTo>
                  <a:lnTo>
                    <a:pt x="1" y="80"/>
                  </a:lnTo>
                  <a:lnTo>
                    <a:pt x="0" y="96"/>
                  </a:lnTo>
                  <a:lnTo>
                    <a:pt x="1" y="113"/>
                  </a:lnTo>
                  <a:lnTo>
                    <a:pt x="5" y="129"/>
                  </a:lnTo>
                  <a:lnTo>
                    <a:pt x="12" y="144"/>
                  </a:lnTo>
                  <a:lnTo>
                    <a:pt x="22" y="157"/>
                  </a:lnTo>
                  <a:lnTo>
                    <a:pt x="34" y="169"/>
                  </a:lnTo>
                  <a:lnTo>
                    <a:pt x="47" y="179"/>
                  </a:lnTo>
                  <a:lnTo>
                    <a:pt x="62" y="186"/>
                  </a:lnTo>
                  <a:lnTo>
                    <a:pt x="78" y="190"/>
                  </a:lnTo>
                  <a:lnTo>
                    <a:pt x="95" y="191"/>
                  </a:lnTo>
                  <a:lnTo>
                    <a:pt x="111" y="190"/>
                  </a:lnTo>
                  <a:lnTo>
                    <a:pt x="127" y="186"/>
                  </a:lnTo>
                  <a:lnTo>
                    <a:pt x="142" y="179"/>
                  </a:lnTo>
                  <a:lnTo>
                    <a:pt x="156" y="169"/>
                  </a:lnTo>
                  <a:lnTo>
                    <a:pt x="168" y="157"/>
                  </a:lnTo>
                  <a:lnTo>
                    <a:pt x="177" y="144"/>
                  </a:lnTo>
                  <a:lnTo>
                    <a:pt x="184" y="129"/>
                  </a:lnTo>
                  <a:lnTo>
                    <a:pt x="188" y="113"/>
                  </a:lnTo>
                  <a:lnTo>
                    <a:pt x="190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4875213" y="2516934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48"/>
            <p:cNvSpPr>
              <a:spLocks/>
            </p:cNvSpPr>
            <p:nvPr/>
          </p:nvSpPr>
          <p:spPr bwMode="auto">
            <a:xfrm>
              <a:off x="4800600" y="2478834"/>
              <a:ext cx="74613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9"/>
                  </a:lnTo>
                  <a:lnTo>
                    <a:pt x="95" y="190"/>
                  </a:lnTo>
                  <a:lnTo>
                    <a:pt x="112" y="189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Line 49"/>
            <p:cNvSpPr>
              <a:spLocks noChangeShapeType="1"/>
            </p:cNvSpPr>
            <p:nvPr/>
          </p:nvSpPr>
          <p:spPr bwMode="auto">
            <a:xfrm>
              <a:off x="5000625" y="3248772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50"/>
            <p:cNvSpPr>
              <a:spLocks/>
            </p:cNvSpPr>
            <p:nvPr/>
          </p:nvSpPr>
          <p:spPr bwMode="auto">
            <a:xfrm>
              <a:off x="4924425" y="3210672"/>
              <a:ext cx="76200" cy="74612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6"/>
                  </a:moveTo>
                  <a:lnTo>
                    <a:pt x="188" y="79"/>
                  </a:lnTo>
                  <a:lnTo>
                    <a:pt x="184" y="63"/>
                  </a:lnTo>
                  <a:lnTo>
                    <a:pt x="177" y="47"/>
                  </a:lnTo>
                  <a:lnTo>
                    <a:pt x="168" y="33"/>
                  </a:lnTo>
                  <a:lnTo>
                    <a:pt x="156" y="22"/>
                  </a:lnTo>
                  <a:lnTo>
                    <a:pt x="142" y="12"/>
                  </a:lnTo>
                  <a:lnTo>
                    <a:pt x="127" y="5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3"/>
                  </a:lnTo>
                  <a:lnTo>
                    <a:pt x="12" y="47"/>
                  </a:lnTo>
                  <a:lnTo>
                    <a:pt x="5" y="63"/>
                  </a:lnTo>
                  <a:lnTo>
                    <a:pt x="1" y="79"/>
                  </a:lnTo>
                  <a:lnTo>
                    <a:pt x="0" y="96"/>
                  </a:lnTo>
                  <a:lnTo>
                    <a:pt x="1" y="112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1"/>
                  </a:lnTo>
                  <a:lnTo>
                    <a:pt x="111" y="189"/>
                  </a:lnTo>
                  <a:lnTo>
                    <a:pt x="127" y="185"/>
                  </a:lnTo>
                  <a:lnTo>
                    <a:pt x="142" y="178"/>
                  </a:lnTo>
                  <a:lnTo>
                    <a:pt x="156" y="168"/>
                  </a:lnTo>
                  <a:lnTo>
                    <a:pt x="168" y="157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2"/>
                  </a:lnTo>
                  <a:lnTo>
                    <a:pt x="190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Line 51"/>
            <p:cNvSpPr>
              <a:spLocks noChangeShapeType="1"/>
            </p:cNvSpPr>
            <p:nvPr/>
          </p:nvSpPr>
          <p:spPr bwMode="auto">
            <a:xfrm>
              <a:off x="5124450" y="2866184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52"/>
            <p:cNvSpPr>
              <a:spLocks/>
            </p:cNvSpPr>
            <p:nvPr/>
          </p:nvSpPr>
          <p:spPr bwMode="auto">
            <a:xfrm>
              <a:off x="5048250" y="2828084"/>
              <a:ext cx="76200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9"/>
                  </a:lnTo>
                  <a:lnTo>
                    <a:pt x="95" y="190"/>
                  </a:lnTo>
                  <a:lnTo>
                    <a:pt x="112" y="189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Line 53"/>
            <p:cNvSpPr>
              <a:spLocks noChangeShapeType="1"/>
            </p:cNvSpPr>
            <p:nvPr/>
          </p:nvSpPr>
          <p:spPr bwMode="auto">
            <a:xfrm>
              <a:off x="5248275" y="293444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54"/>
            <p:cNvSpPr>
              <a:spLocks/>
            </p:cNvSpPr>
            <p:nvPr/>
          </p:nvSpPr>
          <p:spPr bwMode="auto">
            <a:xfrm>
              <a:off x="5172075" y="2896347"/>
              <a:ext cx="76200" cy="76200"/>
            </a:xfrm>
            <a:custGeom>
              <a:avLst/>
              <a:gdLst>
                <a:gd name="T0" fmla="*/ 2147483646 w 191"/>
                <a:gd name="T1" fmla="*/ 2147483646 h 190"/>
                <a:gd name="T2" fmla="*/ 2147483646 w 191"/>
                <a:gd name="T3" fmla="*/ 2147483646 h 190"/>
                <a:gd name="T4" fmla="*/ 2147483646 w 191"/>
                <a:gd name="T5" fmla="*/ 2147483646 h 190"/>
                <a:gd name="T6" fmla="*/ 2147483646 w 191"/>
                <a:gd name="T7" fmla="*/ 2147483646 h 190"/>
                <a:gd name="T8" fmla="*/ 2147483646 w 191"/>
                <a:gd name="T9" fmla="*/ 2147483646 h 190"/>
                <a:gd name="T10" fmla="*/ 2147483646 w 191"/>
                <a:gd name="T11" fmla="*/ 2147483646 h 190"/>
                <a:gd name="T12" fmla="*/ 2147483646 w 191"/>
                <a:gd name="T13" fmla="*/ 2147483646 h 190"/>
                <a:gd name="T14" fmla="*/ 2147483646 w 191"/>
                <a:gd name="T15" fmla="*/ 2147483646 h 190"/>
                <a:gd name="T16" fmla="*/ 2147483646 w 191"/>
                <a:gd name="T17" fmla="*/ 2147483646 h 190"/>
                <a:gd name="T18" fmla="*/ 2147483646 w 191"/>
                <a:gd name="T19" fmla="*/ 0 h 190"/>
                <a:gd name="T20" fmla="*/ 2147483646 w 191"/>
                <a:gd name="T21" fmla="*/ 2147483646 h 190"/>
                <a:gd name="T22" fmla="*/ 2147483646 w 191"/>
                <a:gd name="T23" fmla="*/ 2147483646 h 190"/>
                <a:gd name="T24" fmla="*/ 2147483646 w 191"/>
                <a:gd name="T25" fmla="*/ 2147483646 h 190"/>
                <a:gd name="T26" fmla="*/ 2147483646 w 191"/>
                <a:gd name="T27" fmla="*/ 2147483646 h 190"/>
                <a:gd name="T28" fmla="*/ 2147483646 w 191"/>
                <a:gd name="T29" fmla="*/ 2147483646 h 190"/>
                <a:gd name="T30" fmla="*/ 2147483646 w 191"/>
                <a:gd name="T31" fmla="*/ 2147483646 h 190"/>
                <a:gd name="T32" fmla="*/ 2147483646 w 191"/>
                <a:gd name="T33" fmla="*/ 2147483646 h 190"/>
                <a:gd name="T34" fmla="*/ 2147483646 w 191"/>
                <a:gd name="T35" fmla="*/ 2147483646 h 190"/>
                <a:gd name="T36" fmla="*/ 0 w 191"/>
                <a:gd name="T37" fmla="*/ 2147483646 h 190"/>
                <a:gd name="T38" fmla="*/ 2147483646 w 191"/>
                <a:gd name="T39" fmla="*/ 2147483646 h 190"/>
                <a:gd name="T40" fmla="*/ 2147483646 w 191"/>
                <a:gd name="T41" fmla="*/ 2147483646 h 190"/>
                <a:gd name="T42" fmla="*/ 2147483646 w 191"/>
                <a:gd name="T43" fmla="*/ 2147483646 h 190"/>
                <a:gd name="T44" fmla="*/ 2147483646 w 191"/>
                <a:gd name="T45" fmla="*/ 2147483646 h 190"/>
                <a:gd name="T46" fmla="*/ 2147483646 w 191"/>
                <a:gd name="T47" fmla="*/ 2147483646 h 190"/>
                <a:gd name="T48" fmla="*/ 2147483646 w 191"/>
                <a:gd name="T49" fmla="*/ 2147483646 h 190"/>
                <a:gd name="T50" fmla="*/ 2147483646 w 191"/>
                <a:gd name="T51" fmla="*/ 2147483646 h 190"/>
                <a:gd name="T52" fmla="*/ 2147483646 w 191"/>
                <a:gd name="T53" fmla="*/ 2147483646 h 190"/>
                <a:gd name="T54" fmla="*/ 2147483646 w 191"/>
                <a:gd name="T55" fmla="*/ 2147483646 h 190"/>
                <a:gd name="T56" fmla="*/ 2147483646 w 191"/>
                <a:gd name="T57" fmla="*/ 2147483646 h 190"/>
                <a:gd name="T58" fmla="*/ 2147483646 w 191"/>
                <a:gd name="T59" fmla="*/ 2147483646 h 190"/>
                <a:gd name="T60" fmla="*/ 2147483646 w 191"/>
                <a:gd name="T61" fmla="*/ 2147483646 h 190"/>
                <a:gd name="T62" fmla="*/ 2147483646 w 191"/>
                <a:gd name="T63" fmla="*/ 2147483646 h 190"/>
                <a:gd name="T64" fmla="*/ 2147483646 w 191"/>
                <a:gd name="T65" fmla="*/ 2147483646 h 190"/>
                <a:gd name="T66" fmla="*/ 2147483646 w 191"/>
                <a:gd name="T67" fmla="*/ 2147483646 h 190"/>
                <a:gd name="T68" fmla="*/ 2147483646 w 191"/>
                <a:gd name="T69" fmla="*/ 2147483646 h 190"/>
                <a:gd name="T70" fmla="*/ 2147483646 w 191"/>
                <a:gd name="T71" fmla="*/ 2147483646 h 190"/>
                <a:gd name="T72" fmla="*/ 2147483646 w 191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0"/>
                <a:gd name="T113" fmla="*/ 191 w 191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0">
                  <a:moveTo>
                    <a:pt x="191" y="95"/>
                  </a:moveTo>
                  <a:lnTo>
                    <a:pt x="189" y="79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9" y="34"/>
                  </a:lnTo>
                  <a:lnTo>
                    <a:pt x="157" y="23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6" y="0"/>
                  </a:lnTo>
                  <a:lnTo>
                    <a:pt x="79" y="2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5" y="23"/>
                  </a:lnTo>
                  <a:lnTo>
                    <a:pt x="23" y="34"/>
                  </a:lnTo>
                  <a:lnTo>
                    <a:pt x="12" y="48"/>
                  </a:lnTo>
                  <a:lnTo>
                    <a:pt x="5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3" y="157"/>
                  </a:lnTo>
                  <a:lnTo>
                    <a:pt x="35" y="168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6" y="190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7" y="168"/>
                  </a:lnTo>
                  <a:lnTo>
                    <a:pt x="169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Line 55"/>
            <p:cNvSpPr>
              <a:spLocks noChangeShapeType="1"/>
            </p:cNvSpPr>
            <p:nvPr/>
          </p:nvSpPr>
          <p:spPr bwMode="auto">
            <a:xfrm>
              <a:off x="5372100" y="349324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56"/>
            <p:cNvSpPr>
              <a:spLocks/>
            </p:cNvSpPr>
            <p:nvPr/>
          </p:nvSpPr>
          <p:spPr bwMode="auto">
            <a:xfrm>
              <a:off x="5295900" y="3456734"/>
              <a:ext cx="76200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9"/>
                  </a:lnTo>
                  <a:lnTo>
                    <a:pt x="95" y="190"/>
                  </a:lnTo>
                  <a:lnTo>
                    <a:pt x="112" y="189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Line 57"/>
            <p:cNvSpPr>
              <a:spLocks noChangeShapeType="1"/>
            </p:cNvSpPr>
            <p:nvPr/>
          </p:nvSpPr>
          <p:spPr bwMode="auto">
            <a:xfrm>
              <a:off x="5495925" y="3223372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58"/>
            <p:cNvSpPr>
              <a:spLocks/>
            </p:cNvSpPr>
            <p:nvPr/>
          </p:nvSpPr>
          <p:spPr bwMode="auto">
            <a:xfrm>
              <a:off x="5421313" y="3185272"/>
              <a:ext cx="74612" cy="74612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5"/>
                  </a:moveTo>
                  <a:lnTo>
                    <a:pt x="188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2"/>
                  </a:lnTo>
                  <a:lnTo>
                    <a:pt x="127" y="5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7"/>
                  </a:lnTo>
                  <a:lnTo>
                    <a:pt x="5" y="62"/>
                  </a:lnTo>
                  <a:lnTo>
                    <a:pt x="1" y="78"/>
                  </a:lnTo>
                  <a:lnTo>
                    <a:pt x="0" y="95"/>
                  </a:lnTo>
                  <a:lnTo>
                    <a:pt x="1" y="111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2" y="157"/>
                  </a:lnTo>
                  <a:lnTo>
                    <a:pt x="34" y="169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1"/>
                  </a:lnTo>
                  <a:lnTo>
                    <a:pt x="111" y="189"/>
                  </a:lnTo>
                  <a:lnTo>
                    <a:pt x="127" y="185"/>
                  </a:lnTo>
                  <a:lnTo>
                    <a:pt x="142" y="178"/>
                  </a:lnTo>
                  <a:lnTo>
                    <a:pt x="156" y="169"/>
                  </a:lnTo>
                  <a:lnTo>
                    <a:pt x="168" y="157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Line 59"/>
            <p:cNvSpPr>
              <a:spLocks noChangeShapeType="1"/>
            </p:cNvSpPr>
            <p:nvPr/>
          </p:nvSpPr>
          <p:spPr bwMode="auto">
            <a:xfrm>
              <a:off x="5619750" y="3915522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60"/>
            <p:cNvSpPr>
              <a:spLocks/>
            </p:cNvSpPr>
            <p:nvPr/>
          </p:nvSpPr>
          <p:spPr bwMode="auto">
            <a:xfrm>
              <a:off x="5545138" y="3877422"/>
              <a:ext cx="74612" cy="76200"/>
            </a:xfrm>
            <a:custGeom>
              <a:avLst/>
              <a:gdLst>
                <a:gd name="T0" fmla="*/ 2147483646 w 191"/>
                <a:gd name="T1" fmla="*/ 2147483646 h 190"/>
                <a:gd name="T2" fmla="*/ 2147483646 w 191"/>
                <a:gd name="T3" fmla="*/ 2147483646 h 190"/>
                <a:gd name="T4" fmla="*/ 2147483646 w 191"/>
                <a:gd name="T5" fmla="*/ 2147483646 h 190"/>
                <a:gd name="T6" fmla="*/ 2147483646 w 191"/>
                <a:gd name="T7" fmla="*/ 2147483646 h 190"/>
                <a:gd name="T8" fmla="*/ 2147483646 w 191"/>
                <a:gd name="T9" fmla="*/ 2147483646 h 190"/>
                <a:gd name="T10" fmla="*/ 2147483646 w 191"/>
                <a:gd name="T11" fmla="*/ 2147483646 h 190"/>
                <a:gd name="T12" fmla="*/ 2147483646 w 191"/>
                <a:gd name="T13" fmla="*/ 2147483646 h 190"/>
                <a:gd name="T14" fmla="*/ 2147483646 w 191"/>
                <a:gd name="T15" fmla="*/ 2147483646 h 190"/>
                <a:gd name="T16" fmla="*/ 2147483646 w 191"/>
                <a:gd name="T17" fmla="*/ 2147483646 h 190"/>
                <a:gd name="T18" fmla="*/ 2147483646 w 191"/>
                <a:gd name="T19" fmla="*/ 0 h 190"/>
                <a:gd name="T20" fmla="*/ 2147483646 w 191"/>
                <a:gd name="T21" fmla="*/ 2147483646 h 190"/>
                <a:gd name="T22" fmla="*/ 2147483646 w 191"/>
                <a:gd name="T23" fmla="*/ 2147483646 h 190"/>
                <a:gd name="T24" fmla="*/ 2147483646 w 191"/>
                <a:gd name="T25" fmla="*/ 2147483646 h 190"/>
                <a:gd name="T26" fmla="*/ 2147483646 w 191"/>
                <a:gd name="T27" fmla="*/ 2147483646 h 190"/>
                <a:gd name="T28" fmla="*/ 2147483646 w 191"/>
                <a:gd name="T29" fmla="*/ 2147483646 h 190"/>
                <a:gd name="T30" fmla="*/ 2147483646 w 191"/>
                <a:gd name="T31" fmla="*/ 2147483646 h 190"/>
                <a:gd name="T32" fmla="*/ 2147483646 w 191"/>
                <a:gd name="T33" fmla="*/ 2147483646 h 190"/>
                <a:gd name="T34" fmla="*/ 2147483646 w 191"/>
                <a:gd name="T35" fmla="*/ 2147483646 h 190"/>
                <a:gd name="T36" fmla="*/ 0 w 191"/>
                <a:gd name="T37" fmla="*/ 2147483646 h 190"/>
                <a:gd name="T38" fmla="*/ 2147483646 w 191"/>
                <a:gd name="T39" fmla="*/ 2147483646 h 190"/>
                <a:gd name="T40" fmla="*/ 2147483646 w 191"/>
                <a:gd name="T41" fmla="*/ 2147483646 h 190"/>
                <a:gd name="T42" fmla="*/ 2147483646 w 191"/>
                <a:gd name="T43" fmla="*/ 2147483646 h 190"/>
                <a:gd name="T44" fmla="*/ 2147483646 w 191"/>
                <a:gd name="T45" fmla="*/ 2147483646 h 190"/>
                <a:gd name="T46" fmla="*/ 2147483646 w 191"/>
                <a:gd name="T47" fmla="*/ 2147483646 h 190"/>
                <a:gd name="T48" fmla="*/ 2147483646 w 191"/>
                <a:gd name="T49" fmla="*/ 2147483646 h 190"/>
                <a:gd name="T50" fmla="*/ 2147483646 w 191"/>
                <a:gd name="T51" fmla="*/ 2147483646 h 190"/>
                <a:gd name="T52" fmla="*/ 2147483646 w 191"/>
                <a:gd name="T53" fmla="*/ 2147483646 h 190"/>
                <a:gd name="T54" fmla="*/ 2147483646 w 191"/>
                <a:gd name="T55" fmla="*/ 2147483646 h 190"/>
                <a:gd name="T56" fmla="*/ 2147483646 w 191"/>
                <a:gd name="T57" fmla="*/ 2147483646 h 190"/>
                <a:gd name="T58" fmla="*/ 2147483646 w 191"/>
                <a:gd name="T59" fmla="*/ 2147483646 h 190"/>
                <a:gd name="T60" fmla="*/ 2147483646 w 191"/>
                <a:gd name="T61" fmla="*/ 2147483646 h 190"/>
                <a:gd name="T62" fmla="*/ 2147483646 w 191"/>
                <a:gd name="T63" fmla="*/ 2147483646 h 190"/>
                <a:gd name="T64" fmla="*/ 2147483646 w 191"/>
                <a:gd name="T65" fmla="*/ 2147483646 h 190"/>
                <a:gd name="T66" fmla="*/ 2147483646 w 191"/>
                <a:gd name="T67" fmla="*/ 2147483646 h 190"/>
                <a:gd name="T68" fmla="*/ 2147483646 w 191"/>
                <a:gd name="T69" fmla="*/ 2147483646 h 190"/>
                <a:gd name="T70" fmla="*/ 2147483646 w 191"/>
                <a:gd name="T71" fmla="*/ 2147483646 h 190"/>
                <a:gd name="T72" fmla="*/ 2147483646 w 191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0"/>
                <a:gd name="T113" fmla="*/ 191 w 191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0">
                  <a:moveTo>
                    <a:pt x="191" y="95"/>
                  </a:moveTo>
                  <a:lnTo>
                    <a:pt x="190" y="79"/>
                  </a:lnTo>
                  <a:lnTo>
                    <a:pt x="186" y="63"/>
                  </a:lnTo>
                  <a:lnTo>
                    <a:pt x="179" y="48"/>
                  </a:lnTo>
                  <a:lnTo>
                    <a:pt x="169" y="34"/>
                  </a:lnTo>
                  <a:lnTo>
                    <a:pt x="157" y="22"/>
                  </a:lnTo>
                  <a:lnTo>
                    <a:pt x="144" y="13"/>
                  </a:lnTo>
                  <a:lnTo>
                    <a:pt x="129" y="6"/>
                  </a:lnTo>
                  <a:lnTo>
                    <a:pt x="113" y="2"/>
                  </a:lnTo>
                  <a:lnTo>
                    <a:pt x="96" y="0"/>
                  </a:lnTo>
                  <a:lnTo>
                    <a:pt x="80" y="2"/>
                  </a:lnTo>
                  <a:lnTo>
                    <a:pt x="64" y="6"/>
                  </a:lnTo>
                  <a:lnTo>
                    <a:pt x="49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2" y="79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9" y="178"/>
                  </a:lnTo>
                  <a:lnTo>
                    <a:pt x="64" y="185"/>
                  </a:lnTo>
                  <a:lnTo>
                    <a:pt x="80" y="189"/>
                  </a:lnTo>
                  <a:lnTo>
                    <a:pt x="96" y="190"/>
                  </a:lnTo>
                  <a:lnTo>
                    <a:pt x="113" y="189"/>
                  </a:lnTo>
                  <a:lnTo>
                    <a:pt x="129" y="185"/>
                  </a:lnTo>
                  <a:lnTo>
                    <a:pt x="144" y="178"/>
                  </a:lnTo>
                  <a:lnTo>
                    <a:pt x="157" y="168"/>
                  </a:lnTo>
                  <a:lnTo>
                    <a:pt x="169" y="156"/>
                  </a:lnTo>
                  <a:lnTo>
                    <a:pt x="179" y="143"/>
                  </a:lnTo>
                  <a:lnTo>
                    <a:pt x="186" y="128"/>
                  </a:lnTo>
                  <a:lnTo>
                    <a:pt x="190" y="112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Line 61"/>
            <p:cNvSpPr>
              <a:spLocks noChangeShapeType="1"/>
            </p:cNvSpPr>
            <p:nvPr/>
          </p:nvSpPr>
          <p:spPr bwMode="auto">
            <a:xfrm>
              <a:off x="5745163" y="3394822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62"/>
            <p:cNvSpPr>
              <a:spLocks/>
            </p:cNvSpPr>
            <p:nvPr/>
          </p:nvSpPr>
          <p:spPr bwMode="auto">
            <a:xfrm>
              <a:off x="5668963" y="3356722"/>
              <a:ext cx="76200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4"/>
                  </a:moveTo>
                  <a:lnTo>
                    <a:pt x="188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3"/>
                  </a:lnTo>
                  <a:lnTo>
                    <a:pt x="156" y="22"/>
                  </a:lnTo>
                  <a:lnTo>
                    <a:pt x="142" y="12"/>
                  </a:lnTo>
                  <a:lnTo>
                    <a:pt x="127" y="5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3"/>
                  </a:lnTo>
                  <a:lnTo>
                    <a:pt x="12" y="47"/>
                  </a:lnTo>
                  <a:lnTo>
                    <a:pt x="5" y="62"/>
                  </a:lnTo>
                  <a:lnTo>
                    <a:pt x="1" y="78"/>
                  </a:lnTo>
                  <a:lnTo>
                    <a:pt x="0" y="94"/>
                  </a:lnTo>
                  <a:lnTo>
                    <a:pt x="1" y="111"/>
                  </a:lnTo>
                  <a:lnTo>
                    <a:pt x="5" y="127"/>
                  </a:lnTo>
                  <a:lnTo>
                    <a:pt x="12" y="142"/>
                  </a:lnTo>
                  <a:lnTo>
                    <a:pt x="22" y="156"/>
                  </a:lnTo>
                  <a:lnTo>
                    <a:pt x="34" y="167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8"/>
                  </a:lnTo>
                  <a:lnTo>
                    <a:pt x="95" y="190"/>
                  </a:lnTo>
                  <a:lnTo>
                    <a:pt x="111" y="188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6" y="167"/>
                  </a:lnTo>
                  <a:lnTo>
                    <a:pt x="168" y="156"/>
                  </a:lnTo>
                  <a:lnTo>
                    <a:pt x="177" y="142"/>
                  </a:lnTo>
                  <a:lnTo>
                    <a:pt x="184" y="127"/>
                  </a:lnTo>
                  <a:lnTo>
                    <a:pt x="188" y="111"/>
                  </a:lnTo>
                  <a:lnTo>
                    <a:pt x="190" y="94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Line 63"/>
            <p:cNvSpPr>
              <a:spLocks noChangeShapeType="1"/>
            </p:cNvSpPr>
            <p:nvPr/>
          </p:nvSpPr>
          <p:spPr bwMode="auto">
            <a:xfrm>
              <a:off x="5868988" y="4464797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64"/>
            <p:cNvSpPr>
              <a:spLocks/>
            </p:cNvSpPr>
            <p:nvPr/>
          </p:nvSpPr>
          <p:spPr bwMode="auto">
            <a:xfrm>
              <a:off x="5792788" y="4426697"/>
              <a:ext cx="76200" cy="74612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2" y="156"/>
                  </a:lnTo>
                  <a:lnTo>
                    <a:pt x="34" y="169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5" y="191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9"/>
                  </a:lnTo>
                  <a:lnTo>
                    <a:pt x="168" y="156"/>
                  </a:lnTo>
                  <a:lnTo>
                    <a:pt x="178" y="142"/>
                  </a:lnTo>
                  <a:lnTo>
                    <a:pt x="185" y="127"/>
                  </a:lnTo>
                  <a:lnTo>
                    <a:pt x="189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Line 65"/>
            <p:cNvSpPr>
              <a:spLocks noChangeShapeType="1"/>
            </p:cNvSpPr>
            <p:nvPr/>
          </p:nvSpPr>
          <p:spPr bwMode="auto">
            <a:xfrm>
              <a:off x="5992813" y="4515597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66"/>
            <p:cNvSpPr>
              <a:spLocks/>
            </p:cNvSpPr>
            <p:nvPr/>
          </p:nvSpPr>
          <p:spPr bwMode="auto">
            <a:xfrm>
              <a:off x="5918200" y="4477497"/>
              <a:ext cx="74613" cy="76200"/>
            </a:xfrm>
            <a:custGeom>
              <a:avLst/>
              <a:gdLst>
                <a:gd name="T0" fmla="*/ 2147483646 w 191"/>
                <a:gd name="T1" fmla="*/ 2147483646 h 191"/>
                <a:gd name="T2" fmla="*/ 2147483646 w 191"/>
                <a:gd name="T3" fmla="*/ 2147483646 h 191"/>
                <a:gd name="T4" fmla="*/ 2147483646 w 191"/>
                <a:gd name="T5" fmla="*/ 2147483646 h 191"/>
                <a:gd name="T6" fmla="*/ 2147483646 w 191"/>
                <a:gd name="T7" fmla="*/ 2147483646 h 191"/>
                <a:gd name="T8" fmla="*/ 2147483646 w 191"/>
                <a:gd name="T9" fmla="*/ 2147483646 h 191"/>
                <a:gd name="T10" fmla="*/ 2147483646 w 191"/>
                <a:gd name="T11" fmla="*/ 2147483646 h 191"/>
                <a:gd name="T12" fmla="*/ 2147483646 w 191"/>
                <a:gd name="T13" fmla="*/ 2147483646 h 191"/>
                <a:gd name="T14" fmla="*/ 2147483646 w 191"/>
                <a:gd name="T15" fmla="*/ 2147483646 h 191"/>
                <a:gd name="T16" fmla="*/ 2147483646 w 191"/>
                <a:gd name="T17" fmla="*/ 2147483646 h 191"/>
                <a:gd name="T18" fmla="*/ 2147483646 w 191"/>
                <a:gd name="T19" fmla="*/ 0 h 191"/>
                <a:gd name="T20" fmla="*/ 2147483646 w 191"/>
                <a:gd name="T21" fmla="*/ 2147483646 h 191"/>
                <a:gd name="T22" fmla="*/ 2147483646 w 191"/>
                <a:gd name="T23" fmla="*/ 2147483646 h 191"/>
                <a:gd name="T24" fmla="*/ 2147483646 w 191"/>
                <a:gd name="T25" fmla="*/ 2147483646 h 191"/>
                <a:gd name="T26" fmla="*/ 2147483646 w 191"/>
                <a:gd name="T27" fmla="*/ 2147483646 h 191"/>
                <a:gd name="T28" fmla="*/ 2147483646 w 191"/>
                <a:gd name="T29" fmla="*/ 2147483646 h 191"/>
                <a:gd name="T30" fmla="*/ 2147483646 w 191"/>
                <a:gd name="T31" fmla="*/ 2147483646 h 191"/>
                <a:gd name="T32" fmla="*/ 2147483646 w 191"/>
                <a:gd name="T33" fmla="*/ 2147483646 h 191"/>
                <a:gd name="T34" fmla="*/ 2147483646 w 191"/>
                <a:gd name="T35" fmla="*/ 2147483646 h 191"/>
                <a:gd name="T36" fmla="*/ 0 w 191"/>
                <a:gd name="T37" fmla="*/ 2147483646 h 191"/>
                <a:gd name="T38" fmla="*/ 2147483646 w 191"/>
                <a:gd name="T39" fmla="*/ 2147483646 h 191"/>
                <a:gd name="T40" fmla="*/ 2147483646 w 191"/>
                <a:gd name="T41" fmla="*/ 2147483646 h 191"/>
                <a:gd name="T42" fmla="*/ 2147483646 w 191"/>
                <a:gd name="T43" fmla="*/ 2147483646 h 191"/>
                <a:gd name="T44" fmla="*/ 2147483646 w 191"/>
                <a:gd name="T45" fmla="*/ 2147483646 h 191"/>
                <a:gd name="T46" fmla="*/ 2147483646 w 191"/>
                <a:gd name="T47" fmla="*/ 2147483646 h 191"/>
                <a:gd name="T48" fmla="*/ 2147483646 w 191"/>
                <a:gd name="T49" fmla="*/ 2147483646 h 191"/>
                <a:gd name="T50" fmla="*/ 2147483646 w 191"/>
                <a:gd name="T51" fmla="*/ 2147483646 h 191"/>
                <a:gd name="T52" fmla="*/ 2147483646 w 191"/>
                <a:gd name="T53" fmla="*/ 2147483646 h 191"/>
                <a:gd name="T54" fmla="*/ 2147483646 w 191"/>
                <a:gd name="T55" fmla="*/ 2147483646 h 191"/>
                <a:gd name="T56" fmla="*/ 2147483646 w 191"/>
                <a:gd name="T57" fmla="*/ 2147483646 h 191"/>
                <a:gd name="T58" fmla="*/ 2147483646 w 191"/>
                <a:gd name="T59" fmla="*/ 2147483646 h 191"/>
                <a:gd name="T60" fmla="*/ 2147483646 w 191"/>
                <a:gd name="T61" fmla="*/ 2147483646 h 191"/>
                <a:gd name="T62" fmla="*/ 2147483646 w 191"/>
                <a:gd name="T63" fmla="*/ 2147483646 h 191"/>
                <a:gd name="T64" fmla="*/ 2147483646 w 191"/>
                <a:gd name="T65" fmla="*/ 2147483646 h 191"/>
                <a:gd name="T66" fmla="*/ 2147483646 w 191"/>
                <a:gd name="T67" fmla="*/ 2147483646 h 191"/>
                <a:gd name="T68" fmla="*/ 2147483646 w 191"/>
                <a:gd name="T69" fmla="*/ 2147483646 h 191"/>
                <a:gd name="T70" fmla="*/ 2147483646 w 191"/>
                <a:gd name="T71" fmla="*/ 2147483646 h 191"/>
                <a:gd name="T72" fmla="*/ 2147483646 w 191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1"/>
                <a:gd name="T113" fmla="*/ 191 w 191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1">
                  <a:moveTo>
                    <a:pt x="191" y="95"/>
                  </a:moveTo>
                  <a:lnTo>
                    <a:pt x="189" y="79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9" y="34"/>
                  </a:lnTo>
                  <a:lnTo>
                    <a:pt x="157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6" y="0"/>
                  </a:lnTo>
                  <a:lnTo>
                    <a:pt x="79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8"/>
                  </a:lnTo>
                  <a:lnTo>
                    <a:pt x="5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5" y="128"/>
                  </a:lnTo>
                  <a:lnTo>
                    <a:pt x="12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9" y="189"/>
                  </a:lnTo>
                  <a:lnTo>
                    <a:pt x="96" y="191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7" y="168"/>
                  </a:lnTo>
                  <a:lnTo>
                    <a:pt x="169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Line 67"/>
            <p:cNvSpPr>
              <a:spLocks noChangeShapeType="1"/>
            </p:cNvSpPr>
            <p:nvPr/>
          </p:nvSpPr>
          <p:spPr bwMode="auto">
            <a:xfrm>
              <a:off x="6116638" y="3988547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68"/>
            <p:cNvSpPr>
              <a:spLocks/>
            </p:cNvSpPr>
            <p:nvPr/>
          </p:nvSpPr>
          <p:spPr bwMode="auto">
            <a:xfrm>
              <a:off x="6042025" y="3950447"/>
              <a:ext cx="74613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7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8"/>
                  </a:lnTo>
                  <a:lnTo>
                    <a:pt x="95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7" y="168"/>
                  </a:lnTo>
                  <a:lnTo>
                    <a:pt x="168" y="156"/>
                  </a:lnTo>
                  <a:lnTo>
                    <a:pt x="178" y="142"/>
                  </a:lnTo>
                  <a:lnTo>
                    <a:pt x="185" y="127"/>
                  </a:lnTo>
                  <a:lnTo>
                    <a:pt x="189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6242050" y="4918822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70"/>
            <p:cNvSpPr>
              <a:spLocks/>
            </p:cNvSpPr>
            <p:nvPr/>
          </p:nvSpPr>
          <p:spPr bwMode="auto">
            <a:xfrm>
              <a:off x="6165850" y="4880722"/>
              <a:ext cx="76200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6"/>
                  </a:moveTo>
                  <a:lnTo>
                    <a:pt x="188" y="79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2"/>
                  </a:lnTo>
                  <a:lnTo>
                    <a:pt x="127" y="5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2" y="47"/>
                  </a:lnTo>
                  <a:lnTo>
                    <a:pt x="6" y="62"/>
                  </a:lnTo>
                  <a:lnTo>
                    <a:pt x="1" y="79"/>
                  </a:lnTo>
                  <a:lnTo>
                    <a:pt x="0" y="96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2" y="143"/>
                  </a:lnTo>
                  <a:lnTo>
                    <a:pt x="22" y="157"/>
                  </a:lnTo>
                  <a:lnTo>
                    <a:pt x="34" y="169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1"/>
                  </a:lnTo>
                  <a:lnTo>
                    <a:pt x="111" y="189"/>
                  </a:lnTo>
                  <a:lnTo>
                    <a:pt x="127" y="185"/>
                  </a:lnTo>
                  <a:lnTo>
                    <a:pt x="142" y="178"/>
                  </a:lnTo>
                  <a:lnTo>
                    <a:pt x="156" y="169"/>
                  </a:lnTo>
                  <a:lnTo>
                    <a:pt x="168" y="157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2"/>
                  </a:lnTo>
                  <a:lnTo>
                    <a:pt x="190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Line 71"/>
            <p:cNvSpPr>
              <a:spLocks noChangeShapeType="1"/>
            </p:cNvSpPr>
            <p:nvPr/>
          </p:nvSpPr>
          <p:spPr bwMode="auto">
            <a:xfrm>
              <a:off x="6365875" y="515694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72"/>
            <p:cNvSpPr>
              <a:spLocks/>
            </p:cNvSpPr>
            <p:nvPr/>
          </p:nvSpPr>
          <p:spPr bwMode="auto">
            <a:xfrm>
              <a:off x="6289675" y="5118847"/>
              <a:ext cx="76200" cy="76200"/>
            </a:xfrm>
            <a:custGeom>
              <a:avLst/>
              <a:gdLst>
                <a:gd name="T0" fmla="*/ 2147483646 w 191"/>
                <a:gd name="T1" fmla="*/ 2147483646 h 190"/>
                <a:gd name="T2" fmla="*/ 2147483646 w 191"/>
                <a:gd name="T3" fmla="*/ 2147483646 h 190"/>
                <a:gd name="T4" fmla="*/ 2147483646 w 191"/>
                <a:gd name="T5" fmla="*/ 2147483646 h 190"/>
                <a:gd name="T6" fmla="*/ 2147483646 w 191"/>
                <a:gd name="T7" fmla="*/ 2147483646 h 190"/>
                <a:gd name="T8" fmla="*/ 2147483646 w 191"/>
                <a:gd name="T9" fmla="*/ 2147483646 h 190"/>
                <a:gd name="T10" fmla="*/ 2147483646 w 191"/>
                <a:gd name="T11" fmla="*/ 2147483646 h 190"/>
                <a:gd name="T12" fmla="*/ 2147483646 w 191"/>
                <a:gd name="T13" fmla="*/ 2147483646 h 190"/>
                <a:gd name="T14" fmla="*/ 2147483646 w 191"/>
                <a:gd name="T15" fmla="*/ 2147483646 h 190"/>
                <a:gd name="T16" fmla="*/ 2147483646 w 191"/>
                <a:gd name="T17" fmla="*/ 2147483646 h 190"/>
                <a:gd name="T18" fmla="*/ 2147483646 w 191"/>
                <a:gd name="T19" fmla="*/ 0 h 190"/>
                <a:gd name="T20" fmla="*/ 2147483646 w 191"/>
                <a:gd name="T21" fmla="*/ 2147483646 h 190"/>
                <a:gd name="T22" fmla="*/ 2147483646 w 191"/>
                <a:gd name="T23" fmla="*/ 2147483646 h 190"/>
                <a:gd name="T24" fmla="*/ 2147483646 w 191"/>
                <a:gd name="T25" fmla="*/ 2147483646 h 190"/>
                <a:gd name="T26" fmla="*/ 2147483646 w 191"/>
                <a:gd name="T27" fmla="*/ 2147483646 h 190"/>
                <a:gd name="T28" fmla="*/ 2147483646 w 191"/>
                <a:gd name="T29" fmla="*/ 2147483646 h 190"/>
                <a:gd name="T30" fmla="*/ 2147483646 w 191"/>
                <a:gd name="T31" fmla="*/ 2147483646 h 190"/>
                <a:gd name="T32" fmla="*/ 2147483646 w 191"/>
                <a:gd name="T33" fmla="*/ 2147483646 h 190"/>
                <a:gd name="T34" fmla="*/ 2147483646 w 191"/>
                <a:gd name="T35" fmla="*/ 2147483646 h 190"/>
                <a:gd name="T36" fmla="*/ 0 w 191"/>
                <a:gd name="T37" fmla="*/ 2147483646 h 190"/>
                <a:gd name="T38" fmla="*/ 2147483646 w 191"/>
                <a:gd name="T39" fmla="*/ 2147483646 h 190"/>
                <a:gd name="T40" fmla="*/ 2147483646 w 191"/>
                <a:gd name="T41" fmla="*/ 2147483646 h 190"/>
                <a:gd name="T42" fmla="*/ 2147483646 w 191"/>
                <a:gd name="T43" fmla="*/ 2147483646 h 190"/>
                <a:gd name="T44" fmla="*/ 2147483646 w 191"/>
                <a:gd name="T45" fmla="*/ 2147483646 h 190"/>
                <a:gd name="T46" fmla="*/ 2147483646 w 191"/>
                <a:gd name="T47" fmla="*/ 2147483646 h 190"/>
                <a:gd name="T48" fmla="*/ 2147483646 w 191"/>
                <a:gd name="T49" fmla="*/ 2147483646 h 190"/>
                <a:gd name="T50" fmla="*/ 2147483646 w 191"/>
                <a:gd name="T51" fmla="*/ 2147483646 h 190"/>
                <a:gd name="T52" fmla="*/ 2147483646 w 191"/>
                <a:gd name="T53" fmla="*/ 2147483646 h 190"/>
                <a:gd name="T54" fmla="*/ 2147483646 w 191"/>
                <a:gd name="T55" fmla="*/ 2147483646 h 190"/>
                <a:gd name="T56" fmla="*/ 2147483646 w 191"/>
                <a:gd name="T57" fmla="*/ 2147483646 h 190"/>
                <a:gd name="T58" fmla="*/ 2147483646 w 191"/>
                <a:gd name="T59" fmla="*/ 2147483646 h 190"/>
                <a:gd name="T60" fmla="*/ 2147483646 w 191"/>
                <a:gd name="T61" fmla="*/ 2147483646 h 190"/>
                <a:gd name="T62" fmla="*/ 2147483646 w 191"/>
                <a:gd name="T63" fmla="*/ 2147483646 h 190"/>
                <a:gd name="T64" fmla="*/ 2147483646 w 191"/>
                <a:gd name="T65" fmla="*/ 2147483646 h 190"/>
                <a:gd name="T66" fmla="*/ 2147483646 w 191"/>
                <a:gd name="T67" fmla="*/ 2147483646 h 190"/>
                <a:gd name="T68" fmla="*/ 2147483646 w 191"/>
                <a:gd name="T69" fmla="*/ 2147483646 h 190"/>
                <a:gd name="T70" fmla="*/ 2147483646 w 191"/>
                <a:gd name="T71" fmla="*/ 2147483646 h 190"/>
                <a:gd name="T72" fmla="*/ 2147483646 w 191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0"/>
                <a:gd name="T113" fmla="*/ 191 w 191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0">
                  <a:moveTo>
                    <a:pt x="191" y="95"/>
                  </a:moveTo>
                  <a:lnTo>
                    <a:pt x="190" y="78"/>
                  </a:lnTo>
                  <a:lnTo>
                    <a:pt x="186" y="62"/>
                  </a:lnTo>
                  <a:lnTo>
                    <a:pt x="179" y="47"/>
                  </a:lnTo>
                  <a:lnTo>
                    <a:pt x="169" y="34"/>
                  </a:lnTo>
                  <a:lnTo>
                    <a:pt x="158" y="22"/>
                  </a:lnTo>
                  <a:lnTo>
                    <a:pt x="144" y="13"/>
                  </a:lnTo>
                  <a:lnTo>
                    <a:pt x="129" y="6"/>
                  </a:lnTo>
                  <a:lnTo>
                    <a:pt x="113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9"/>
                  </a:lnTo>
                  <a:lnTo>
                    <a:pt x="95" y="190"/>
                  </a:lnTo>
                  <a:lnTo>
                    <a:pt x="113" y="189"/>
                  </a:lnTo>
                  <a:lnTo>
                    <a:pt x="129" y="184"/>
                  </a:lnTo>
                  <a:lnTo>
                    <a:pt x="144" y="177"/>
                  </a:lnTo>
                  <a:lnTo>
                    <a:pt x="158" y="168"/>
                  </a:lnTo>
                  <a:lnTo>
                    <a:pt x="169" y="156"/>
                  </a:lnTo>
                  <a:lnTo>
                    <a:pt x="179" y="143"/>
                  </a:lnTo>
                  <a:lnTo>
                    <a:pt x="186" y="128"/>
                  </a:lnTo>
                  <a:lnTo>
                    <a:pt x="190" y="112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Line 73"/>
            <p:cNvSpPr>
              <a:spLocks noChangeShapeType="1"/>
            </p:cNvSpPr>
            <p:nvPr/>
          </p:nvSpPr>
          <p:spPr bwMode="auto">
            <a:xfrm>
              <a:off x="6489700" y="520774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74"/>
            <p:cNvSpPr>
              <a:spLocks/>
            </p:cNvSpPr>
            <p:nvPr/>
          </p:nvSpPr>
          <p:spPr bwMode="auto">
            <a:xfrm>
              <a:off x="6413500" y="5171234"/>
              <a:ext cx="76200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8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1" y="78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9"/>
                  </a:lnTo>
                  <a:lnTo>
                    <a:pt x="95" y="190"/>
                  </a:lnTo>
                  <a:lnTo>
                    <a:pt x="111" y="189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8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Line 75"/>
            <p:cNvSpPr>
              <a:spLocks noChangeShapeType="1"/>
            </p:cNvSpPr>
            <p:nvPr/>
          </p:nvSpPr>
          <p:spPr bwMode="auto">
            <a:xfrm>
              <a:off x="6613525" y="5333159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76"/>
            <p:cNvSpPr>
              <a:spLocks/>
            </p:cNvSpPr>
            <p:nvPr/>
          </p:nvSpPr>
          <p:spPr bwMode="auto">
            <a:xfrm>
              <a:off x="6538913" y="5295059"/>
              <a:ext cx="74612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6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7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3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3" y="157"/>
                  </a:lnTo>
                  <a:lnTo>
                    <a:pt x="34" y="169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5" y="191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7" y="169"/>
                  </a:lnTo>
                  <a:lnTo>
                    <a:pt x="168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Line 77"/>
            <p:cNvSpPr>
              <a:spLocks noChangeShapeType="1"/>
            </p:cNvSpPr>
            <p:nvPr/>
          </p:nvSpPr>
          <p:spPr bwMode="auto">
            <a:xfrm>
              <a:off x="6737350" y="532839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78"/>
            <p:cNvSpPr>
              <a:spLocks/>
            </p:cNvSpPr>
            <p:nvPr/>
          </p:nvSpPr>
          <p:spPr bwMode="auto">
            <a:xfrm>
              <a:off x="6662738" y="5290297"/>
              <a:ext cx="74612" cy="76200"/>
            </a:xfrm>
            <a:custGeom>
              <a:avLst/>
              <a:gdLst>
                <a:gd name="T0" fmla="*/ 2147483646 w 191"/>
                <a:gd name="T1" fmla="*/ 2147483646 h 191"/>
                <a:gd name="T2" fmla="*/ 2147483646 w 191"/>
                <a:gd name="T3" fmla="*/ 2147483646 h 191"/>
                <a:gd name="T4" fmla="*/ 2147483646 w 191"/>
                <a:gd name="T5" fmla="*/ 2147483646 h 191"/>
                <a:gd name="T6" fmla="*/ 2147483646 w 191"/>
                <a:gd name="T7" fmla="*/ 2147483646 h 191"/>
                <a:gd name="T8" fmla="*/ 2147483646 w 191"/>
                <a:gd name="T9" fmla="*/ 2147483646 h 191"/>
                <a:gd name="T10" fmla="*/ 2147483646 w 191"/>
                <a:gd name="T11" fmla="*/ 2147483646 h 191"/>
                <a:gd name="T12" fmla="*/ 2147483646 w 191"/>
                <a:gd name="T13" fmla="*/ 2147483646 h 191"/>
                <a:gd name="T14" fmla="*/ 2147483646 w 191"/>
                <a:gd name="T15" fmla="*/ 2147483646 h 191"/>
                <a:gd name="T16" fmla="*/ 2147483646 w 191"/>
                <a:gd name="T17" fmla="*/ 2147483646 h 191"/>
                <a:gd name="T18" fmla="*/ 2147483646 w 191"/>
                <a:gd name="T19" fmla="*/ 0 h 191"/>
                <a:gd name="T20" fmla="*/ 2147483646 w 191"/>
                <a:gd name="T21" fmla="*/ 2147483646 h 191"/>
                <a:gd name="T22" fmla="*/ 2147483646 w 191"/>
                <a:gd name="T23" fmla="*/ 2147483646 h 191"/>
                <a:gd name="T24" fmla="*/ 2147483646 w 191"/>
                <a:gd name="T25" fmla="*/ 2147483646 h 191"/>
                <a:gd name="T26" fmla="*/ 2147483646 w 191"/>
                <a:gd name="T27" fmla="*/ 2147483646 h 191"/>
                <a:gd name="T28" fmla="*/ 2147483646 w 191"/>
                <a:gd name="T29" fmla="*/ 2147483646 h 191"/>
                <a:gd name="T30" fmla="*/ 2147483646 w 191"/>
                <a:gd name="T31" fmla="*/ 2147483646 h 191"/>
                <a:gd name="T32" fmla="*/ 2147483646 w 191"/>
                <a:gd name="T33" fmla="*/ 2147483646 h 191"/>
                <a:gd name="T34" fmla="*/ 2147483646 w 191"/>
                <a:gd name="T35" fmla="*/ 2147483646 h 191"/>
                <a:gd name="T36" fmla="*/ 0 w 191"/>
                <a:gd name="T37" fmla="*/ 2147483646 h 191"/>
                <a:gd name="T38" fmla="*/ 2147483646 w 191"/>
                <a:gd name="T39" fmla="*/ 2147483646 h 191"/>
                <a:gd name="T40" fmla="*/ 2147483646 w 191"/>
                <a:gd name="T41" fmla="*/ 2147483646 h 191"/>
                <a:gd name="T42" fmla="*/ 2147483646 w 191"/>
                <a:gd name="T43" fmla="*/ 2147483646 h 191"/>
                <a:gd name="T44" fmla="*/ 2147483646 w 191"/>
                <a:gd name="T45" fmla="*/ 2147483646 h 191"/>
                <a:gd name="T46" fmla="*/ 2147483646 w 191"/>
                <a:gd name="T47" fmla="*/ 2147483646 h 191"/>
                <a:gd name="T48" fmla="*/ 2147483646 w 191"/>
                <a:gd name="T49" fmla="*/ 2147483646 h 191"/>
                <a:gd name="T50" fmla="*/ 2147483646 w 191"/>
                <a:gd name="T51" fmla="*/ 2147483646 h 191"/>
                <a:gd name="T52" fmla="*/ 2147483646 w 191"/>
                <a:gd name="T53" fmla="*/ 2147483646 h 191"/>
                <a:gd name="T54" fmla="*/ 2147483646 w 191"/>
                <a:gd name="T55" fmla="*/ 2147483646 h 191"/>
                <a:gd name="T56" fmla="*/ 2147483646 w 191"/>
                <a:gd name="T57" fmla="*/ 2147483646 h 191"/>
                <a:gd name="T58" fmla="*/ 2147483646 w 191"/>
                <a:gd name="T59" fmla="*/ 2147483646 h 191"/>
                <a:gd name="T60" fmla="*/ 2147483646 w 191"/>
                <a:gd name="T61" fmla="*/ 2147483646 h 191"/>
                <a:gd name="T62" fmla="*/ 2147483646 w 191"/>
                <a:gd name="T63" fmla="*/ 2147483646 h 191"/>
                <a:gd name="T64" fmla="*/ 2147483646 w 191"/>
                <a:gd name="T65" fmla="*/ 2147483646 h 191"/>
                <a:gd name="T66" fmla="*/ 2147483646 w 191"/>
                <a:gd name="T67" fmla="*/ 2147483646 h 191"/>
                <a:gd name="T68" fmla="*/ 2147483646 w 191"/>
                <a:gd name="T69" fmla="*/ 2147483646 h 191"/>
                <a:gd name="T70" fmla="*/ 2147483646 w 191"/>
                <a:gd name="T71" fmla="*/ 2147483646 h 191"/>
                <a:gd name="T72" fmla="*/ 2147483646 w 191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1"/>
                <a:gd name="T113" fmla="*/ 191 w 191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1">
                  <a:moveTo>
                    <a:pt x="191" y="96"/>
                  </a:moveTo>
                  <a:lnTo>
                    <a:pt x="190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9" y="33"/>
                  </a:lnTo>
                  <a:lnTo>
                    <a:pt x="157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3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1" y="78"/>
                  </a:lnTo>
                  <a:lnTo>
                    <a:pt x="0" y="96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1"/>
                  </a:lnTo>
                  <a:lnTo>
                    <a:pt x="111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7" y="168"/>
                  </a:lnTo>
                  <a:lnTo>
                    <a:pt x="169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90" y="112"/>
                  </a:lnTo>
                  <a:lnTo>
                    <a:pt x="191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Line 79"/>
            <p:cNvSpPr>
              <a:spLocks noChangeShapeType="1"/>
            </p:cNvSpPr>
            <p:nvPr/>
          </p:nvSpPr>
          <p:spPr bwMode="auto">
            <a:xfrm>
              <a:off x="6861175" y="541729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80"/>
            <p:cNvSpPr>
              <a:spLocks/>
            </p:cNvSpPr>
            <p:nvPr/>
          </p:nvSpPr>
          <p:spPr bwMode="auto">
            <a:xfrm>
              <a:off x="6786563" y="5379197"/>
              <a:ext cx="74612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9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8" y="34"/>
                  </a:lnTo>
                  <a:lnTo>
                    <a:pt x="157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6" y="0"/>
                  </a:lnTo>
                  <a:lnTo>
                    <a:pt x="79" y="2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3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2" y="79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3" y="156"/>
                  </a:lnTo>
                  <a:lnTo>
                    <a:pt x="34" y="168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6" y="190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7" y="168"/>
                  </a:lnTo>
                  <a:lnTo>
                    <a:pt x="168" y="156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Line 81"/>
            <p:cNvSpPr>
              <a:spLocks noChangeShapeType="1"/>
            </p:cNvSpPr>
            <p:nvPr/>
          </p:nvSpPr>
          <p:spPr bwMode="auto">
            <a:xfrm>
              <a:off x="6986588" y="6041184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82"/>
            <p:cNvSpPr>
              <a:spLocks/>
            </p:cNvSpPr>
            <p:nvPr/>
          </p:nvSpPr>
          <p:spPr bwMode="auto">
            <a:xfrm>
              <a:off x="6910388" y="6003084"/>
              <a:ext cx="76200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1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1" y="78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9"/>
                  </a:lnTo>
                  <a:lnTo>
                    <a:pt x="95" y="190"/>
                  </a:lnTo>
                  <a:lnTo>
                    <a:pt x="111" y="189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Line 83"/>
            <p:cNvSpPr>
              <a:spLocks noChangeShapeType="1"/>
            </p:cNvSpPr>
            <p:nvPr/>
          </p:nvSpPr>
          <p:spPr bwMode="auto">
            <a:xfrm>
              <a:off x="7110413" y="5979272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84"/>
            <p:cNvSpPr>
              <a:spLocks/>
            </p:cNvSpPr>
            <p:nvPr/>
          </p:nvSpPr>
          <p:spPr bwMode="auto">
            <a:xfrm>
              <a:off x="7034213" y="5941172"/>
              <a:ext cx="76200" cy="76200"/>
            </a:xfrm>
            <a:custGeom>
              <a:avLst/>
              <a:gdLst>
                <a:gd name="T0" fmla="*/ 2147483646 w 191"/>
                <a:gd name="T1" fmla="*/ 2147483646 h 190"/>
                <a:gd name="T2" fmla="*/ 2147483646 w 191"/>
                <a:gd name="T3" fmla="*/ 2147483646 h 190"/>
                <a:gd name="T4" fmla="*/ 2147483646 w 191"/>
                <a:gd name="T5" fmla="*/ 2147483646 h 190"/>
                <a:gd name="T6" fmla="*/ 2147483646 w 191"/>
                <a:gd name="T7" fmla="*/ 2147483646 h 190"/>
                <a:gd name="T8" fmla="*/ 2147483646 w 191"/>
                <a:gd name="T9" fmla="*/ 2147483646 h 190"/>
                <a:gd name="T10" fmla="*/ 2147483646 w 191"/>
                <a:gd name="T11" fmla="*/ 2147483646 h 190"/>
                <a:gd name="T12" fmla="*/ 2147483646 w 191"/>
                <a:gd name="T13" fmla="*/ 2147483646 h 190"/>
                <a:gd name="T14" fmla="*/ 2147483646 w 191"/>
                <a:gd name="T15" fmla="*/ 2147483646 h 190"/>
                <a:gd name="T16" fmla="*/ 2147483646 w 191"/>
                <a:gd name="T17" fmla="*/ 2147483646 h 190"/>
                <a:gd name="T18" fmla="*/ 2147483646 w 191"/>
                <a:gd name="T19" fmla="*/ 0 h 190"/>
                <a:gd name="T20" fmla="*/ 2147483646 w 191"/>
                <a:gd name="T21" fmla="*/ 2147483646 h 190"/>
                <a:gd name="T22" fmla="*/ 2147483646 w 191"/>
                <a:gd name="T23" fmla="*/ 2147483646 h 190"/>
                <a:gd name="T24" fmla="*/ 2147483646 w 191"/>
                <a:gd name="T25" fmla="*/ 2147483646 h 190"/>
                <a:gd name="T26" fmla="*/ 2147483646 w 191"/>
                <a:gd name="T27" fmla="*/ 2147483646 h 190"/>
                <a:gd name="T28" fmla="*/ 2147483646 w 191"/>
                <a:gd name="T29" fmla="*/ 2147483646 h 190"/>
                <a:gd name="T30" fmla="*/ 2147483646 w 191"/>
                <a:gd name="T31" fmla="*/ 2147483646 h 190"/>
                <a:gd name="T32" fmla="*/ 2147483646 w 191"/>
                <a:gd name="T33" fmla="*/ 2147483646 h 190"/>
                <a:gd name="T34" fmla="*/ 2147483646 w 191"/>
                <a:gd name="T35" fmla="*/ 2147483646 h 190"/>
                <a:gd name="T36" fmla="*/ 0 w 191"/>
                <a:gd name="T37" fmla="*/ 2147483646 h 190"/>
                <a:gd name="T38" fmla="*/ 2147483646 w 191"/>
                <a:gd name="T39" fmla="*/ 2147483646 h 190"/>
                <a:gd name="T40" fmla="*/ 2147483646 w 191"/>
                <a:gd name="T41" fmla="*/ 2147483646 h 190"/>
                <a:gd name="T42" fmla="*/ 2147483646 w 191"/>
                <a:gd name="T43" fmla="*/ 2147483646 h 190"/>
                <a:gd name="T44" fmla="*/ 2147483646 w 191"/>
                <a:gd name="T45" fmla="*/ 2147483646 h 190"/>
                <a:gd name="T46" fmla="*/ 2147483646 w 191"/>
                <a:gd name="T47" fmla="*/ 2147483646 h 190"/>
                <a:gd name="T48" fmla="*/ 2147483646 w 191"/>
                <a:gd name="T49" fmla="*/ 2147483646 h 190"/>
                <a:gd name="T50" fmla="*/ 2147483646 w 191"/>
                <a:gd name="T51" fmla="*/ 2147483646 h 190"/>
                <a:gd name="T52" fmla="*/ 2147483646 w 191"/>
                <a:gd name="T53" fmla="*/ 2147483646 h 190"/>
                <a:gd name="T54" fmla="*/ 2147483646 w 191"/>
                <a:gd name="T55" fmla="*/ 2147483646 h 190"/>
                <a:gd name="T56" fmla="*/ 2147483646 w 191"/>
                <a:gd name="T57" fmla="*/ 2147483646 h 190"/>
                <a:gd name="T58" fmla="*/ 2147483646 w 191"/>
                <a:gd name="T59" fmla="*/ 2147483646 h 190"/>
                <a:gd name="T60" fmla="*/ 2147483646 w 191"/>
                <a:gd name="T61" fmla="*/ 2147483646 h 190"/>
                <a:gd name="T62" fmla="*/ 2147483646 w 191"/>
                <a:gd name="T63" fmla="*/ 2147483646 h 190"/>
                <a:gd name="T64" fmla="*/ 2147483646 w 191"/>
                <a:gd name="T65" fmla="*/ 2147483646 h 190"/>
                <a:gd name="T66" fmla="*/ 2147483646 w 191"/>
                <a:gd name="T67" fmla="*/ 2147483646 h 190"/>
                <a:gd name="T68" fmla="*/ 2147483646 w 191"/>
                <a:gd name="T69" fmla="*/ 2147483646 h 190"/>
                <a:gd name="T70" fmla="*/ 2147483646 w 191"/>
                <a:gd name="T71" fmla="*/ 2147483646 h 190"/>
                <a:gd name="T72" fmla="*/ 2147483646 w 191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0"/>
                <a:gd name="T113" fmla="*/ 191 w 191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0">
                  <a:moveTo>
                    <a:pt x="191" y="95"/>
                  </a:moveTo>
                  <a:lnTo>
                    <a:pt x="190" y="78"/>
                  </a:lnTo>
                  <a:lnTo>
                    <a:pt x="186" y="62"/>
                  </a:lnTo>
                  <a:lnTo>
                    <a:pt x="179" y="47"/>
                  </a:lnTo>
                  <a:lnTo>
                    <a:pt x="169" y="34"/>
                  </a:lnTo>
                  <a:lnTo>
                    <a:pt x="158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6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3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5"/>
                  </a:lnTo>
                  <a:lnTo>
                    <a:pt x="2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3" y="156"/>
                  </a:lnTo>
                  <a:lnTo>
                    <a:pt x="34" y="168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8"/>
                  </a:lnTo>
                  <a:lnTo>
                    <a:pt x="96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8" y="168"/>
                  </a:lnTo>
                  <a:lnTo>
                    <a:pt x="169" y="156"/>
                  </a:lnTo>
                  <a:lnTo>
                    <a:pt x="179" y="142"/>
                  </a:lnTo>
                  <a:lnTo>
                    <a:pt x="186" y="127"/>
                  </a:lnTo>
                  <a:lnTo>
                    <a:pt x="190" y="111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Line 85"/>
            <p:cNvSpPr>
              <a:spLocks noChangeShapeType="1"/>
            </p:cNvSpPr>
            <p:nvPr/>
          </p:nvSpPr>
          <p:spPr bwMode="auto">
            <a:xfrm>
              <a:off x="7234238" y="5971334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86"/>
            <p:cNvSpPr>
              <a:spLocks/>
            </p:cNvSpPr>
            <p:nvPr/>
          </p:nvSpPr>
          <p:spPr bwMode="auto">
            <a:xfrm>
              <a:off x="7159625" y="5933234"/>
              <a:ext cx="74613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9"/>
                  </a:lnTo>
                  <a:lnTo>
                    <a:pt x="184" y="63"/>
                  </a:lnTo>
                  <a:lnTo>
                    <a:pt x="177" y="48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2" y="13"/>
                  </a:lnTo>
                  <a:lnTo>
                    <a:pt x="127" y="6"/>
                  </a:lnTo>
                  <a:lnTo>
                    <a:pt x="112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9"/>
                  </a:lnTo>
                  <a:lnTo>
                    <a:pt x="95" y="190"/>
                  </a:lnTo>
                  <a:lnTo>
                    <a:pt x="112" y="189"/>
                  </a:lnTo>
                  <a:lnTo>
                    <a:pt x="127" y="184"/>
                  </a:lnTo>
                  <a:lnTo>
                    <a:pt x="142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Line 87"/>
            <p:cNvSpPr>
              <a:spLocks noChangeShapeType="1"/>
            </p:cNvSpPr>
            <p:nvPr/>
          </p:nvSpPr>
          <p:spPr bwMode="auto">
            <a:xfrm>
              <a:off x="7358063" y="6336459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88"/>
            <p:cNvSpPr>
              <a:spLocks/>
            </p:cNvSpPr>
            <p:nvPr/>
          </p:nvSpPr>
          <p:spPr bwMode="auto">
            <a:xfrm>
              <a:off x="7283450" y="6298359"/>
              <a:ext cx="74613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9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8" y="34"/>
                  </a:lnTo>
                  <a:lnTo>
                    <a:pt x="157" y="23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6" y="0"/>
                  </a:lnTo>
                  <a:lnTo>
                    <a:pt x="79" y="2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3"/>
                  </a:lnTo>
                  <a:lnTo>
                    <a:pt x="23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2" y="79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3" y="157"/>
                  </a:lnTo>
                  <a:lnTo>
                    <a:pt x="34" y="168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6" y="190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7" y="168"/>
                  </a:lnTo>
                  <a:lnTo>
                    <a:pt x="168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Line 89"/>
            <p:cNvSpPr>
              <a:spLocks noChangeShapeType="1"/>
            </p:cNvSpPr>
            <p:nvPr/>
          </p:nvSpPr>
          <p:spPr bwMode="auto">
            <a:xfrm>
              <a:off x="7483475" y="6739684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90"/>
            <p:cNvSpPr>
              <a:spLocks/>
            </p:cNvSpPr>
            <p:nvPr/>
          </p:nvSpPr>
          <p:spPr bwMode="auto">
            <a:xfrm>
              <a:off x="7407275" y="6703172"/>
              <a:ext cx="76200" cy="74612"/>
            </a:xfrm>
            <a:custGeom>
              <a:avLst/>
              <a:gdLst>
                <a:gd name="T0" fmla="*/ 2147483646 w 191"/>
                <a:gd name="T1" fmla="*/ 2147483646 h 191"/>
                <a:gd name="T2" fmla="*/ 2147483646 w 191"/>
                <a:gd name="T3" fmla="*/ 2147483646 h 191"/>
                <a:gd name="T4" fmla="*/ 2147483646 w 191"/>
                <a:gd name="T5" fmla="*/ 2147483646 h 191"/>
                <a:gd name="T6" fmla="*/ 2147483646 w 191"/>
                <a:gd name="T7" fmla="*/ 2147483646 h 191"/>
                <a:gd name="T8" fmla="*/ 2147483646 w 191"/>
                <a:gd name="T9" fmla="*/ 2147483646 h 191"/>
                <a:gd name="T10" fmla="*/ 2147483646 w 191"/>
                <a:gd name="T11" fmla="*/ 2147483646 h 191"/>
                <a:gd name="T12" fmla="*/ 2147483646 w 191"/>
                <a:gd name="T13" fmla="*/ 2147483646 h 191"/>
                <a:gd name="T14" fmla="*/ 2147483646 w 191"/>
                <a:gd name="T15" fmla="*/ 2147483646 h 191"/>
                <a:gd name="T16" fmla="*/ 2147483646 w 191"/>
                <a:gd name="T17" fmla="*/ 2147483646 h 191"/>
                <a:gd name="T18" fmla="*/ 2147483646 w 191"/>
                <a:gd name="T19" fmla="*/ 0 h 191"/>
                <a:gd name="T20" fmla="*/ 2147483646 w 191"/>
                <a:gd name="T21" fmla="*/ 2147483646 h 191"/>
                <a:gd name="T22" fmla="*/ 2147483646 w 191"/>
                <a:gd name="T23" fmla="*/ 2147483646 h 191"/>
                <a:gd name="T24" fmla="*/ 2147483646 w 191"/>
                <a:gd name="T25" fmla="*/ 2147483646 h 191"/>
                <a:gd name="T26" fmla="*/ 2147483646 w 191"/>
                <a:gd name="T27" fmla="*/ 2147483646 h 191"/>
                <a:gd name="T28" fmla="*/ 2147483646 w 191"/>
                <a:gd name="T29" fmla="*/ 2147483646 h 191"/>
                <a:gd name="T30" fmla="*/ 2147483646 w 191"/>
                <a:gd name="T31" fmla="*/ 2147483646 h 191"/>
                <a:gd name="T32" fmla="*/ 2147483646 w 191"/>
                <a:gd name="T33" fmla="*/ 2147483646 h 191"/>
                <a:gd name="T34" fmla="*/ 2147483646 w 191"/>
                <a:gd name="T35" fmla="*/ 2147483646 h 191"/>
                <a:gd name="T36" fmla="*/ 0 w 191"/>
                <a:gd name="T37" fmla="*/ 2147483646 h 191"/>
                <a:gd name="T38" fmla="*/ 2147483646 w 191"/>
                <a:gd name="T39" fmla="*/ 2147483646 h 191"/>
                <a:gd name="T40" fmla="*/ 2147483646 w 191"/>
                <a:gd name="T41" fmla="*/ 2147483646 h 191"/>
                <a:gd name="T42" fmla="*/ 2147483646 w 191"/>
                <a:gd name="T43" fmla="*/ 2147483646 h 191"/>
                <a:gd name="T44" fmla="*/ 2147483646 w 191"/>
                <a:gd name="T45" fmla="*/ 2147483646 h 191"/>
                <a:gd name="T46" fmla="*/ 2147483646 w 191"/>
                <a:gd name="T47" fmla="*/ 2147483646 h 191"/>
                <a:gd name="T48" fmla="*/ 2147483646 w 191"/>
                <a:gd name="T49" fmla="*/ 2147483646 h 191"/>
                <a:gd name="T50" fmla="*/ 2147483646 w 191"/>
                <a:gd name="T51" fmla="*/ 2147483646 h 191"/>
                <a:gd name="T52" fmla="*/ 2147483646 w 191"/>
                <a:gd name="T53" fmla="*/ 2147483646 h 191"/>
                <a:gd name="T54" fmla="*/ 2147483646 w 191"/>
                <a:gd name="T55" fmla="*/ 2147483646 h 191"/>
                <a:gd name="T56" fmla="*/ 2147483646 w 191"/>
                <a:gd name="T57" fmla="*/ 2147483646 h 191"/>
                <a:gd name="T58" fmla="*/ 2147483646 w 191"/>
                <a:gd name="T59" fmla="*/ 2147483646 h 191"/>
                <a:gd name="T60" fmla="*/ 2147483646 w 191"/>
                <a:gd name="T61" fmla="*/ 2147483646 h 191"/>
                <a:gd name="T62" fmla="*/ 2147483646 w 191"/>
                <a:gd name="T63" fmla="*/ 2147483646 h 191"/>
                <a:gd name="T64" fmla="*/ 2147483646 w 191"/>
                <a:gd name="T65" fmla="*/ 2147483646 h 191"/>
                <a:gd name="T66" fmla="*/ 2147483646 w 191"/>
                <a:gd name="T67" fmla="*/ 2147483646 h 191"/>
                <a:gd name="T68" fmla="*/ 2147483646 w 191"/>
                <a:gd name="T69" fmla="*/ 2147483646 h 191"/>
                <a:gd name="T70" fmla="*/ 2147483646 w 191"/>
                <a:gd name="T71" fmla="*/ 2147483646 h 191"/>
                <a:gd name="T72" fmla="*/ 2147483646 w 191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1"/>
                <a:gd name="T113" fmla="*/ 191 w 191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1">
                  <a:moveTo>
                    <a:pt x="191" y="95"/>
                  </a:moveTo>
                  <a:lnTo>
                    <a:pt x="190" y="79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8" y="34"/>
                  </a:lnTo>
                  <a:lnTo>
                    <a:pt x="156" y="23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3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1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8"/>
                  </a:lnTo>
                  <a:lnTo>
                    <a:pt x="168" y="157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90" y="112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Line 91"/>
            <p:cNvSpPr>
              <a:spLocks noChangeShapeType="1"/>
            </p:cNvSpPr>
            <p:nvPr/>
          </p:nvSpPr>
          <p:spPr bwMode="auto">
            <a:xfrm>
              <a:off x="7607300" y="619199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92"/>
            <p:cNvSpPr>
              <a:spLocks/>
            </p:cNvSpPr>
            <p:nvPr/>
          </p:nvSpPr>
          <p:spPr bwMode="auto">
            <a:xfrm>
              <a:off x="7531100" y="6153897"/>
              <a:ext cx="76200" cy="76200"/>
            </a:xfrm>
            <a:custGeom>
              <a:avLst/>
              <a:gdLst>
                <a:gd name="T0" fmla="*/ 2147483646 w 190"/>
                <a:gd name="T1" fmla="*/ 2147483646 h 192"/>
                <a:gd name="T2" fmla="*/ 2147483646 w 190"/>
                <a:gd name="T3" fmla="*/ 2147483646 h 192"/>
                <a:gd name="T4" fmla="*/ 2147483646 w 190"/>
                <a:gd name="T5" fmla="*/ 2147483646 h 192"/>
                <a:gd name="T6" fmla="*/ 2147483646 w 190"/>
                <a:gd name="T7" fmla="*/ 2147483646 h 192"/>
                <a:gd name="T8" fmla="*/ 2147483646 w 190"/>
                <a:gd name="T9" fmla="*/ 2147483646 h 192"/>
                <a:gd name="T10" fmla="*/ 2147483646 w 190"/>
                <a:gd name="T11" fmla="*/ 2147483646 h 192"/>
                <a:gd name="T12" fmla="*/ 2147483646 w 190"/>
                <a:gd name="T13" fmla="*/ 2147483646 h 192"/>
                <a:gd name="T14" fmla="*/ 2147483646 w 190"/>
                <a:gd name="T15" fmla="*/ 2147483646 h 192"/>
                <a:gd name="T16" fmla="*/ 2147483646 w 190"/>
                <a:gd name="T17" fmla="*/ 2147483646 h 192"/>
                <a:gd name="T18" fmla="*/ 2147483646 w 190"/>
                <a:gd name="T19" fmla="*/ 0 h 192"/>
                <a:gd name="T20" fmla="*/ 2147483646 w 190"/>
                <a:gd name="T21" fmla="*/ 2147483646 h 192"/>
                <a:gd name="T22" fmla="*/ 2147483646 w 190"/>
                <a:gd name="T23" fmla="*/ 2147483646 h 192"/>
                <a:gd name="T24" fmla="*/ 2147483646 w 190"/>
                <a:gd name="T25" fmla="*/ 2147483646 h 192"/>
                <a:gd name="T26" fmla="*/ 2147483646 w 190"/>
                <a:gd name="T27" fmla="*/ 2147483646 h 192"/>
                <a:gd name="T28" fmla="*/ 2147483646 w 190"/>
                <a:gd name="T29" fmla="*/ 2147483646 h 192"/>
                <a:gd name="T30" fmla="*/ 2147483646 w 190"/>
                <a:gd name="T31" fmla="*/ 2147483646 h 192"/>
                <a:gd name="T32" fmla="*/ 2147483646 w 190"/>
                <a:gd name="T33" fmla="*/ 2147483646 h 192"/>
                <a:gd name="T34" fmla="*/ 2147483646 w 190"/>
                <a:gd name="T35" fmla="*/ 2147483646 h 192"/>
                <a:gd name="T36" fmla="*/ 0 w 190"/>
                <a:gd name="T37" fmla="*/ 2147483646 h 192"/>
                <a:gd name="T38" fmla="*/ 2147483646 w 190"/>
                <a:gd name="T39" fmla="*/ 2147483646 h 192"/>
                <a:gd name="T40" fmla="*/ 2147483646 w 190"/>
                <a:gd name="T41" fmla="*/ 2147483646 h 192"/>
                <a:gd name="T42" fmla="*/ 2147483646 w 190"/>
                <a:gd name="T43" fmla="*/ 2147483646 h 192"/>
                <a:gd name="T44" fmla="*/ 2147483646 w 190"/>
                <a:gd name="T45" fmla="*/ 2147483646 h 192"/>
                <a:gd name="T46" fmla="*/ 2147483646 w 190"/>
                <a:gd name="T47" fmla="*/ 2147483646 h 192"/>
                <a:gd name="T48" fmla="*/ 2147483646 w 190"/>
                <a:gd name="T49" fmla="*/ 2147483646 h 192"/>
                <a:gd name="T50" fmla="*/ 2147483646 w 190"/>
                <a:gd name="T51" fmla="*/ 2147483646 h 192"/>
                <a:gd name="T52" fmla="*/ 2147483646 w 190"/>
                <a:gd name="T53" fmla="*/ 2147483646 h 192"/>
                <a:gd name="T54" fmla="*/ 2147483646 w 190"/>
                <a:gd name="T55" fmla="*/ 2147483646 h 192"/>
                <a:gd name="T56" fmla="*/ 2147483646 w 190"/>
                <a:gd name="T57" fmla="*/ 2147483646 h 192"/>
                <a:gd name="T58" fmla="*/ 2147483646 w 190"/>
                <a:gd name="T59" fmla="*/ 2147483646 h 192"/>
                <a:gd name="T60" fmla="*/ 2147483646 w 190"/>
                <a:gd name="T61" fmla="*/ 2147483646 h 192"/>
                <a:gd name="T62" fmla="*/ 2147483646 w 190"/>
                <a:gd name="T63" fmla="*/ 2147483646 h 192"/>
                <a:gd name="T64" fmla="*/ 2147483646 w 190"/>
                <a:gd name="T65" fmla="*/ 2147483646 h 192"/>
                <a:gd name="T66" fmla="*/ 2147483646 w 190"/>
                <a:gd name="T67" fmla="*/ 2147483646 h 192"/>
                <a:gd name="T68" fmla="*/ 2147483646 w 190"/>
                <a:gd name="T69" fmla="*/ 2147483646 h 192"/>
                <a:gd name="T70" fmla="*/ 2147483646 w 190"/>
                <a:gd name="T71" fmla="*/ 2147483646 h 192"/>
                <a:gd name="T72" fmla="*/ 2147483646 w 190"/>
                <a:gd name="T73" fmla="*/ 2147483646 h 19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2"/>
                <a:gd name="T113" fmla="*/ 190 w 190"/>
                <a:gd name="T114" fmla="*/ 192 h 19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2">
                  <a:moveTo>
                    <a:pt x="190" y="96"/>
                  </a:moveTo>
                  <a:lnTo>
                    <a:pt x="189" y="80"/>
                  </a:lnTo>
                  <a:lnTo>
                    <a:pt x="185" y="64"/>
                  </a:lnTo>
                  <a:lnTo>
                    <a:pt x="178" y="49"/>
                  </a:lnTo>
                  <a:lnTo>
                    <a:pt x="168" y="35"/>
                  </a:lnTo>
                  <a:lnTo>
                    <a:pt x="157" y="23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6" y="0"/>
                  </a:lnTo>
                  <a:lnTo>
                    <a:pt x="79" y="2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3"/>
                  </a:lnTo>
                  <a:lnTo>
                    <a:pt x="23" y="35"/>
                  </a:lnTo>
                  <a:lnTo>
                    <a:pt x="13" y="49"/>
                  </a:lnTo>
                  <a:lnTo>
                    <a:pt x="6" y="64"/>
                  </a:lnTo>
                  <a:lnTo>
                    <a:pt x="2" y="80"/>
                  </a:lnTo>
                  <a:lnTo>
                    <a:pt x="0" y="96"/>
                  </a:lnTo>
                  <a:lnTo>
                    <a:pt x="2" y="113"/>
                  </a:lnTo>
                  <a:lnTo>
                    <a:pt x="6" y="129"/>
                  </a:lnTo>
                  <a:lnTo>
                    <a:pt x="13" y="144"/>
                  </a:lnTo>
                  <a:lnTo>
                    <a:pt x="23" y="158"/>
                  </a:lnTo>
                  <a:lnTo>
                    <a:pt x="34" y="169"/>
                  </a:lnTo>
                  <a:lnTo>
                    <a:pt x="48" y="179"/>
                  </a:lnTo>
                  <a:lnTo>
                    <a:pt x="63" y="186"/>
                  </a:lnTo>
                  <a:lnTo>
                    <a:pt x="79" y="190"/>
                  </a:lnTo>
                  <a:lnTo>
                    <a:pt x="96" y="192"/>
                  </a:lnTo>
                  <a:lnTo>
                    <a:pt x="112" y="190"/>
                  </a:lnTo>
                  <a:lnTo>
                    <a:pt x="128" y="186"/>
                  </a:lnTo>
                  <a:lnTo>
                    <a:pt x="143" y="179"/>
                  </a:lnTo>
                  <a:lnTo>
                    <a:pt x="157" y="169"/>
                  </a:lnTo>
                  <a:lnTo>
                    <a:pt x="168" y="158"/>
                  </a:lnTo>
                  <a:lnTo>
                    <a:pt x="178" y="144"/>
                  </a:lnTo>
                  <a:lnTo>
                    <a:pt x="185" y="129"/>
                  </a:lnTo>
                  <a:lnTo>
                    <a:pt x="189" y="113"/>
                  </a:lnTo>
                  <a:lnTo>
                    <a:pt x="190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Line 93"/>
            <p:cNvSpPr>
              <a:spLocks noChangeShapeType="1"/>
            </p:cNvSpPr>
            <p:nvPr/>
          </p:nvSpPr>
          <p:spPr bwMode="auto">
            <a:xfrm>
              <a:off x="7731125" y="597609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94"/>
            <p:cNvSpPr>
              <a:spLocks/>
            </p:cNvSpPr>
            <p:nvPr/>
          </p:nvSpPr>
          <p:spPr bwMode="auto">
            <a:xfrm>
              <a:off x="7654925" y="5937997"/>
              <a:ext cx="76200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5"/>
                  </a:moveTo>
                  <a:lnTo>
                    <a:pt x="189" y="79"/>
                  </a:lnTo>
                  <a:lnTo>
                    <a:pt x="184" y="63"/>
                  </a:lnTo>
                  <a:lnTo>
                    <a:pt x="177" y="48"/>
                  </a:lnTo>
                  <a:lnTo>
                    <a:pt x="168" y="34"/>
                  </a:lnTo>
                  <a:lnTo>
                    <a:pt x="156" y="23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3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1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8"/>
                  </a:lnTo>
                  <a:lnTo>
                    <a:pt x="168" y="157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Line 95"/>
            <p:cNvSpPr>
              <a:spLocks noChangeShapeType="1"/>
            </p:cNvSpPr>
            <p:nvPr/>
          </p:nvSpPr>
          <p:spPr bwMode="auto">
            <a:xfrm>
              <a:off x="7854950" y="6869859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Line 97"/>
            <p:cNvSpPr>
              <a:spLocks noChangeShapeType="1"/>
            </p:cNvSpPr>
            <p:nvPr/>
          </p:nvSpPr>
          <p:spPr bwMode="auto">
            <a:xfrm>
              <a:off x="7978775" y="5945934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98"/>
            <p:cNvSpPr>
              <a:spLocks/>
            </p:cNvSpPr>
            <p:nvPr/>
          </p:nvSpPr>
          <p:spPr bwMode="auto">
            <a:xfrm>
              <a:off x="7904163" y="5907834"/>
              <a:ext cx="74612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9"/>
                  </a:lnTo>
                  <a:lnTo>
                    <a:pt x="184" y="63"/>
                  </a:lnTo>
                  <a:lnTo>
                    <a:pt x="177" y="48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0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Line 99"/>
            <p:cNvSpPr>
              <a:spLocks noChangeShapeType="1"/>
            </p:cNvSpPr>
            <p:nvPr/>
          </p:nvSpPr>
          <p:spPr bwMode="auto">
            <a:xfrm>
              <a:off x="8104188" y="6111034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00"/>
            <p:cNvSpPr>
              <a:spLocks/>
            </p:cNvSpPr>
            <p:nvPr/>
          </p:nvSpPr>
          <p:spPr bwMode="auto">
            <a:xfrm>
              <a:off x="8027988" y="6072934"/>
              <a:ext cx="76200" cy="76200"/>
            </a:xfrm>
            <a:custGeom>
              <a:avLst/>
              <a:gdLst>
                <a:gd name="T0" fmla="*/ 2147483646 w 191"/>
                <a:gd name="T1" fmla="*/ 2147483646 h 190"/>
                <a:gd name="T2" fmla="*/ 2147483646 w 191"/>
                <a:gd name="T3" fmla="*/ 2147483646 h 190"/>
                <a:gd name="T4" fmla="*/ 2147483646 w 191"/>
                <a:gd name="T5" fmla="*/ 2147483646 h 190"/>
                <a:gd name="T6" fmla="*/ 2147483646 w 191"/>
                <a:gd name="T7" fmla="*/ 2147483646 h 190"/>
                <a:gd name="T8" fmla="*/ 2147483646 w 191"/>
                <a:gd name="T9" fmla="*/ 2147483646 h 190"/>
                <a:gd name="T10" fmla="*/ 2147483646 w 191"/>
                <a:gd name="T11" fmla="*/ 2147483646 h 190"/>
                <a:gd name="T12" fmla="*/ 2147483646 w 191"/>
                <a:gd name="T13" fmla="*/ 2147483646 h 190"/>
                <a:gd name="T14" fmla="*/ 2147483646 w 191"/>
                <a:gd name="T15" fmla="*/ 2147483646 h 190"/>
                <a:gd name="T16" fmla="*/ 2147483646 w 191"/>
                <a:gd name="T17" fmla="*/ 2147483646 h 190"/>
                <a:gd name="T18" fmla="*/ 2147483646 w 191"/>
                <a:gd name="T19" fmla="*/ 0 h 190"/>
                <a:gd name="T20" fmla="*/ 2147483646 w 191"/>
                <a:gd name="T21" fmla="*/ 2147483646 h 190"/>
                <a:gd name="T22" fmla="*/ 2147483646 w 191"/>
                <a:gd name="T23" fmla="*/ 2147483646 h 190"/>
                <a:gd name="T24" fmla="*/ 2147483646 w 191"/>
                <a:gd name="T25" fmla="*/ 2147483646 h 190"/>
                <a:gd name="T26" fmla="*/ 2147483646 w 191"/>
                <a:gd name="T27" fmla="*/ 2147483646 h 190"/>
                <a:gd name="T28" fmla="*/ 2147483646 w 191"/>
                <a:gd name="T29" fmla="*/ 2147483646 h 190"/>
                <a:gd name="T30" fmla="*/ 2147483646 w 191"/>
                <a:gd name="T31" fmla="*/ 2147483646 h 190"/>
                <a:gd name="T32" fmla="*/ 2147483646 w 191"/>
                <a:gd name="T33" fmla="*/ 2147483646 h 190"/>
                <a:gd name="T34" fmla="*/ 2147483646 w 191"/>
                <a:gd name="T35" fmla="*/ 2147483646 h 190"/>
                <a:gd name="T36" fmla="*/ 0 w 191"/>
                <a:gd name="T37" fmla="*/ 2147483646 h 190"/>
                <a:gd name="T38" fmla="*/ 2147483646 w 191"/>
                <a:gd name="T39" fmla="*/ 2147483646 h 190"/>
                <a:gd name="T40" fmla="*/ 2147483646 w 191"/>
                <a:gd name="T41" fmla="*/ 2147483646 h 190"/>
                <a:gd name="T42" fmla="*/ 2147483646 w 191"/>
                <a:gd name="T43" fmla="*/ 2147483646 h 190"/>
                <a:gd name="T44" fmla="*/ 2147483646 w 191"/>
                <a:gd name="T45" fmla="*/ 2147483646 h 190"/>
                <a:gd name="T46" fmla="*/ 2147483646 w 191"/>
                <a:gd name="T47" fmla="*/ 2147483646 h 190"/>
                <a:gd name="T48" fmla="*/ 2147483646 w 191"/>
                <a:gd name="T49" fmla="*/ 2147483646 h 190"/>
                <a:gd name="T50" fmla="*/ 2147483646 w 191"/>
                <a:gd name="T51" fmla="*/ 2147483646 h 190"/>
                <a:gd name="T52" fmla="*/ 2147483646 w 191"/>
                <a:gd name="T53" fmla="*/ 2147483646 h 190"/>
                <a:gd name="T54" fmla="*/ 2147483646 w 191"/>
                <a:gd name="T55" fmla="*/ 2147483646 h 190"/>
                <a:gd name="T56" fmla="*/ 2147483646 w 191"/>
                <a:gd name="T57" fmla="*/ 2147483646 h 190"/>
                <a:gd name="T58" fmla="*/ 2147483646 w 191"/>
                <a:gd name="T59" fmla="*/ 2147483646 h 190"/>
                <a:gd name="T60" fmla="*/ 2147483646 w 191"/>
                <a:gd name="T61" fmla="*/ 2147483646 h 190"/>
                <a:gd name="T62" fmla="*/ 2147483646 w 191"/>
                <a:gd name="T63" fmla="*/ 2147483646 h 190"/>
                <a:gd name="T64" fmla="*/ 2147483646 w 191"/>
                <a:gd name="T65" fmla="*/ 2147483646 h 190"/>
                <a:gd name="T66" fmla="*/ 2147483646 w 191"/>
                <a:gd name="T67" fmla="*/ 2147483646 h 190"/>
                <a:gd name="T68" fmla="*/ 2147483646 w 191"/>
                <a:gd name="T69" fmla="*/ 2147483646 h 190"/>
                <a:gd name="T70" fmla="*/ 2147483646 w 191"/>
                <a:gd name="T71" fmla="*/ 2147483646 h 190"/>
                <a:gd name="T72" fmla="*/ 2147483646 w 191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0"/>
                <a:gd name="T113" fmla="*/ 191 w 191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0">
                  <a:moveTo>
                    <a:pt x="191" y="95"/>
                  </a:moveTo>
                  <a:lnTo>
                    <a:pt x="189" y="79"/>
                  </a:lnTo>
                  <a:lnTo>
                    <a:pt x="185" y="63"/>
                  </a:lnTo>
                  <a:lnTo>
                    <a:pt x="178" y="48"/>
                  </a:lnTo>
                  <a:lnTo>
                    <a:pt x="168" y="34"/>
                  </a:lnTo>
                  <a:lnTo>
                    <a:pt x="157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6" y="0"/>
                  </a:lnTo>
                  <a:lnTo>
                    <a:pt x="79" y="2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3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2" y="79"/>
                  </a:lnTo>
                  <a:lnTo>
                    <a:pt x="0" y="95"/>
                  </a:lnTo>
                  <a:lnTo>
                    <a:pt x="2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3" y="156"/>
                  </a:lnTo>
                  <a:lnTo>
                    <a:pt x="34" y="168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89"/>
                  </a:lnTo>
                  <a:lnTo>
                    <a:pt x="96" y="190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7" y="168"/>
                  </a:lnTo>
                  <a:lnTo>
                    <a:pt x="168" y="156"/>
                  </a:lnTo>
                  <a:lnTo>
                    <a:pt x="178" y="143"/>
                  </a:lnTo>
                  <a:lnTo>
                    <a:pt x="185" y="128"/>
                  </a:lnTo>
                  <a:lnTo>
                    <a:pt x="189" y="112"/>
                  </a:lnTo>
                  <a:lnTo>
                    <a:pt x="191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Line 101"/>
            <p:cNvSpPr>
              <a:spLocks noChangeShapeType="1"/>
            </p:cNvSpPr>
            <p:nvPr/>
          </p:nvSpPr>
          <p:spPr bwMode="auto">
            <a:xfrm>
              <a:off x="8228013" y="5522072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02"/>
            <p:cNvSpPr>
              <a:spLocks/>
            </p:cNvSpPr>
            <p:nvPr/>
          </p:nvSpPr>
          <p:spPr bwMode="auto">
            <a:xfrm>
              <a:off x="8151813" y="5485559"/>
              <a:ext cx="76200" cy="74613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4"/>
                  </a:moveTo>
                  <a:lnTo>
                    <a:pt x="189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3"/>
                  </a:lnTo>
                  <a:lnTo>
                    <a:pt x="156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3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1" y="78"/>
                  </a:lnTo>
                  <a:lnTo>
                    <a:pt x="0" y="94"/>
                  </a:lnTo>
                  <a:lnTo>
                    <a:pt x="1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2" y="156"/>
                  </a:lnTo>
                  <a:lnTo>
                    <a:pt x="34" y="167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8"/>
                  </a:lnTo>
                  <a:lnTo>
                    <a:pt x="95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7"/>
                  </a:lnTo>
                  <a:lnTo>
                    <a:pt x="168" y="156"/>
                  </a:lnTo>
                  <a:lnTo>
                    <a:pt x="177" y="142"/>
                  </a:lnTo>
                  <a:lnTo>
                    <a:pt x="184" y="127"/>
                  </a:lnTo>
                  <a:lnTo>
                    <a:pt x="189" y="111"/>
                  </a:lnTo>
                  <a:lnTo>
                    <a:pt x="190" y="94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Line 103"/>
            <p:cNvSpPr>
              <a:spLocks noChangeShapeType="1"/>
            </p:cNvSpPr>
            <p:nvPr/>
          </p:nvSpPr>
          <p:spPr bwMode="auto">
            <a:xfrm>
              <a:off x="8351838" y="6171359"/>
              <a:ext cx="1587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04"/>
            <p:cNvSpPr>
              <a:spLocks/>
            </p:cNvSpPr>
            <p:nvPr/>
          </p:nvSpPr>
          <p:spPr bwMode="auto">
            <a:xfrm>
              <a:off x="8275638" y="6134847"/>
              <a:ext cx="76200" cy="74612"/>
            </a:xfrm>
            <a:custGeom>
              <a:avLst/>
              <a:gdLst>
                <a:gd name="T0" fmla="*/ 2147483646 w 191"/>
                <a:gd name="T1" fmla="*/ 2147483646 h 191"/>
                <a:gd name="T2" fmla="*/ 2147483646 w 191"/>
                <a:gd name="T3" fmla="*/ 2147483646 h 191"/>
                <a:gd name="T4" fmla="*/ 2147483646 w 191"/>
                <a:gd name="T5" fmla="*/ 2147483646 h 191"/>
                <a:gd name="T6" fmla="*/ 2147483646 w 191"/>
                <a:gd name="T7" fmla="*/ 2147483646 h 191"/>
                <a:gd name="T8" fmla="*/ 2147483646 w 191"/>
                <a:gd name="T9" fmla="*/ 2147483646 h 191"/>
                <a:gd name="T10" fmla="*/ 2147483646 w 191"/>
                <a:gd name="T11" fmla="*/ 2147483646 h 191"/>
                <a:gd name="T12" fmla="*/ 2147483646 w 191"/>
                <a:gd name="T13" fmla="*/ 2147483646 h 191"/>
                <a:gd name="T14" fmla="*/ 2147483646 w 191"/>
                <a:gd name="T15" fmla="*/ 2147483646 h 191"/>
                <a:gd name="T16" fmla="*/ 2147483646 w 191"/>
                <a:gd name="T17" fmla="*/ 2147483646 h 191"/>
                <a:gd name="T18" fmla="*/ 2147483646 w 191"/>
                <a:gd name="T19" fmla="*/ 0 h 191"/>
                <a:gd name="T20" fmla="*/ 2147483646 w 191"/>
                <a:gd name="T21" fmla="*/ 2147483646 h 191"/>
                <a:gd name="T22" fmla="*/ 2147483646 w 191"/>
                <a:gd name="T23" fmla="*/ 2147483646 h 191"/>
                <a:gd name="T24" fmla="*/ 2147483646 w 191"/>
                <a:gd name="T25" fmla="*/ 2147483646 h 191"/>
                <a:gd name="T26" fmla="*/ 2147483646 w 191"/>
                <a:gd name="T27" fmla="*/ 2147483646 h 191"/>
                <a:gd name="T28" fmla="*/ 2147483646 w 191"/>
                <a:gd name="T29" fmla="*/ 2147483646 h 191"/>
                <a:gd name="T30" fmla="*/ 2147483646 w 191"/>
                <a:gd name="T31" fmla="*/ 2147483646 h 191"/>
                <a:gd name="T32" fmla="*/ 2147483646 w 191"/>
                <a:gd name="T33" fmla="*/ 2147483646 h 191"/>
                <a:gd name="T34" fmla="*/ 2147483646 w 191"/>
                <a:gd name="T35" fmla="*/ 2147483646 h 191"/>
                <a:gd name="T36" fmla="*/ 0 w 191"/>
                <a:gd name="T37" fmla="*/ 2147483646 h 191"/>
                <a:gd name="T38" fmla="*/ 2147483646 w 191"/>
                <a:gd name="T39" fmla="*/ 2147483646 h 191"/>
                <a:gd name="T40" fmla="*/ 2147483646 w 191"/>
                <a:gd name="T41" fmla="*/ 2147483646 h 191"/>
                <a:gd name="T42" fmla="*/ 2147483646 w 191"/>
                <a:gd name="T43" fmla="*/ 2147483646 h 191"/>
                <a:gd name="T44" fmla="*/ 2147483646 w 191"/>
                <a:gd name="T45" fmla="*/ 2147483646 h 191"/>
                <a:gd name="T46" fmla="*/ 2147483646 w 191"/>
                <a:gd name="T47" fmla="*/ 2147483646 h 191"/>
                <a:gd name="T48" fmla="*/ 2147483646 w 191"/>
                <a:gd name="T49" fmla="*/ 2147483646 h 191"/>
                <a:gd name="T50" fmla="*/ 2147483646 w 191"/>
                <a:gd name="T51" fmla="*/ 2147483646 h 191"/>
                <a:gd name="T52" fmla="*/ 2147483646 w 191"/>
                <a:gd name="T53" fmla="*/ 2147483646 h 191"/>
                <a:gd name="T54" fmla="*/ 2147483646 w 191"/>
                <a:gd name="T55" fmla="*/ 2147483646 h 191"/>
                <a:gd name="T56" fmla="*/ 2147483646 w 191"/>
                <a:gd name="T57" fmla="*/ 2147483646 h 191"/>
                <a:gd name="T58" fmla="*/ 2147483646 w 191"/>
                <a:gd name="T59" fmla="*/ 2147483646 h 191"/>
                <a:gd name="T60" fmla="*/ 2147483646 w 191"/>
                <a:gd name="T61" fmla="*/ 2147483646 h 191"/>
                <a:gd name="T62" fmla="*/ 2147483646 w 191"/>
                <a:gd name="T63" fmla="*/ 2147483646 h 191"/>
                <a:gd name="T64" fmla="*/ 2147483646 w 191"/>
                <a:gd name="T65" fmla="*/ 2147483646 h 191"/>
                <a:gd name="T66" fmla="*/ 2147483646 w 191"/>
                <a:gd name="T67" fmla="*/ 2147483646 h 191"/>
                <a:gd name="T68" fmla="*/ 2147483646 w 191"/>
                <a:gd name="T69" fmla="*/ 2147483646 h 191"/>
                <a:gd name="T70" fmla="*/ 2147483646 w 191"/>
                <a:gd name="T71" fmla="*/ 2147483646 h 191"/>
                <a:gd name="T72" fmla="*/ 2147483646 w 191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1"/>
                <a:gd name="T113" fmla="*/ 191 w 191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1">
                  <a:moveTo>
                    <a:pt x="191" y="96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4"/>
                  </a:lnTo>
                  <a:lnTo>
                    <a:pt x="157" y="22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1"/>
                  </a:lnTo>
                  <a:lnTo>
                    <a:pt x="96" y="0"/>
                  </a:lnTo>
                  <a:lnTo>
                    <a:pt x="79" y="1"/>
                  </a:lnTo>
                  <a:lnTo>
                    <a:pt x="63" y="6"/>
                  </a:lnTo>
                  <a:lnTo>
                    <a:pt x="48" y="13"/>
                  </a:lnTo>
                  <a:lnTo>
                    <a:pt x="34" y="22"/>
                  </a:lnTo>
                  <a:lnTo>
                    <a:pt x="23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6"/>
                  </a:lnTo>
                  <a:lnTo>
                    <a:pt x="2" y="113"/>
                  </a:lnTo>
                  <a:lnTo>
                    <a:pt x="6" y="129"/>
                  </a:lnTo>
                  <a:lnTo>
                    <a:pt x="13" y="144"/>
                  </a:lnTo>
                  <a:lnTo>
                    <a:pt x="23" y="157"/>
                  </a:lnTo>
                  <a:lnTo>
                    <a:pt x="34" y="169"/>
                  </a:lnTo>
                  <a:lnTo>
                    <a:pt x="48" y="178"/>
                  </a:lnTo>
                  <a:lnTo>
                    <a:pt x="63" y="185"/>
                  </a:lnTo>
                  <a:lnTo>
                    <a:pt x="79" y="190"/>
                  </a:lnTo>
                  <a:lnTo>
                    <a:pt x="96" y="191"/>
                  </a:lnTo>
                  <a:lnTo>
                    <a:pt x="112" y="190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7" y="169"/>
                  </a:lnTo>
                  <a:lnTo>
                    <a:pt x="168" y="157"/>
                  </a:lnTo>
                  <a:lnTo>
                    <a:pt x="178" y="144"/>
                  </a:lnTo>
                  <a:lnTo>
                    <a:pt x="185" y="129"/>
                  </a:lnTo>
                  <a:lnTo>
                    <a:pt x="189" y="113"/>
                  </a:lnTo>
                  <a:lnTo>
                    <a:pt x="191" y="96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Line 105"/>
            <p:cNvSpPr>
              <a:spLocks noChangeShapeType="1"/>
            </p:cNvSpPr>
            <p:nvPr/>
          </p:nvSpPr>
          <p:spPr bwMode="auto">
            <a:xfrm>
              <a:off x="8475663" y="5544297"/>
              <a:ext cx="1587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06"/>
            <p:cNvSpPr>
              <a:spLocks/>
            </p:cNvSpPr>
            <p:nvPr/>
          </p:nvSpPr>
          <p:spPr bwMode="auto">
            <a:xfrm>
              <a:off x="8401050" y="5506197"/>
              <a:ext cx="74613" cy="76200"/>
            </a:xfrm>
            <a:custGeom>
              <a:avLst/>
              <a:gdLst>
                <a:gd name="T0" fmla="*/ 2147483646 w 190"/>
                <a:gd name="T1" fmla="*/ 2147483646 h 190"/>
                <a:gd name="T2" fmla="*/ 2147483646 w 190"/>
                <a:gd name="T3" fmla="*/ 2147483646 h 190"/>
                <a:gd name="T4" fmla="*/ 2147483646 w 190"/>
                <a:gd name="T5" fmla="*/ 2147483646 h 190"/>
                <a:gd name="T6" fmla="*/ 2147483646 w 190"/>
                <a:gd name="T7" fmla="*/ 2147483646 h 190"/>
                <a:gd name="T8" fmla="*/ 2147483646 w 190"/>
                <a:gd name="T9" fmla="*/ 2147483646 h 190"/>
                <a:gd name="T10" fmla="*/ 2147483646 w 190"/>
                <a:gd name="T11" fmla="*/ 2147483646 h 190"/>
                <a:gd name="T12" fmla="*/ 2147483646 w 190"/>
                <a:gd name="T13" fmla="*/ 2147483646 h 190"/>
                <a:gd name="T14" fmla="*/ 2147483646 w 190"/>
                <a:gd name="T15" fmla="*/ 2147483646 h 190"/>
                <a:gd name="T16" fmla="*/ 2147483646 w 190"/>
                <a:gd name="T17" fmla="*/ 2147483646 h 190"/>
                <a:gd name="T18" fmla="*/ 2147483646 w 190"/>
                <a:gd name="T19" fmla="*/ 0 h 190"/>
                <a:gd name="T20" fmla="*/ 2147483646 w 190"/>
                <a:gd name="T21" fmla="*/ 2147483646 h 190"/>
                <a:gd name="T22" fmla="*/ 2147483646 w 190"/>
                <a:gd name="T23" fmla="*/ 2147483646 h 190"/>
                <a:gd name="T24" fmla="*/ 2147483646 w 190"/>
                <a:gd name="T25" fmla="*/ 2147483646 h 190"/>
                <a:gd name="T26" fmla="*/ 2147483646 w 190"/>
                <a:gd name="T27" fmla="*/ 2147483646 h 190"/>
                <a:gd name="T28" fmla="*/ 2147483646 w 190"/>
                <a:gd name="T29" fmla="*/ 2147483646 h 190"/>
                <a:gd name="T30" fmla="*/ 2147483646 w 190"/>
                <a:gd name="T31" fmla="*/ 2147483646 h 190"/>
                <a:gd name="T32" fmla="*/ 2147483646 w 190"/>
                <a:gd name="T33" fmla="*/ 2147483646 h 190"/>
                <a:gd name="T34" fmla="*/ 2147483646 w 190"/>
                <a:gd name="T35" fmla="*/ 2147483646 h 190"/>
                <a:gd name="T36" fmla="*/ 0 w 190"/>
                <a:gd name="T37" fmla="*/ 2147483646 h 190"/>
                <a:gd name="T38" fmla="*/ 2147483646 w 190"/>
                <a:gd name="T39" fmla="*/ 2147483646 h 190"/>
                <a:gd name="T40" fmla="*/ 2147483646 w 190"/>
                <a:gd name="T41" fmla="*/ 2147483646 h 190"/>
                <a:gd name="T42" fmla="*/ 2147483646 w 190"/>
                <a:gd name="T43" fmla="*/ 2147483646 h 190"/>
                <a:gd name="T44" fmla="*/ 2147483646 w 190"/>
                <a:gd name="T45" fmla="*/ 2147483646 h 190"/>
                <a:gd name="T46" fmla="*/ 2147483646 w 190"/>
                <a:gd name="T47" fmla="*/ 2147483646 h 190"/>
                <a:gd name="T48" fmla="*/ 2147483646 w 190"/>
                <a:gd name="T49" fmla="*/ 2147483646 h 190"/>
                <a:gd name="T50" fmla="*/ 2147483646 w 190"/>
                <a:gd name="T51" fmla="*/ 2147483646 h 190"/>
                <a:gd name="T52" fmla="*/ 2147483646 w 190"/>
                <a:gd name="T53" fmla="*/ 2147483646 h 190"/>
                <a:gd name="T54" fmla="*/ 2147483646 w 190"/>
                <a:gd name="T55" fmla="*/ 2147483646 h 190"/>
                <a:gd name="T56" fmla="*/ 2147483646 w 190"/>
                <a:gd name="T57" fmla="*/ 2147483646 h 190"/>
                <a:gd name="T58" fmla="*/ 2147483646 w 190"/>
                <a:gd name="T59" fmla="*/ 2147483646 h 190"/>
                <a:gd name="T60" fmla="*/ 2147483646 w 190"/>
                <a:gd name="T61" fmla="*/ 2147483646 h 190"/>
                <a:gd name="T62" fmla="*/ 2147483646 w 190"/>
                <a:gd name="T63" fmla="*/ 2147483646 h 190"/>
                <a:gd name="T64" fmla="*/ 2147483646 w 190"/>
                <a:gd name="T65" fmla="*/ 2147483646 h 190"/>
                <a:gd name="T66" fmla="*/ 2147483646 w 190"/>
                <a:gd name="T67" fmla="*/ 2147483646 h 190"/>
                <a:gd name="T68" fmla="*/ 2147483646 w 190"/>
                <a:gd name="T69" fmla="*/ 2147483646 h 190"/>
                <a:gd name="T70" fmla="*/ 2147483646 w 190"/>
                <a:gd name="T71" fmla="*/ 2147483646 h 190"/>
                <a:gd name="T72" fmla="*/ 2147483646 w 190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0"/>
                <a:gd name="T113" fmla="*/ 190 w 190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0">
                  <a:moveTo>
                    <a:pt x="190" y="95"/>
                  </a:moveTo>
                  <a:lnTo>
                    <a:pt x="189" y="78"/>
                  </a:lnTo>
                  <a:lnTo>
                    <a:pt x="184" y="62"/>
                  </a:lnTo>
                  <a:lnTo>
                    <a:pt x="177" y="47"/>
                  </a:lnTo>
                  <a:lnTo>
                    <a:pt x="168" y="34"/>
                  </a:lnTo>
                  <a:lnTo>
                    <a:pt x="156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5" y="0"/>
                  </a:lnTo>
                  <a:lnTo>
                    <a:pt x="78" y="1"/>
                  </a:lnTo>
                  <a:lnTo>
                    <a:pt x="62" y="5"/>
                  </a:lnTo>
                  <a:lnTo>
                    <a:pt x="47" y="12"/>
                  </a:lnTo>
                  <a:lnTo>
                    <a:pt x="34" y="22"/>
                  </a:lnTo>
                  <a:lnTo>
                    <a:pt x="22" y="34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1" y="78"/>
                  </a:lnTo>
                  <a:lnTo>
                    <a:pt x="0" y="95"/>
                  </a:lnTo>
                  <a:lnTo>
                    <a:pt x="1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2" y="156"/>
                  </a:lnTo>
                  <a:lnTo>
                    <a:pt x="34" y="168"/>
                  </a:lnTo>
                  <a:lnTo>
                    <a:pt x="47" y="177"/>
                  </a:lnTo>
                  <a:lnTo>
                    <a:pt x="62" y="184"/>
                  </a:lnTo>
                  <a:lnTo>
                    <a:pt x="78" y="188"/>
                  </a:lnTo>
                  <a:lnTo>
                    <a:pt x="95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6" y="168"/>
                  </a:lnTo>
                  <a:lnTo>
                    <a:pt x="168" y="156"/>
                  </a:lnTo>
                  <a:lnTo>
                    <a:pt x="177" y="142"/>
                  </a:lnTo>
                  <a:lnTo>
                    <a:pt x="184" y="127"/>
                  </a:lnTo>
                  <a:lnTo>
                    <a:pt x="189" y="111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Line 107"/>
            <p:cNvSpPr>
              <a:spLocks noChangeShapeType="1"/>
            </p:cNvSpPr>
            <p:nvPr/>
          </p:nvSpPr>
          <p:spPr bwMode="auto">
            <a:xfrm>
              <a:off x="8601075" y="5120434"/>
              <a:ext cx="1588" cy="15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08"/>
            <p:cNvSpPr>
              <a:spLocks/>
            </p:cNvSpPr>
            <p:nvPr/>
          </p:nvSpPr>
          <p:spPr bwMode="auto">
            <a:xfrm>
              <a:off x="8524875" y="5082334"/>
              <a:ext cx="76200" cy="76200"/>
            </a:xfrm>
            <a:custGeom>
              <a:avLst/>
              <a:gdLst>
                <a:gd name="T0" fmla="*/ 2147483646 w 191"/>
                <a:gd name="T1" fmla="*/ 2147483646 h 190"/>
                <a:gd name="T2" fmla="*/ 2147483646 w 191"/>
                <a:gd name="T3" fmla="*/ 2147483646 h 190"/>
                <a:gd name="T4" fmla="*/ 2147483646 w 191"/>
                <a:gd name="T5" fmla="*/ 2147483646 h 190"/>
                <a:gd name="T6" fmla="*/ 2147483646 w 191"/>
                <a:gd name="T7" fmla="*/ 2147483646 h 190"/>
                <a:gd name="T8" fmla="*/ 2147483646 w 191"/>
                <a:gd name="T9" fmla="*/ 2147483646 h 190"/>
                <a:gd name="T10" fmla="*/ 2147483646 w 191"/>
                <a:gd name="T11" fmla="*/ 2147483646 h 190"/>
                <a:gd name="T12" fmla="*/ 2147483646 w 191"/>
                <a:gd name="T13" fmla="*/ 2147483646 h 190"/>
                <a:gd name="T14" fmla="*/ 2147483646 w 191"/>
                <a:gd name="T15" fmla="*/ 2147483646 h 190"/>
                <a:gd name="T16" fmla="*/ 2147483646 w 191"/>
                <a:gd name="T17" fmla="*/ 2147483646 h 190"/>
                <a:gd name="T18" fmla="*/ 2147483646 w 191"/>
                <a:gd name="T19" fmla="*/ 0 h 190"/>
                <a:gd name="T20" fmla="*/ 2147483646 w 191"/>
                <a:gd name="T21" fmla="*/ 2147483646 h 190"/>
                <a:gd name="T22" fmla="*/ 2147483646 w 191"/>
                <a:gd name="T23" fmla="*/ 2147483646 h 190"/>
                <a:gd name="T24" fmla="*/ 2147483646 w 191"/>
                <a:gd name="T25" fmla="*/ 2147483646 h 190"/>
                <a:gd name="T26" fmla="*/ 2147483646 w 191"/>
                <a:gd name="T27" fmla="*/ 2147483646 h 190"/>
                <a:gd name="T28" fmla="*/ 2147483646 w 191"/>
                <a:gd name="T29" fmla="*/ 2147483646 h 190"/>
                <a:gd name="T30" fmla="*/ 2147483646 w 191"/>
                <a:gd name="T31" fmla="*/ 2147483646 h 190"/>
                <a:gd name="T32" fmla="*/ 2147483646 w 191"/>
                <a:gd name="T33" fmla="*/ 2147483646 h 190"/>
                <a:gd name="T34" fmla="*/ 2147483646 w 191"/>
                <a:gd name="T35" fmla="*/ 2147483646 h 190"/>
                <a:gd name="T36" fmla="*/ 0 w 191"/>
                <a:gd name="T37" fmla="*/ 2147483646 h 190"/>
                <a:gd name="T38" fmla="*/ 2147483646 w 191"/>
                <a:gd name="T39" fmla="*/ 2147483646 h 190"/>
                <a:gd name="T40" fmla="*/ 2147483646 w 191"/>
                <a:gd name="T41" fmla="*/ 2147483646 h 190"/>
                <a:gd name="T42" fmla="*/ 2147483646 w 191"/>
                <a:gd name="T43" fmla="*/ 2147483646 h 190"/>
                <a:gd name="T44" fmla="*/ 2147483646 w 191"/>
                <a:gd name="T45" fmla="*/ 2147483646 h 190"/>
                <a:gd name="T46" fmla="*/ 2147483646 w 191"/>
                <a:gd name="T47" fmla="*/ 2147483646 h 190"/>
                <a:gd name="T48" fmla="*/ 2147483646 w 191"/>
                <a:gd name="T49" fmla="*/ 2147483646 h 190"/>
                <a:gd name="T50" fmla="*/ 2147483646 w 191"/>
                <a:gd name="T51" fmla="*/ 2147483646 h 190"/>
                <a:gd name="T52" fmla="*/ 2147483646 w 191"/>
                <a:gd name="T53" fmla="*/ 2147483646 h 190"/>
                <a:gd name="T54" fmla="*/ 2147483646 w 191"/>
                <a:gd name="T55" fmla="*/ 2147483646 h 190"/>
                <a:gd name="T56" fmla="*/ 2147483646 w 191"/>
                <a:gd name="T57" fmla="*/ 2147483646 h 190"/>
                <a:gd name="T58" fmla="*/ 2147483646 w 191"/>
                <a:gd name="T59" fmla="*/ 2147483646 h 190"/>
                <a:gd name="T60" fmla="*/ 2147483646 w 191"/>
                <a:gd name="T61" fmla="*/ 2147483646 h 190"/>
                <a:gd name="T62" fmla="*/ 2147483646 w 191"/>
                <a:gd name="T63" fmla="*/ 2147483646 h 190"/>
                <a:gd name="T64" fmla="*/ 2147483646 w 191"/>
                <a:gd name="T65" fmla="*/ 2147483646 h 190"/>
                <a:gd name="T66" fmla="*/ 2147483646 w 191"/>
                <a:gd name="T67" fmla="*/ 2147483646 h 190"/>
                <a:gd name="T68" fmla="*/ 2147483646 w 191"/>
                <a:gd name="T69" fmla="*/ 2147483646 h 190"/>
                <a:gd name="T70" fmla="*/ 2147483646 w 191"/>
                <a:gd name="T71" fmla="*/ 2147483646 h 190"/>
                <a:gd name="T72" fmla="*/ 2147483646 w 191"/>
                <a:gd name="T73" fmla="*/ 2147483646 h 19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1"/>
                <a:gd name="T112" fmla="*/ 0 h 190"/>
                <a:gd name="T113" fmla="*/ 191 w 191"/>
                <a:gd name="T114" fmla="*/ 190 h 190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1" h="190">
                  <a:moveTo>
                    <a:pt x="191" y="94"/>
                  </a:moveTo>
                  <a:lnTo>
                    <a:pt x="189" y="78"/>
                  </a:lnTo>
                  <a:lnTo>
                    <a:pt x="185" y="62"/>
                  </a:lnTo>
                  <a:lnTo>
                    <a:pt x="178" y="47"/>
                  </a:lnTo>
                  <a:lnTo>
                    <a:pt x="168" y="33"/>
                  </a:lnTo>
                  <a:lnTo>
                    <a:pt x="157" y="22"/>
                  </a:lnTo>
                  <a:lnTo>
                    <a:pt x="143" y="12"/>
                  </a:lnTo>
                  <a:lnTo>
                    <a:pt x="128" y="5"/>
                  </a:lnTo>
                  <a:lnTo>
                    <a:pt x="112" y="1"/>
                  </a:lnTo>
                  <a:lnTo>
                    <a:pt x="96" y="0"/>
                  </a:lnTo>
                  <a:lnTo>
                    <a:pt x="79" y="1"/>
                  </a:lnTo>
                  <a:lnTo>
                    <a:pt x="63" y="5"/>
                  </a:lnTo>
                  <a:lnTo>
                    <a:pt x="48" y="12"/>
                  </a:lnTo>
                  <a:lnTo>
                    <a:pt x="34" y="22"/>
                  </a:lnTo>
                  <a:lnTo>
                    <a:pt x="23" y="33"/>
                  </a:lnTo>
                  <a:lnTo>
                    <a:pt x="13" y="47"/>
                  </a:lnTo>
                  <a:lnTo>
                    <a:pt x="6" y="62"/>
                  </a:lnTo>
                  <a:lnTo>
                    <a:pt x="2" y="78"/>
                  </a:lnTo>
                  <a:lnTo>
                    <a:pt x="0" y="94"/>
                  </a:lnTo>
                  <a:lnTo>
                    <a:pt x="2" y="111"/>
                  </a:lnTo>
                  <a:lnTo>
                    <a:pt x="6" y="127"/>
                  </a:lnTo>
                  <a:lnTo>
                    <a:pt x="13" y="142"/>
                  </a:lnTo>
                  <a:lnTo>
                    <a:pt x="23" y="156"/>
                  </a:lnTo>
                  <a:lnTo>
                    <a:pt x="34" y="167"/>
                  </a:lnTo>
                  <a:lnTo>
                    <a:pt x="48" y="177"/>
                  </a:lnTo>
                  <a:lnTo>
                    <a:pt x="63" y="184"/>
                  </a:lnTo>
                  <a:lnTo>
                    <a:pt x="79" y="188"/>
                  </a:lnTo>
                  <a:lnTo>
                    <a:pt x="96" y="190"/>
                  </a:lnTo>
                  <a:lnTo>
                    <a:pt x="112" y="188"/>
                  </a:lnTo>
                  <a:lnTo>
                    <a:pt x="128" y="184"/>
                  </a:lnTo>
                  <a:lnTo>
                    <a:pt x="143" y="177"/>
                  </a:lnTo>
                  <a:lnTo>
                    <a:pt x="157" y="167"/>
                  </a:lnTo>
                  <a:lnTo>
                    <a:pt x="168" y="156"/>
                  </a:lnTo>
                  <a:lnTo>
                    <a:pt x="178" y="142"/>
                  </a:lnTo>
                  <a:lnTo>
                    <a:pt x="185" y="127"/>
                  </a:lnTo>
                  <a:lnTo>
                    <a:pt x="189" y="111"/>
                  </a:lnTo>
                  <a:lnTo>
                    <a:pt x="191" y="94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Line 109"/>
            <p:cNvSpPr>
              <a:spLocks noChangeShapeType="1"/>
            </p:cNvSpPr>
            <p:nvPr/>
          </p:nvSpPr>
          <p:spPr bwMode="auto">
            <a:xfrm>
              <a:off x="8724900" y="4363197"/>
              <a:ext cx="1588" cy="158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10"/>
            <p:cNvSpPr>
              <a:spLocks/>
            </p:cNvSpPr>
            <p:nvPr/>
          </p:nvSpPr>
          <p:spPr bwMode="auto">
            <a:xfrm>
              <a:off x="8648700" y="4325097"/>
              <a:ext cx="76200" cy="76200"/>
            </a:xfrm>
            <a:custGeom>
              <a:avLst/>
              <a:gdLst>
                <a:gd name="T0" fmla="*/ 2147483646 w 190"/>
                <a:gd name="T1" fmla="*/ 2147483646 h 191"/>
                <a:gd name="T2" fmla="*/ 2147483646 w 190"/>
                <a:gd name="T3" fmla="*/ 2147483646 h 191"/>
                <a:gd name="T4" fmla="*/ 2147483646 w 190"/>
                <a:gd name="T5" fmla="*/ 2147483646 h 191"/>
                <a:gd name="T6" fmla="*/ 2147483646 w 190"/>
                <a:gd name="T7" fmla="*/ 2147483646 h 191"/>
                <a:gd name="T8" fmla="*/ 2147483646 w 190"/>
                <a:gd name="T9" fmla="*/ 2147483646 h 191"/>
                <a:gd name="T10" fmla="*/ 2147483646 w 190"/>
                <a:gd name="T11" fmla="*/ 2147483646 h 191"/>
                <a:gd name="T12" fmla="*/ 2147483646 w 190"/>
                <a:gd name="T13" fmla="*/ 2147483646 h 191"/>
                <a:gd name="T14" fmla="*/ 2147483646 w 190"/>
                <a:gd name="T15" fmla="*/ 2147483646 h 191"/>
                <a:gd name="T16" fmla="*/ 2147483646 w 190"/>
                <a:gd name="T17" fmla="*/ 2147483646 h 191"/>
                <a:gd name="T18" fmla="*/ 2147483646 w 190"/>
                <a:gd name="T19" fmla="*/ 0 h 191"/>
                <a:gd name="T20" fmla="*/ 2147483646 w 190"/>
                <a:gd name="T21" fmla="*/ 2147483646 h 191"/>
                <a:gd name="T22" fmla="*/ 2147483646 w 190"/>
                <a:gd name="T23" fmla="*/ 2147483646 h 191"/>
                <a:gd name="T24" fmla="*/ 2147483646 w 190"/>
                <a:gd name="T25" fmla="*/ 2147483646 h 191"/>
                <a:gd name="T26" fmla="*/ 2147483646 w 190"/>
                <a:gd name="T27" fmla="*/ 2147483646 h 191"/>
                <a:gd name="T28" fmla="*/ 2147483646 w 190"/>
                <a:gd name="T29" fmla="*/ 2147483646 h 191"/>
                <a:gd name="T30" fmla="*/ 2147483646 w 190"/>
                <a:gd name="T31" fmla="*/ 2147483646 h 191"/>
                <a:gd name="T32" fmla="*/ 2147483646 w 190"/>
                <a:gd name="T33" fmla="*/ 2147483646 h 191"/>
                <a:gd name="T34" fmla="*/ 2147483646 w 190"/>
                <a:gd name="T35" fmla="*/ 2147483646 h 191"/>
                <a:gd name="T36" fmla="*/ 0 w 190"/>
                <a:gd name="T37" fmla="*/ 2147483646 h 191"/>
                <a:gd name="T38" fmla="*/ 2147483646 w 190"/>
                <a:gd name="T39" fmla="*/ 2147483646 h 191"/>
                <a:gd name="T40" fmla="*/ 2147483646 w 190"/>
                <a:gd name="T41" fmla="*/ 2147483646 h 191"/>
                <a:gd name="T42" fmla="*/ 2147483646 w 190"/>
                <a:gd name="T43" fmla="*/ 2147483646 h 191"/>
                <a:gd name="T44" fmla="*/ 2147483646 w 190"/>
                <a:gd name="T45" fmla="*/ 2147483646 h 191"/>
                <a:gd name="T46" fmla="*/ 2147483646 w 190"/>
                <a:gd name="T47" fmla="*/ 2147483646 h 191"/>
                <a:gd name="T48" fmla="*/ 2147483646 w 190"/>
                <a:gd name="T49" fmla="*/ 2147483646 h 191"/>
                <a:gd name="T50" fmla="*/ 2147483646 w 190"/>
                <a:gd name="T51" fmla="*/ 2147483646 h 191"/>
                <a:gd name="T52" fmla="*/ 2147483646 w 190"/>
                <a:gd name="T53" fmla="*/ 2147483646 h 191"/>
                <a:gd name="T54" fmla="*/ 2147483646 w 190"/>
                <a:gd name="T55" fmla="*/ 2147483646 h 191"/>
                <a:gd name="T56" fmla="*/ 2147483646 w 190"/>
                <a:gd name="T57" fmla="*/ 2147483646 h 191"/>
                <a:gd name="T58" fmla="*/ 2147483646 w 190"/>
                <a:gd name="T59" fmla="*/ 2147483646 h 191"/>
                <a:gd name="T60" fmla="*/ 2147483646 w 190"/>
                <a:gd name="T61" fmla="*/ 2147483646 h 191"/>
                <a:gd name="T62" fmla="*/ 2147483646 w 190"/>
                <a:gd name="T63" fmla="*/ 2147483646 h 191"/>
                <a:gd name="T64" fmla="*/ 2147483646 w 190"/>
                <a:gd name="T65" fmla="*/ 2147483646 h 191"/>
                <a:gd name="T66" fmla="*/ 2147483646 w 190"/>
                <a:gd name="T67" fmla="*/ 2147483646 h 191"/>
                <a:gd name="T68" fmla="*/ 2147483646 w 190"/>
                <a:gd name="T69" fmla="*/ 2147483646 h 191"/>
                <a:gd name="T70" fmla="*/ 2147483646 w 190"/>
                <a:gd name="T71" fmla="*/ 2147483646 h 191"/>
                <a:gd name="T72" fmla="*/ 2147483646 w 190"/>
                <a:gd name="T73" fmla="*/ 2147483646 h 1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90"/>
                <a:gd name="T112" fmla="*/ 0 h 191"/>
                <a:gd name="T113" fmla="*/ 190 w 190"/>
                <a:gd name="T114" fmla="*/ 191 h 1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90" h="191">
                  <a:moveTo>
                    <a:pt x="190" y="95"/>
                  </a:moveTo>
                  <a:lnTo>
                    <a:pt x="189" y="79"/>
                  </a:lnTo>
                  <a:lnTo>
                    <a:pt x="184" y="63"/>
                  </a:lnTo>
                  <a:lnTo>
                    <a:pt x="177" y="48"/>
                  </a:lnTo>
                  <a:lnTo>
                    <a:pt x="168" y="34"/>
                  </a:lnTo>
                  <a:lnTo>
                    <a:pt x="156" y="23"/>
                  </a:lnTo>
                  <a:lnTo>
                    <a:pt x="143" y="13"/>
                  </a:lnTo>
                  <a:lnTo>
                    <a:pt x="128" y="6"/>
                  </a:lnTo>
                  <a:lnTo>
                    <a:pt x="112" y="2"/>
                  </a:lnTo>
                  <a:lnTo>
                    <a:pt x="95" y="0"/>
                  </a:lnTo>
                  <a:lnTo>
                    <a:pt x="78" y="2"/>
                  </a:lnTo>
                  <a:lnTo>
                    <a:pt x="62" y="6"/>
                  </a:lnTo>
                  <a:lnTo>
                    <a:pt x="47" y="13"/>
                  </a:lnTo>
                  <a:lnTo>
                    <a:pt x="34" y="23"/>
                  </a:lnTo>
                  <a:lnTo>
                    <a:pt x="22" y="34"/>
                  </a:lnTo>
                  <a:lnTo>
                    <a:pt x="13" y="48"/>
                  </a:lnTo>
                  <a:lnTo>
                    <a:pt x="6" y="63"/>
                  </a:lnTo>
                  <a:lnTo>
                    <a:pt x="1" y="79"/>
                  </a:lnTo>
                  <a:lnTo>
                    <a:pt x="0" y="95"/>
                  </a:lnTo>
                  <a:lnTo>
                    <a:pt x="1" y="112"/>
                  </a:lnTo>
                  <a:lnTo>
                    <a:pt x="6" y="128"/>
                  </a:lnTo>
                  <a:lnTo>
                    <a:pt x="13" y="143"/>
                  </a:lnTo>
                  <a:lnTo>
                    <a:pt x="22" y="157"/>
                  </a:lnTo>
                  <a:lnTo>
                    <a:pt x="34" y="168"/>
                  </a:lnTo>
                  <a:lnTo>
                    <a:pt x="47" y="178"/>
                  </a:lnTo>
                  <a:lnTo>
                    <a:pt x="62" y="185"/>
                  </a:lnTo>
                  <a:lnTo>
                    <a:pt x="78" y="189"/>
                  </a:lnTo>
                  <a:lnTo>
                    <a:pt x="95" y="191"/>
                  </a:lnTo>
                  <a:lnTo>
                    <a:pt x="112" y="189"/>
                  </a:lnTo>
                  <a:lnTo>
                    <a:pt x="128" y="185"/>
                  </a:lnTo>
                  <a:lnTo>
                    <a:pt x="143" y="178"/>
                  </a:lnTo>
                  <a:lnTo>
                    <a:pt x="156" y="168"/>
                  </a:lnTo>
                  <a:lnTo>
                    <a:pt x="168" y="157"/>
                  </a:lnTo>
                  <a:lnTo>
                    <a:pt x="177" y="143"/>
                  </a:lnTo>
                  <a:lnTo>
                    <a:pt x="184" y="128"/>
                  </a:lnTo>
                  <a:lnTo>
                    <a:pt x="189" y="112"/>
                  </a:lnTo>
                  <a:lnTo>
                    <a:pt x="190" y="95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Text Box 111"/>
            <p:cNvSpPr txBox="1">
              <a:spLocks noChangeArrowheads="1"/>
            </p:cNvSpPr>
            <p:nvPr/>
          </p:nvSpPr>
          <p:spPr bwMode="auto">
            <a:xfrm>
              <a:off x="5603875" y="2693147"/>
              <a:ext cx="25479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D34817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Too complex</a:t>
              </a:r>
            </a:p>
          </p:txBody>
        </p:sp>
        <p:sp>
          <p:nvSpPr>
            <p:cNvPr id="110" name="Text Box 112"/>
            <p:cNvSpPr txBox="1">
              <a:spLocks noChangeArrowheads="1"/>
            </p:cNvSpPr>
            <p:nvPr/>
          </p:nvSpPr>
          <p:spPr bwMode="auto">
            <a:xfrm>
              <a:off x="3241675" y="4140947"/>
              <a:ext cx="2286000" cy="830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Not complex enough</a:t>
              </a:r>
              <a:endPara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cxnSp>
          <p:nvCxnSpPr>
            <p:cNvPr id="111" name="Straight Connector 112"/>
            <p:cNvCxnSpPr>
              <a:cxnSpLocks noChangeShapeType="1"/>
            </p:cNvCxnSpPr>
            <p:nvPr/>
          </p:nvCxnSpPr>
          <p:spPr bwMode="auto">
            <a:xfrm>
              <a:off x="2278063" y="2683622"/>
              <a:ext cx="6608762" cy="3359150"/>
            </a:xfrm>
            <a:prstGeom prst="line">
              <a:avLst/>
            </a:prstGeom>
            <a:noFill/>
            <a:ln w="63500" algn="ctr">
              <a:solidFill>
                <a:schemeClr val="tx2"/>
              </a:solidFill>
              <a:round/>
              <a:headEnd/>
              <a:tailEnd/>
            </a:ln>
            <a:effectLst>
              <a:outerShdw blurRad="88900" dist="63500" dir="2700000" algn="tl" rotWithShape="0">
                <a:prstClr val="black">
                  <a:alpha val="40000"/>
                </a:prst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928172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Reducing categorical variables</a:t>
            </a:r>
          </a:p>
          <a:p>
            <a:pPr lvl="1"/>
            <a:r>
              <a:rPr lang="en-US" dirty="0"/>
              <a:t>Use data exploration to assist in decisions</a:t>
            </a:r>
          </a:p>
          <a:p>
            <a:pPr lvl="1"/>
            <a:endParaRPr lang="en-US" dirty="0"/>
          </a:p>
          <a:p>
            <a:r>
              <a:rPr lang="en-US" dirty="0"/>
              <a:t>Reducing continuous variables</a:t>
            </a:r>
          </a:p>
          <a:p>
            <a:pPr lvl="1"/>
            <a:r>
              <a:rPr lang="en-US" dirty="0"/>
              <a:t>Principal Components Analysis (PCA)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754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latin typeface="+mj-lt"/>
              </a:rPr>
              <a:t>A single categorical variable with </a:t>
            </a:r>
            <a:r>
              <a:rPr lang="en-US" altLang="en-US" sz="2400" i="1" dirty="0">
                <a:latin typeface="+mj-lt"/>
              </a:rPr>
              <a:t>m</a:t>
            </a:r>
            <a:r>
              <a:rPr lang="en-US" altLang="en-US" sz="2400" dirty="0">
                <a:latin typeface="+mj-lt"/>
              </a:rPr>
              <a:t> categories can be transformed into </a:t>
            </a:r>
            <a:r>
              <a:rPr lang="en-US" altLang="en-US" sz="2400" i="1" dirty="0">
                <a:latin typeface="+mj-lt"/>
              </a:rPr>
              <a:t>m-1</a:t>
            </a:r>
            <a:r>
              <a:rPr lang="en-US" altLang="en-US" sz="2400" dirty="0">
                <a:latin typeface="+mj-lt"/>
              </a:rPr>
              <a:t> dummy variables</a:t>
            </a:r>
          </a:p>
          <a:p>
            <a:pPr eaLnBrk="1" hangingPunct="1"/>
            <a:r>
              <a:rPr lang="en-US" altLang="en-US" sz="2400" dirty="0">
                <a:latin typeface="+mj-lt"/>
              </a:rPr>
              <a:t>Each dummy variable takes the values 0 or 1</a:t>
            </a:r>
          </a:p>
          <a:p>
            <a:pPr lvl="1" eaLnBrk="1" hangingPunct="1">
              <a:buNone/>
            </a:pPr>
            <a:r>
              <a:rPr lang="en-US" altLang="en-US" dirty="0">
                <a:latin typeface="+mj-lt"/>
              </a:rPr>
              <a:t>0 = “no” for the category</a:t>
            </a:r>
          </a:p>
          <a:p>
            <a:pPr lvl="1" eaLnBrk="1" hangingPunct="1">
              <a:buNone/>
            </a:pPr>
            <a:r>
              <a:rPr lang="en-US" altLang="en-US" dirty="0">
                <a:latin typeface="+mj-lt"/>
              </a:rPr>
              <a:t>1 = “yes”</a:t>
            </a:r>
          </a:p>
          <a:p>
            <a:pPr eaLnBrk="1" hangingPunct="1"/>
            <a:r>
              <a:rPr lang="en-US" altLang="en-US" sz="2400" dirty="0">
                <a:latin typeface="+mj-lt"/>
              </a:rPr>
              <a:t>Problem: Can end up with too many variables</a:t>
            </a:r>
          </a:p>
          <a:p>
            <a:pPr eaLnBrk="1" hangingPunct="1"/>
            <a:r>
              <a:rPr lang="en-US" altLang="en-US" sz="2400" dirty="0">
                <a:latin typeface="+mj-lt"/>
              </a:rPr>
              <a:t>Solution: Reduce by combining categories that are close to each other</a:t>
            </a:r>
          </a:p>
          <a:p>
            <a:pPr eaLnBrk="1" hangingPunct="1"/>
            <a:r>
              <a:rPr lang="en-US" altLang="en-US" sz="2400" dirty="0">
                <a:latin typeface="+mj-lt"/>
              </a:rPr>
              <a:t>Use tabulations to assess outcome variable sensitivity to the dummies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516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Categories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8" name="Picture 7" descr="A table listing the 10 colors of cars in the dataset along with their row count, mean price, median price, and standard deviation of price.">
            <a:extLst>
              <a:ext uri="{FF2B5EF4-FFF2-40B4-BE49-F238E27FC236}">
                <a16:creationId xmlns:a16="http://schemas.microsoft.com/office/drawing/2014/main" id="{F2B02186-3C78-98C5-BAE6-3C16A40D6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3484351"/>
            <a:ext cx="4158666" cy="2805571"/>
          </a:xfrm>
          <a:prstGeom prst="rect">
            <a:avLst/>
          </a:prstGeom>
        </p:spPr>
      </p:pic>
      <p:pic>
        <p:nvPicPr>
          <p:cNvPr id="10" name="Picture 9" descr="A table listing the 4 color groups of cars in the dataset along with their row count, mean price, median price, and standard deviation of price.">
            <a:extLst>
              <a:ext uri="{FF2B5EF4-FFF2-40B4-BE49-F238E27FC236}">
                <a16:creationId xmlns:a16="http://schemas.microsoft.com/office/drawing/2014/main" id="{CB6D6C27-0234-4193-666D-9BBA1CB3E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898" y="4800600"/>
            <a:ext cx="4949782" cy="145389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AAC96A-3589-FD82-989E-21318C2AF7E5}"/>
              </a:ext>
            </a:extLst>
          </p:cNvPr>
          <p:cNvSpPr/>
          <p:nvPr/>
        </p:nvSpPr>
        <p:spPr>
          <a:xfrm>
            <a:off x="210312" y="3886200"/>
            <a:ext cx="3526706" cy="121615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95E7C2-0DD9-EA63-72F7-1C0CBD939F8B}"/>
              </a:ext>
            </a:extLst>
          </p:cNvPr>
          <p:cNvSpPr/>
          <p:nvPr/>
        </p:nvSpPr>
        <p:spPr>
          <a:xfrm>
            <a:off x="210312" y="5357895"/>
            <a:ext cx="3526706" cy="45720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A2D683-3656-0844-40C4-7E34C20F96BE}"/>
              </a:ext>
            </a:extLst>
          </p:cNvPr>
          <p:cNvSpPr/>
          <p:nvPr/>
        </p:nvSpPr>
        <p:spPr>
          <a:xfrm>
            <a:off x="210312" y="5814909"/>
            <a:ext cx="3526706" cy="45720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latin typeface="+mj-lt"/>
              </a:rPr>
              <a:t>There are 10 car colors which results in 9 dummy variables</a:t>
            </a:r>
          </a:p>
          <a:p>
            <a:pPr eaLnBrk="1" hangingPunct="1"/>
            <a:r>
              <a:rPr lang="en-US" altLang="en-US" sz="2400" dirty="0">
                <a:latin typeface="+mj-lt"/>
              </a:rPr>
              <a:t>If colors are similar relative to price, we can combine them</a:t>
            </a:r>
          </a:p>
          <a:p>
            <a:pPr marL="0" indent="0" eaLnBrk="1" hangingPunct="1">
              <a:buNone/>
            </a:pPr>
            <a:r>
              <a:rPr lang="en-US" altLang="en-US" sz="2400" dirty="0">
                <a:latin typeface="+mj-lt"/>
              </a:rPr>
              <a:t>	</a:t>
            </a:r>
            <a:r>
              <a:rPr lang="en-US" altLang="en-US" sz="2400" b="1" dirty="0">
                <a:latin typeface="+mj-lt"/>
              </a:rPr>
              <a:t>Before:				After:</a:t>
            </a:r>
          </a:p>
          <a:p>
            <a:pPr marL="0" indent="0" eaLnBrk="1" hangingPunct="1">
              <a:buNone/>
            </a:pPr>
            <a:r>
              <a:rPr lang="en-US" altLang="en-US" sz="2400" dirty="0">
                <a:latin typeface="+mj-lt"/>
              </a:rPr>
              <a:t>				Now we have just 4 categories				which is simpler without much 				information loss</a:t>
            </a:r>
          </a:p>
        </p:txBody>
      </p:sp>
    </p:spTree>
    <p:extLst>
      <p:ext uri="{BB962C8B-B14F-4D97-AF65-F5344CB8AC3E}">
        <p14:creationId xmlns:p14="http://schemas.microsoft.com/office/powerpoint/2010/main" val="3477427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001000" cy="1143000"/>
          </a:xfrm>
        </p:spPr>
        <p:txBody>
          <a:bodyPr/>
          <a:lstStyle/>
          <a:p>
            <a:r>
              <a:rPr lang="en-US" dirty="0"/>
              <a:t>Principal Components Analysis (PCA)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Goal:</a:t>
            </a:r>
            <a:r>
              <a:rPr lang="en-US" dirty="0"/>
              <a:t> Reduce a set of numerical variables.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The idea: </a:t>
            </a:r>
            <a:r>
              <a:rPr lang="en-US" dirty="0"/>
              <a:t>Remove the overlap of information between these variables. (“Information” is measured by the sum of the variances of the variables.)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Final product: </a:t>
            </a:r>
            <a:r>
              <a:rPr lang="en-US" dirty="0"/>
              <a:t>Create a smaller number of numerical variables that contain most of the information.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362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PCA do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39725" indent="-339725" eaLnBrk="1" hangingPunct="1">
              <a:defRPr/>
            </a:pPr>
            <a:r>
              <a:rPr lang="en-US" sz="2400" dirty="0"/>
              <a:t>Create new variables that are linear combinations of the original variables (i.e., they are weighted averages of the original variables). </a:t>
            </a:r>
          </a:p>
          <a:p>
            <a:pPr marL="339725" indent="-339725" eaLnBrk="1" hangingPunct="1">
              <a:defRPr/>
            </a:pPr>
            <a:r>
              <a:rPr lang="en-US" sz="2400" dirty="0"/>
              <a:t>These linear combinations are uncorrelated to each other (no information overlap), and only a few of them contain most of the original information.</a:t>
            </a:r>
          </a:p>
          <a:p>
            <a:pPr marL="339725" indent="-339725" eaLnBrk="1" hangingPunct="1">
              <a:defRPr/>
            </a:pPr>
            <a:r>
              <a:rPr lang="en-US" sz="2400" dirty="0"/>
              <a:t>The new variables are called </a:t>
            </a:r>
            <a:r>
              <a:rPr lang="en-US" sz="2400" i="1" dirty="0"/>
              <a:t>principal components</a:t>
            </a:r>
            <a:r>
              <a:rPr lang="en-US" sz="2400" dirty="0"/>
              <a:t>.</a:t>
            </a:r>
          </a:p>
          <a:p>
            <a:pPr marL="339725" indent="-339725" eaLnBrk="1" hangingPunct="1">
              <a:defRPr/>
            </a:pPr>
            <a:r>
              <a:rPr lang="en-US" sz="2400" dirty="0"/>
              <a:t>Create the same number of principal components as the number of original variables we start with</a:t>
            </a:r>
          </a:p>
          <a:p>
            <a:pPr marL="339725" indent="-339725" eaLnBrk="1" hangingPunct="1">
              <a:defRPr/>
            </a:pPr>
            <a:r>
              <a:rPr lang="en-US" sz="2400" dirty="0"/>
              <a:t>Only use a reduced set of principal components that capture “enough” information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635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Correlations of Numeric Variables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3074" name="Picture 2" descr="A correlation matrix of Age_08_04, KM, HP, CC, Doors, and Weight.">
            <a:extLst>
              <a:ext uri="{FF2B5EF4-FFF2-40B4-BE49-F238E27FC236}">
                <a16:creationId xmlns:a16="http://schemas.microsoft.com/office/drawing/2014/main" id="{A179B5BB-6848-7822-8066-F01484B08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8" y="1463040"/>
            <a:ext cx="6067425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400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5DC8-283B-BA76-A48C-9089B92C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159EE-A87C-169C-541F-F0954746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PCA Example – 2 Variables</a:t>
            </a:r>
          </a:p>
        </p:txBody>
      </p:sp>
      <p:pic>
        <p:nvPicPr>
          <p:cNvPr id="10" name="Picture 9" descr="A scatterplot of PC1 and PC2">
            <a:extLst>
              <a:ext uri="{FF2B5EF4-FFF2-40B4-BE49-F238E27FC236}">
                <a16:creationId xmlns:a16="http://schemas.microsoft.com/office/drawing/2014/main" id="{B5FD1623-4C1B-F88B-16ED-4B938C9B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079620">
            <a:off x="4332134" y="3338874"/>
            <a:ext cx="4270443" cy="252375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BC225A-62EB-42C3-5924-79C3BA2C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8F1B3F-8899-D84F-6B44-DF6FF893009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2400" dirty="0"/>
              <a:t>PC1 gets formed across the dimension of the dataspace with the most variance.  PC2 gets formed across the</a:t>
            </a:r>
            <a:br>
              <a:rPr lang="en-US" sz="2400" dirty="0"/>
            </a:br>
            <a:r>
              <a:rPr lang="en-US" sz="2400" dirty="0"/>
              <a:t>next most variance, perpendicular to PC1.</a:t>
            </a:r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 marL="0" indent="0" eaLnBrk="1" hangingPunct="1">
              <a:buNone/>
              <a:defRPr/>
            </a:pPr>
            <a:endParaRPr lang="en-US" sz="2400" dirty="0"/>
          </a:p>
          <a:p>
            <a:pPr marL="0" indent="0" eaLnBrk="1" hangingPunct="1">
              <a:buNone/>
              <a:defRPr/>
            </a:pPr>
            <a:r>
              <a:rPr lang="en-US" sz="2400" dirty="0"/>
              <a:t>This is a rotation of the axis through the dataspace.</a:t>
            </a:r>
          </a:p>
        </p:txBody>
      </p:sp>
      <p:pic>
        <p:nvPicPr>
          <p:cNvPr id="5" name="Picture 4" descr="A scatterplot of Age_08_04 and KM">
            <a:extLst>
              <a:ext uri="{FF2B5EF4-FFF2-40B4-BE49-F238E27FC236}">
                <a16:creationId xmlns:a16="http://schemas.microsoft.com/office/drawing/2014/main" id="{2153DEC5-34F0-66D1-E294-254CA92A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59" y="2727885"/>
            <a:ext cx="3793041" cy="319709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E592F4-3A88-5BC2-944D-B3678483367A}"/>
              </a:ext>
            </a:extLst>
          </p:cNvPr>
          <p:cNvCxnSpPr>
            <a:cxnSpLocks/>
          </p:cNvCxnSpPr>
          <p:nvPr/>
        </p:nvCxnSpPr>
        <p:spPr>
          <a:xfrm flipV="1">
            <a:off x="832104" y="3726601"/>
            <a:ext cx="3739896" cy="2294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216D22A-C328-3E8A-4066-A4EB0EF29404}"/>
              </a:ext>
            </a:extLst>
          </p:cNvPr>
          <p:cNvCxnSpPr>
            <a:cxnSpLocks/>
          </p:cNvCxnSpPr>
          <p:nvPr/>
        </p:nvCxnSpPr>
        <p:spPr>
          <a:xfrm>
            <a:off x="1044620" y="3557016"/>
            <a:ext cx="3076276" cy="2220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2198716-F357-3DE2-798E-2E87A0F994E5}"/>
              </a:ext>
            </a:extLst>
          </p:cNvPr>
          <p:cNvSpPr txBox="1"/>
          <p:nvPr/>
        </p:nvSpPr>
        <p:spPr>
          <a:xfrm>
            <a:off x="4027737" y="3457853"/>
            <a:ext cx="65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PC1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61703F-F939-D90C-6385-5D1FF9F37365}"/>
              </a:ext>
            </a:extLst>
          </p:cNvPr>
          <p:cNvSpPr txBox="1"/>
          <p:nvPr/>
        </p:nvSpPr>
        <p:spPr>
          <a:xfrm>
            <a:off x="1004996" y="3265670"/>
            <a:ext cx="65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PC2</a:t>
            </a:r>
          </a:p>
        </p:txBody>
      </p:sp>
    </p:spTree>
    <p:extLst>
      <p:ext uri="{BB962C8B-B14F-4D97-AF65-F5344CB8AC3E}">
        <p14:creationId xmlns:p14="http://schemas.microsoft.com/office/powerpoint/2010/main" val="1967131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Perform PCA on Age_08_04, KM, HP, CC, Doors, and Weight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first four principal components account for over 90% of total variance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4098" name="Picture 2" descr="A line plotting the cumulative variance explained by each principal component.">
            <a:extLst>
              <a:ext uri="{FF2B5EF4-FFF2-40B4-BE49-F238E27FC236}">
                <a16:creationId xmlns:a16="http://schemas.microsoft.com/office/drawing/2014/main" id="{069B813B-6E16-C04A-B2D9-C215F8D39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125" y="2341817"/>
            <a:ext cx="4957750" cy="320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115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Look at the Eigenvectors (loadings) to see what variables go into each Principal Component</a:t>
            </a:r>
          </a:p>
          <a:p>
            <a:r>
              <a:rPr lang="en-US" dirty="0"/>
              <a:t>The further from zero, the bigger the contribution of the variable</a:t>
            </a:r>
          </a:p>
          <a:p>
            <a:r>
              <a:rPr lang="en-US" dirty="0"/>
              <a:t>The sign gives the direction of the relationship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7" name="Picture 6" descr="A table of the loadings for the 6 principal components derived from Age_08_04, KM, HP, CC, Doors, and Weight">
            <a:extLst>
              <a:ext uri="{FF2B5EF4-FFF2-40B4-BE49-F238E27FC236}">
                <a16:creationId xmlns:a16="http://schemas.microsoft.com/office/drawing/2014/main" id="{D644462A-DECD-75A9-2969-7533D3F83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579" y="3734014"/>
            <a:ext cx="6950841" cy="295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3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in Classification/Prediction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Apply PCA to training data only</a:t>
            </a:r>
          </a:p>
          <a:p>
            <a:pPr eaLnBrk="1" hangingPunct="1"/>
            <a:r>
              <a:rPr lang="en-US" altLang="en-US" sz="2400" dirty="0"/>
              <a:t>Only input predictor variables (don’t include target!)</a:t>
            </a:r>
          </a:p>
          <a:p>
            <a:pPr eaLnBrk="1" hangingPunct="1"/>
            <a:r>
              <a:rPr lang="en-US" altLang="en-US" sz="2400" dirty="0"/>
              <a:t>Decide how many PCs to use</a:t>
            </a:r>
          </a:p>
          <a:p>
            <a:pPr eaLnBrk="1" hangingPunct="1"/>
            <a:r>
              <a:rPr lang="en-US" altLang="en-US" sz="2400" dirty="0"/>
              <a:t>Use variable weights in those PCs with validation/new data (calculate principal components as new features in the data table)</a:t>
            </a:r>
          </a:p>
          <a:p>
            <a:pPr eaLnBrk="1" hangingPunct="1"/>
            <a:r>
              <a:rPr lang="en-US" altLang="en-US" sz="2400" dirty="0"/>
              <a:t>This creates a new reduced set of predictors in both training and validation</a:t>
            </a:r>
          </a:p>
          <a:p>
            <a:pPr eaLnBrk="1" hangingPunct="1"/>
            <a:r>
              <a:rPr lang="en-US" altLang="en-US" sz="2400" dirty="0"/>
              <a:t>Saved formulas can be applied to new data prior to being scored by a model</a:t>
            </a:r>
          </a:p>
          <a:p>
            <a:pPr eaLnBrk="1" hangingPunct="1"/>
            <a:r>
              <a:rPr lang="en-US" sz="2400" dirty="0"/>
              <a:t>Drawback – interpretation of variable impact is harder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A8C6F-B977-4683-B6B5-488394C5317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088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>
          <a:xfrm>
            <a:off x="749300" y="1600200"/>
            <a:ext cx="7937500" cy="4572000"/>
          </a:xfrm>
        </p:spPr>
        <p:txBody>
          <a:bodyPr/>
          <a:lstStyle/>
          <a:p>
            <a:r>
              <a:rPr lang="en-US" altLang="en-US" dirty="0">
                <a:latin typeface="Franklin Gothic Book" panose="020B0503020102020204" pitchFamily="34" charset="0"/>
              </a:rPr>
              <a:t>Modifying data gets it ready for modeling</a:t>
            </a:r>
          </a:p>
          <a:p>
            <a:r>
              <a:rPr lang="en-US" altLang="en-US" dirty="0">
                <a:latin typeface="Franklin Gothic Book" panose="020B0503020102020204" pitchFamily="34" charset="0"/>
              </a:rPr>
              <a:t>Check that data types are correct</a:t>
            </a:r>
          </a:p>
          <a:p>
            <a:r>
              <a:rPr lang="en-US" altLang="en-US" dirty="0">
                <a:latin typeface="Franklin Gothic Book" panose="020B0503020102020204" pitchFamily="34" charset="0"/>
              </a:rPr>
              <a:t>Address missing values to avoid default handling</a:t>
            </a:r>
          </a:p>
          <a:p>
            <a:r>
              <a:rPr lang="en-US" altLang="en-US" dirty="0">
                <a:latin typeface="Franklin Gothic Book" panose="020B0503020102020204" pitchFamily="34" charset="0"/>
              </a:rPr>
              <a:t>Address outliers to avoid extreme values skewing your analysis</a:t>
            </a:r>
          </a:p>
          <a:p>
            <a:r>
              <a:rPr lang="en-US" altLang="en-US" dirty="0">
                <a:latin typeface="Franklin Gothic Book" panose="020B0503020102020204" pitchFamily="34" charset="0"/>
              </a:rPr>
              <a:t>Standardize and/or transform data as needed</a:t>
            </a:r>
          </a:p>
          <a:p>
            <a:r>
              <a:rPr lang="en-US" altLang="en-US" dirty="0">
                <a:latin typeface="Franklin Gothic Book" panose="020B0503020102020204" pitchFamily="34" charset="0"/>
              </a:rPr>
              <a:t>Use data reduction techniques to simplify the size of the data space</a:t>
            </a:r>
          </a:p>
          <a:p>
            <a:r>
              <a:rPr lang="en-US" altLang="en-US" dirty="0">
                <a:latin typeface="Franklin Gothic Book" panose="020B0503020102020204" pitchFamily="34" charset="0"/>
              </a:rPr>
              <a:t>PCA creates a new reduced set of features that remove overlap in information</a:t>
            </a:r>
          </a:p>
          <a:p>
            <a:endParaRPr lang="en-US" altLang="en-US" dirty="0">
              <a:latin typeface="Franklin Gothic Book" panose="020B0503020102020204" pitchFamily="34" charset="0"/>
            </a:endParaRPr>
          </a:p>
          <a:p>
            <a:pPr>
              <a:lnSpc>
                <a:spcPct val="90000"/>
              </a:lnSpc>
            </a:pPr>
            <a:endParaRPr lang="en-US" altLang="en-US" dirty="0">
              <a:latin typeface="Franklin Gothic Book" panose="020B0503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10300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A8C6F-B977-4683-B6B5-488394C5317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10280</TotalTime>
  <Words>1297</Words>
  <Application>Microsoft Office PowerPoint</Application>
  <PresentationFormat>On-screen Show (4:3)</PresentationFormat>
  <Paragraphs>243</Paragraphs>
  <Slides>29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Arial Narrow</vt:lpstr>
      <vt:lpstr>Calibri</vt:lpstr>
      <vt:lpstr>Franklin Gothic Book</vt:lpstr>
      <vt:lpstr>Perpetua</vt:lpstr>
      <vt:lpstr>Tahoma</vt:lpstr>
      <vt:lpstr>Wingdings</vt:lpstr>
      <vt:lpstr>Wingdings 2</vt:lpstr>
      <vt:lpstr>Equity</vt:lpstr>
      <vt:lpstr>1_Equity</vt:lpstr>
      <vt:lpstr>Preprocessing Part 2</vt:lpstr>
      <vt:lpstr>Module Topics</vt:lpstr>
      <vt:lpstr>Cleaning the Data</vt:lpstr>
      <vt:lpstr>Variable Data Type Changes</vt:lpstr>
      <vt:lpstr>Variable Data Type Changes</vt:lpstr>
      <vt:lpstr>Variable Data Type Changes</vt:lpstr>
      <vt:lpstr>Handling Missing Data</vt:lpstr>
      <vt:lpstr>Handling Outliers</vt:lpstr>
      <vt:lpstr>Standardizing Data </vt:lpstr>
      <vt:lpstr>Standardizing Data </vt:lpstr>
      <vt:lpstr>Variable Transformation</vt:lpstr>
      <vt:lpstr>Old and New Distributions</vt:lpstr>
      <vt:lpstr>Standardization vs Transform</vt:lpstr>
      <vt:lpstr>Data Reduction</vt:lpstr>
      <vt:lpstr>Data Reduction</vt:lpstr>
      <vt:lpstr>Redundant Information</vt:lpstr>
      <vt:lpstr>The Curse of Dimensionality</vt:lpstr>
      <vt:lpstr>Model Complexity</vt:lpstr>
      <vt:lpstr>Data Reduction</vt:lpstr>
      <vt:lpstr>Reducing Categories</vt:lpstr>
      <vt:lpstr>Combining Categories</vt:lpstr>
      <vt:lpstr>Principal Components Analysis (PCA)</vt:lpstr>
      <vt:lpstr>How does PCA do this?</vt:lpstr>
      <vt:lpstr>Correlations of Numeric Variables</vt:lpstr>
      <vt:lpstr>Small PCA Example – 2 Variables</vt:lpstr>
      <vt:lpstr>Eigenvalues</vt:lpstr>
      <vt:lpstr>Eigenvectors</vt:lpstr>
      <vt:lpstr>PCA in Classification/Prediction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P Bruce</dc:creator>
  <cp:lastModifiedBy>Eigo, Jennifer</cp:lastModifiedBy>
  <cp:revision>108</cp:revision>
  <dcterms:created xsi:type="dcterms:W3CDTF">2008-10-07T18:49:19Z</dcterms:created>
  <dcterms:modified xsi:type="dcterms:W3CDTF">2025-06-25T12:13:27Z</dcterms:modified>
</cp:coreProperties>
</file>