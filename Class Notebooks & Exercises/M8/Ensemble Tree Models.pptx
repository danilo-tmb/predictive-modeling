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  <p:sldMasterId id="2147483983" r:id="rId2"/>
  </p:sldMasterIdLst>
  <p:notesMasterIdLst>
    <p:notesMasterId r:id="rId11"/>
  </p:notesMasterIdLst>
  <p:handoutMasterIdLst>
    <p:handoutMasterId r:id="rId12"/>
  </p:handoutMasterIdLst>
  <p:sldIdLst>
    <p:sldId id="257" r:id="rId3"/>
    <p:sldId id="351" r:id="rId4"/>
    <p:sldId id="352" r:id="rId5"/>
    <p:sldId id="358" r:id="rId6"/>
    <p:sldId id="356" r:id="rId7"/>
    <p:sldId id="353" r:id="rId8"/>
    <p:sldId id="357" r:id="rId9"/>
    <p:sldId id="355" r:id="rId10"/>
  </p:sldIdLst>
  <p:sldSz cx="9144000" cy="6858000" type="screen4x3"/>
  <p:notesSz cx="6985000" cy="9283700"/>
  <p:custDataLst>
    <p:tags r:id="rId1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go, Jennifer" userId="e3b471ce-3052-4ace-a868-147a95701c6a" providerId="ADAL" clId="{B58452E7-7E09-4C2A-A5CF-BFE55315EE32}"/>
    <pc:docChg chg="custSel addSld modSld">
      <pc:chgData name="Eigo, Jennifer" userId="e3b471ce-3052-4ace-a868-147a95701c6a" providerId="ADAL" clId="{B58452E7-7E09-4C2A-A5CF-BFE55315EE32}" dt="2023-03-27T16:14:59.262" v="273" actId="1076"/>
      <pc:docMkLst>
        <pc:docMk/>
      </pc:docMkLst>
      <pc:sldChg chg="addSp delSp modSp mod">
        <pc:chgData name="Eigo, Jennifer" userId="e3b471ce-3052-4ace-a868-147a95701c6a" providerId="ADAL" clId="{B58452E7-7E09-4C2A-A5CF-BFE55315EE32}" dt="2023-03-27T16:14:59.262" v="273" actId="1076"/>
        <pc:sldMkLst>
          <pc:docMk/>
          <pc:sldMk cId="1166871301" sldId="331"/>
        </pc:sldMkLst>
      </pc:sldChg>
      <pc:sldChg chg="modSp add mod">
        <pc:chgData name="Eigo, Jennifer" userId="e3b471ce-3052-4ace-a868-147a95701c6a" providerId="ADAL" clId="{B58452E7-7E09-4C2A-A5CF-BFE55315EE32}" dt="2023-03-27T16:11:08.055" v="235" actId="20577"/>
        <pc:sldMkLst>
          <pc:docMk/>
          <pc:sldMk cId="201736269" sldId="358"/>
        </pc:sldMkLst>
      </pc:sldChg>
    </pc:docChg>
  </pc:docChgLst>
  <pc:docChgLst>
    <pc:chgData name="Eigo, Jennifer" userId="e3b471ce-3052-4ace-a868-147a95701c6a" providerId="ADAL" clId="{177EB0A8-2C7C-4670-87CC-4EBF62E8E17C}"/>
    <pc:docChg chg="custSel addSld modSld">
      <pc:chgData name="Eigo, Jennifer" userId="e3b471ce-3052-4ace-a868-147a95701c6a" providerId="ADAL" clId="{177EB0A8-2C7C-4670-87CC-4EBF62E8E17C}" dt="2022-10-24T13:08:09.017" v="431" actId="403"/>
      <pc:docMkLst>
        <pc:docMk/>
      </pc:docMkLst>
      <pc:sldChg chg="modSp add mod">
        <pc:chgData name="Eigo, Jennifer" userId="e3b471ce-3052-4ace-a868-147a95701c6a" providerId="ADAL" clId="{177EB0A8-2C7C-4670-87CC-4EBF62E8E17C}" dt="2022-10-24T13:08:09.017" v="431" actId="403"/>
        <pc:sldMkLst>
          <pc:docMk/>
          <pc:sldMk cId="1449318146" sldId="357"/>
        </pc:sldMkLst>
      </pc:sldChg>
    </pc:docChg>
  </pc:docChgLst>
  <pc:docChgLst>
    <pc:chgData name="Eigo, Jennifer" userId="e3b471ce-3052-4ace-a868-147a95701c6a" providerId="ADAL" clId="{64770646-A886-4AF9-A21C-57464D3F69E0}"/>
    <pc:docChg chg="undo custSel addSld delSld modSld sldOrd">
      <pc:chgData name="Eigo, Jennifer" userId="e3b471ce-3052-4ace-a868-147a95701c6a" providerId="ADAL" clId="{64770646-A886-4AF9-A21C-57464D3F69E0}" dt="2025-08-17T00:20:56.899" v="2208" actId="478"/>
      <pc:docMkLst>
        <pc:docMk/>
      </pc:docMkLst>
      <pc:sldChg chg="modSp mod">
        <pc:chgData name="Eigo, Jennifer" userId="e3b471ce-3052-4ace-a868-147a95701c6a" providerId="ADAL" clId="{64770646-A886-4AF9-A21C-57464D3F69E0}" dt="2025-08-16T17:45:43.070" v="23" actId="20577"/>
        <pc:sldMkLst>
          <pc:docMk/>
          <pc:sldMk cId="0" sldId="257"/>
        </pc:sldMkLst>
      </pc:sldChg>
      <pc:sldChg chg="modSp add del mod">
        <pc:chgData name="Eigo, Jennifer" userId="e3b471ce-3052-4ace-a868-147a95701c6a" providerId="ADAL" clId="{64770646-A886-4AF9-A21C-57464D3F69E0}" dt="2025-08-16T23:37:59.920" v="1746" actId="2696"/>
        <pc:sldMkLst>
          <pc:docMk/>
          <pc:sldMk cId="0" sldId="311"/>
        </pc:sldMkLst>
      </pc:sldChg>
      <pc:sldChg chg="modSp del">
        <pc:chgData name="Eigo, Jennifer" userId="e3b471ce-3052-4ace-a868-147a95701c6a" providerId="ADAL" clId="{64770646-A886-4AF9-A21C-57464D3F69E0}" dt="2025-08-16T23:28:46.573" v="1463" actId="2696"/>
        <pc:sldMkLst>
          <pc:docMk/>
          <pc:sldMk cId="312079295" sldId="320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538399806" sldId="321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191294576" sldId="322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386127279" sldId="323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058430318" sldId="324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857211046" sldId="325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4084555325" sldId="326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953738238" sldId="327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221450438" sldId="328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048324791" sldId="329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03780720" sldId="330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166871301" sldId="331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470810807" sldId="333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169301347" sldId="335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721159213" sldId="336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968580720" sldId="337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441143650" sldId="338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020665867" sldId="339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295482723" sldId="340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419353912" sldId="341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953906768" sldId="342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381502804" sldId="343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544884788" sldId="344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865287991" sldId="345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446864730" sldId="346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93920374" sldId="347"/>
        </pc:sldMkLst>
      </pc:sldChg>
      <pc:sldChg chg="del">
        <pc:chgData name="Eigo, Jennifer" userId="e3b471ce-3052-4ace-a868-147a95701c6a" providerId="ADAL" clId="{64770646-A886-4AF9-A21C-57464D3F69E0}" dt="2025-08-16T19:54:27.733" v="26" actId="47"/>
        <pc:sldMkLst>
          <pc:docMk/>
          <pc:sldMk cId="3361129648" sldId="349"/>
        </pc:sldMkLst>
      </pc:sldChg>
      <pc:sldChg chg="del">
        <pc:chgData name="Eigo, Jennifer" userId="e3b471ce-3052-4ace-a868-147a95701c6a" providerId="ADAL" clId="{64770646-A886-4AF9-A21C-57464D3F69E0}" dt="2025-08-16T19:54:28.566" v="27" actId="47"/>
        <pc:sldMkLst>
          <pc:docMk/>
          <pc:sldMk cId="3954938133" sldId="350"/>
        </pc:sldMkLst>
      </pc:sldChg>
      <pc:sldChg chg="modSp add mod">
        <pc:chgData name="Eigo, Jennifer" userId="e3b471ce-3052-4ace-a868-147a95701c6a" providerId="ADAL" clId="{64770646-A886-4AF9-A21C-57464D3F69E0}" dt="2025-08-16T23:28:59.668" v="1465" actId="20577"/>
        <pc:sldMkLst>
          <pc:docMk/>
          <pc:sldMk cId="661971090" sldId="351"/>
        </pc:sldMkLst>
      </pc:sldChg>
      <pc:sldChg chg="modSp add mod">
        <pc:chgData name="Eigo, Jennifer" userId="e3b471ce-3052-4ace-a868-147a95701c6a" providerId="ADAL" clId="{64770646-A886-4AF9-A21C-57464D3F69E0}" dt="2025-08-16T21:24:42.854" v="355" actId="20577"/>
        <pc:sldMkLst>
          <pc:docMk/>
          <pc:sldMk cId="47174057" sldId="352"/>
        </pc:sldMkLst>
      </pc:sldChg>
      <pc:sldChg chg="modSp add mod modNotesTx">
        <pc:chgData name="Eigo, Jennifer" userId="e3b471ce-3052-4ace-a868-147a95701c6a" providerId="ADAL" clId="{64770646-A886-4AF9-A21C-57464D3F69E0}" dt="2025-08-16T23:30:27.446" v="1538" actId="20577"/>
        <pc:sldMkLst>
          <pc:docMk/>
          <pc:sldMk cId="2245159090" sldId="353"/>
        </pc:sldMkLst>
      </pc:sldChg>
      <pc:sldChg chg="add del">
        <pc:chgData name="Eigo, Jennifer" userId="e3b471ce-3052-4ace-a868-147a95701c6a" providerId="ADAL" clId="{64770646-A886-4AF9-A21C-57464D3F69E0}" dt="2025-08-16T21:12:19.004" v="54" actId="2696"/>
        <pc:sldMkLst>
          <pc:docMk/>
          <pc:sldMk cId="708684516" sldId="354"/>
        </pc:sldMkLst>
      </pc:sldChg>
      <pc:sldChg chg="modSp mod">
        <pc:chgData name="Eigo, Jennifer" userId="e3b471ce-3052-4ace-a868-147a95701c6a" providerId="ADAL" clId="{64770646-A886-4AF9-A21C-57464D3F69E0}" dt="2025-08-16T23:46:45.419" v="2195" actId="20577"/>
        <pc:sldMkLst>
          <pc:docMk/>
          <pc:sldMk cId="4066770421" sldId="355"/>
        </pc:sldMkLst>
      </pc:sldChg>
      <pc:sldChg chg="modSp add mod">
        <pc:chgData name="Eigo, Jennifer" userId="e3b471ce-3052-4ace-a868-147a95701c6a" providerId="ADAL" clId="{64770646-A886-4AF9-A21C-57464D3F69E0}" dt="2025-08-16T23:42:21.875" v="2022" actId="20577"/>
        <pc:sldMkLst>
          <pc:docMk/>
          <pc:sldMk cId="30669198" sldId="356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72654268" sldId="356"/>
        </pc:sldMkLst>
      </pc:sldChg>
      <pc:sldChg chg="add del">
        <pc:chgData name="Eigo, Jennifer" userId="e3b471ce-3052-4ace-a868-147a95701c6a" providerId="ADAL" clId="{64770646-A886-4AF9-A21C-57464D3F69E0}" dt="2025-08-16T21:24:58.958" v="356" actId="2696"/>
        <pc:sldMkLst>
          <pc:docMk/>
          <pc:sldMk cId="2896238402" sldId="356"/>
        </pc:sldMkLst>
      </pc:sldChg>
      <pc:sldChg chg="addSp delSp modSp add mod modNotesTx">
        <pc:chgData name="Eigo, Jennifer" userId="e3b471ce-3052-4ace-a868-147a95701c6a" providerId="ADAL" clId="{64770646-A886-4AF9-A21C-57464D3F69E0}" dt="2025-08-17T00:20:56.899" v="2208" actId="478"/>
        <pc:sldMkLst>
          <pc:docMk/>
          <pc:sldMk cId="1434430144" sldId="357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449318146" sldId="357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01736269" sldId="358"/>
        </pc:sldMkLst>
      </pc:sldChg>
      <pc:sldChg chg="modSp add mod ord">
        <pc:chgData name="Eigo, Jennifer" userId="e3b471ce-3052-4ace-a868-147a95701c6a" providerId="ADAL" clId="{64770646-A886-4AF9-A21C-57464D3F69E0}" dt="2025-08-16T23:41:51.370" v="1948"/>
        <pc:sldMkLst>
          <pc:docMk/>
          <pc:sldMk cId="3366101268" sldId="358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764314322" sldId="359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4191956123" sldId="360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416449523" sldId="361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958319383" sldId="362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665467827" sldId="363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560724633" sldId="364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689274506" sldId="365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2890774524" sldId="366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805221080" sldId="367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1885042111" sldId="368"/>
        </pc:sldMkLst>
      </pc:sldChg>
      <pc:sldChg chg="del">
        <pc:chgData name="Eigo, Jennifer" userId="e3b471ce-3052-4ace-a868-147a95701c6a" providerId="ADAL" clId="{64770646-A886-4AF9-A21C-57464D3F69E0}" dt="2025-08-16T19:54:23.469" v="25" actId="47"/>
        <pc:sldMkLst>
          <pc:docMk/>
          <pc:sldMk cId="30931829" sldId="369"/>
        </pc:sldMkLst>
      </pc:sldChg>
    </pc:docChg>
  </pc:docChgLst>
  <pc:docChgLst>
    <pc:chgData name="Eigo, Jennifer" userId="e3b471ce-3052-4ace-a868-147a95701c6a" providerId="ADAL" clId="{07483329-4647-48ED-9FCF-9DA304D3B495}"/>
    <pc:docChg chg="custSel modSld">
      <pc:chgData name="Eigo, Jennifer" userId="e3b471ce-3052-4ace-a868-147a95701c6a" providerId="ADAL" clId="{07483329-4647-48ED-9FCF-9DA304D3B495}" dt="2024-10-21T19:40:47.912" v="122" actId="1038"/>
      <pc:docMkLst>
        <pc:docMk/>
      </pc:docMkLst>
      <pc:sldChg chg="addSp delSp modSp mod">
        <pc:chgData name="Eigo, Jennifer" userId="e3b471ce-3052-4ace-a868-147a95701c6a" providerId="ADAL" clId="{07483329-4647-48ED-9FCF-9DA304D3B495}" dt="2024-10-21T19:40:47.912" v="122" actId="1038"/>
        <pc:sldMkLst>
          <pc:docMk/>
          <pc:sldMk cId="1449318146" sldId="357"/>
        </pc:sldMkLst>
      </pc:sldChg>
    </pc:docChg>
  </pc:docChgLst>
  <pc:docChgLst>
    <pc:chgData name="Eigo, Jennifer" userId="e3b471ce-3052-4ace-a868-147a95701c6a" providerId="ADAL" clId="{662721CD-AB65-468A-8AD3-F9E41EAE1F6A}"/>
    <pc:docChg chg="undo custSel addSld delSld modSld sldOrd">
      <pc:chgData name="Eigo, Jennifer" userId="e3b471ce-3052-4ace-a868-147a95701c6a" providerId="ADAL" clId="{662721CD-AB65-468A-8AD3-F9E41EAE1F6A}" dt="2025-08-16T14:42:05.413" v="4618" actId="20577"/>
      <pc:docMkLst>
        <pc:docMk/>
      </pc:docMkLst>
      <pc:sldChg chg="add">
        <pc:chgData name="Eigo, Jennifer" userId="e3b471ce-3052-4ace-a868-147a95701c6a" providerId="ADAL" clId="{662721CD-AB65-468A-8AD3-F9E41EAE1F6A}" dt="2025-08-15T20:24:28.429" v="0"/>
        <pc:sldMkLst>
          <pc:docMk/>
          <pc:sldMk cId="0" sldId="257"/>
        </pc:sldMkLst>
      </pc:sldChg>
      <pc:sldChg chg="del">
        <pc:chgData name="Eigo, Jennifer" userId="e3b471ce-3052-4ace-a868-147a95701c6a" providerId="ADAL" clId="{662721CD-AB65-468A-8AD3-F9E41EAE1F6A}" dt="2025-08-15T20:24:32.946" v="1" actId="47"/>
        <pc:sldMkLst>
          <pc:docMk/>
          <pc:sldMk cId="3090641944" sldId="317"/>
        </pc:sldMkLst>
      </pc:sldChg>
      <pc:sldChg chg="modSp mod">
        <pc:chgData name="Eigo, Jennifer" userId="e3b471ce-3052-4ace-a868-147a95701c6a" providerId="ADAL" clId="{662721CD-AB65-468A-8AD3-F9E41EAE1F6A}" dt="2025-08-15T20:25:17.133" v="2" actId="6549"/>
        <pc:sldMkLst>
          <pc:docMk/>
          <pc:sldMk cId="312079295" sldId="320"/>
        </pc:sldMkLst>
      </pc:sldChg>
      <pc:sldChg chg="modSp mod">
        <pc:chgData name="Eigo, Jennifer" userId="e3b471ce-3052-4ace-a868-147a95701c6a" providerId="ADAL" clId="{662721CD-AB65-468A-8AD3-F9E41EAE1F6A}" dt="2025-08-16T14:09:33.318" v="4610" actId="20577"/>
        <pc:sldMkLst>
          <pc:docMk/>
          <pc:sldMk cId="2058430318" sldId="324"/>
        </pc:sldMkLst>
      </pc:sldChg>
      <pc:sldChg chg="modSp mod">
        <pc:chgData name="Eigo, Jennifer" userId="e3b471ce-3052-4ace-a868-147a95701c6a" providerId="ADAL" clId="{662721CD-AB65-468A-8AD3-F9E41EAE1F6A}" dt="2025-08-16T00:46:33.473" v="1492" actId="20577"/>
        <pc:sldMkLst>
          <pc:docMk/>
          <pc:sldMk cId="2048324791" sldId="329"/>
        </pc:sldMkLst>
      </pc:sldChg>
      <pc:sldChg chg="modSp mod">
        <pc:chgData name="Eigo, Jennifer" userId="e3b471ce-3052-4ace-a868-147a95701c6a" providerId="ADAL" clId="{662721CD-AB65-468A-8AD3-F9E41EAE1F6A}" dt="2025-08-16T13:45:24.182" v="4600" actId="6549"/>
        <pc:sldMkLst>
          <pc:docMk/>
          <pc:sldMk cId="203780720" sldId="330"/>
        </pc:sldMkLst>
      </pc:sldChg>
      <pc:sldChg chg="modSp">
        <pc:chgData name="Eigo, Jennifer" userId="e3b471ce-3052-4ace-a868-147a95701c6a" providerId="ADAL" clId="{662721CD-AB65-468A-8AD3-F9E41EAE1F6A}" dt="2025-08-16T00:36:18.408" v="968" actId="962"/>
        <pc:sldMkLst>
          <pc:docMk/>
          <pc:sldMk cId="1166871301" sldId="331"/>
        </pc:sldMkLst>
      </pc:sldChg>
      <pc:sldChg chg="modSp mod">
        <pc:chgData name="Eigo, Jennifer" userId="e3b471ce-3052-4ace-a868-147a95701c6a" providerId="ADAL" clId="{662721CD-AB65-468A-8AD3-F9E41EAE1F6A}" dt="2025-08-16T00:57:57.129" v="1883" actId="20577"/>
        <pc:sldMkLst>
          <pc:docMk/>
          <pc:sldMk cId="470810807" sldId="333"/>
        </pc:sldMkLst>
      </pc:sldChg>
      <pc:sldChg chg="modSp mod">
        <pc:chgData name="Eigo, Jennifer" userId="e3b471ce-3052-4ace-a868-147a95701c6a" providerId="ADAL" clId="{662721CD-AB65-468A-8AD3-F9E41EAE1F6A}" dt="2025-08-16T01:09:52.327" v="2046" actId="20577"/>
        <pc:sldMkLst>
          <pc:docMk/>
          <pc:sldMk cId="1721159213" sldId="336"/>
        </pc:sldMkLst>
      </pc:sldChg>
      <pc:sldChg chg="modSp mod">
        <pc:chgData name="Eigo, Jennifer" userId="e3b471ce-3052-4ace-a868-147a95701c6a" providerId="ADAL" clId="{662721CD-AB65-468A-8AD3-F9E41EAE1F6A}" dt="2025-08-16T14:42:05.413" v="4618" actId="20577"/>
        <pc:sldMkLst>
          <pc:docMk/>
          <pc:sldMk cId="3441143650" sldId="338"/>
        </pc:sldMkLst>
      </pc:sldChg>
      <pc:sldChg chg="modSp mod">
        <pc:chgData name="Eigo, Jennifer" userId="e3b471ce-3052-4ace-a868-147a95701c6a" providerId="ADAL" clId="{662721CD-AB65-468A-8AD3-F9E41EAE1F6A}" dt="2025-08-16T01:41:02.940" v="3966" actId="6549"/>
        <pc:sldMkLst>
          <pc:docMk/>
          <pc:sldMk cId="193920374" sldId="347"/>
        </pc:sldMkLst>
      </pc:sldChg>
      <pc:sldChg chg="del">
        <pc:chgData name="Eigo, Jennifer" userId="e3b471ce-3052-4ace-a868-147a95701c6a" providerId="ADAL" clId="{662721CD-AB65-468A-8AD3-F9E41EAE1F6A}" dt="2025-08-16T01:41:20.551" v="3968" actId="47"/>
        <pc:sldMkLst>
          <pc:docMk/>
          <pc:sldMk cId="3950904762" sldId="348"/>
        </pc:sldMkLst>
      </pc:sldChg>
      <pc:sldChg chg="modSp mod">
        <pc:chgData name="Eigo, Jennifer" userId="e3b471ce-3052-4ace-a868-147a95701c6a" providerId="ADAL" clId="{662721CD-AB65-468A-8AD3-F9E41EAE1F6A}" dt="2025-08-16T01:43:18.755" v="4030" actId="6549"/>
        <pc:sldMkLst>
          <pc:docMk/>
          <pc:sldMk cId="3361129648" sldId="349"/>
        </pc:sldMkLst>
      </pc:sldChg>
      <pc:sldChg chg="del">
        <pc:chgData name="Eigo, Jennifer" userId="e3b471ce-3052-4ace-a868-147a95701c6a" providerId="ADAL" clId="{662721CD-AB65-468A-8AD3-F9E41EAE1F6A}" dt="2025-08-16T01:43:40.030" v="4031" actId="47"/>
        <pc:sldMkLst>
          <pc:docMk/>
          <pc:sldMk cId="661971090" sldId="351"/>
        </pc:sldMkLst>
      </pc:sldChg>
      <pc:sldChg chg="del">
        <pc:chgData name="Eigo, Jennifer" userId="e3b471ce-3052-4ace-a868-147a95701c6a" providerId="ADAL" clId="{662721CD-AB65-468A-8AD3-F9E41EAE1F6A}" dt="2025-08-16T01:43:40.030" v="4031" actId="47"/>
        <pc:sldMkLst>
          <pc:docMk/>
          <pc:sldMk cId="47174057" sldId="352"/>
        </pc:sldMkLst>
      </pc:sldChg>
      <pc:sldChg chg="del">
        <pc:chgData name="Eigo, Jennifer" userId="e3b471ce-3052-4ace-a868-147a95701c6a" providerId="ADAL" clId="{662721CD-AB65-468A-8AD3-F9E41EAE1F6A}" dt="2025-08-16T01:43:40.030" v="4031" actId="47"/>
        <pc:sldMkLst>
          <pc:docMk/>
          <pc:sldMk cId="2245159090" sldId="353"/>
        </pc:sldMkLst>
      </pc:sldChg>
      <pc:sldChg chg="del">
        <pc:chgData name="Eigo, Jennifer" userId="e3b471ce-3052-4ace-a868-147a95701c6a" providerId="ADAL" clId="{662721CD-AB65-468A-8AD3-F9E41EAE1F6A}" dt="2025-08-16T01:43:40.030" v="4031" actId="47"/>
        <pc:sldMkLst>
          <pc:docMk/>
          <pc:sldMk cId="708684516" sldId="354"/>
        </pc:sldMkLst>
      </pc:sldChg>
      <pc:sldChg chg="modSp mod">
        <pc:chgData name="Eigo, Jennifer" userId="e3b471ce-3052-4ace-a868-147a95701c6a" providerId="ADAL" clId="{662721CD-AB65-468A-8AD3-F9E41EAE1F6A}" dt="2025-08-16T13:38:09.799" v="4599" actId="20577"/>
        <pc:sldMkLst>
          <pc:docMk/>
          <pc:sldMk cId="4066770421" sldId="355"/>
        </pc:sldMkLst>
      </pc:sldChg>
      <pc:sldChg chg="modSp mod">
        <pc:chgData name="Eigo, Jennifer" userId="e3b471ce-3052-4ace-a868-147a95701c6a" providerId="ADAL" clId="{662721CD-AB65-468A-8AD3-F9E41EAE1F6A}" dt="2025-08-16T00:57:26.560" v="1871" actId="20577"/>
        <pc:sldMkLst>
          <pc:docMk/>
          <pc:sldMk cId="172654268" sldId="356"/>
        </pc:sldMkLst>
      </pc:sldChg>
      <pc:sldChg chg="addSp modSp mod">
        <pc:chgData name="Eigo, Jennifer" userId="e3b471ce-3052-4ace-a868-147a95701c6a" providerId="ADAL" clId="{662721CD-AB65-468A-8AD3-F9E41EAE1F6A}" dt="2025-08-16T00:39:42.689" v="1306" actId="962"/>
        <pc:sldMkLst>
          <pc:docMk/>
          <pc:sldMk cId="1449318146" sldId="357"/>
        </pc:sldMkLst>
      </pc:sldChg>
      <pc:sldChg chg="modSp">
        <pc:chgData name="Eigo, Jennifer" userId="e3b471ce-3052-4ace-a868-147a95701c6a" providerId="ADAL" clId="{662721CD-AB65-468A-8AD3-F9E41EAE1F6A}" dt="2025-08-16T00:35:01.540" v="786" actId="962"/>
        <pc:sldMkLst>
          <pc:docMk/>
          <pc:sldMk cId="201736269" sldId="358"/>
        </pc:sldMkLst>
      </pc:sldChg>
      <pc:sldChg chg="addSp delSp modSp add mod">
        <pc:chgData name="Eigo, Jennifer" userId="e3b471ce-3052-4ace-a868-147a95701c6a" providerId="ADAL" clId="{662721CD-AB65-468A-8AD3-F9E41EAE1F6A}" dt="2025-08-16T01:15:10.588" v="2374" actId="113"/>
        <pc:sldMkLst>
          <pc:docMk/>
          <pc:sldMk cId="2764314322" sldId="359"/>
        </pc:sldMkLst>
      </pc:sldChg>
      <pc:sldChg chg="addSp modSp add mod">
        <pc:chgData name="Eigo, Jennifer" userId="e3b471ce-3052-4ace-a868-147a95701c6a" providerId="ADAL" clId="{662721CD-AB65-468A-8AD3-F9E41EAE1F6A}" dt="2025-08-16T01:07:48.439" v="2016" actId="20577"/>
        <pc:sldMkLst>
          <pc:docMk/>
          <pc:sldMk cId="4191956123" sldId="360"/>
        </pc:sldMkLst>
      </pc:sldChg>
      <pc:sldChg chg="modSp add mod ord">
        <pc:chgData name="Eigo, Jennifer" userId="e3b471ce-3052-4ace-a868-147a95701c6a" providerId="ADAL" clId="{662721CD-AB65-468A-8AD3-F9E41EAE1F6A}" dt="2025-08-16T01:15:19.423" v="2375" actId="113"/>
        <pc:sldMkLst>
          <pc:docMk/>
          <pc:sldMk cId="2416449523" sldId="361"/>
        </pc:sldMkLst>
      </pc:sldChg>
      <pc:sldChg chg="delSp modSp add mod">
        <pc:chgData name="Eigo, Jennifer" userId="e3b471ce-3052-4ace-a868-147a95701c6a" providerId="ADAL" clId="{662721CD-AB65-468A-8AD3-F9E41EAE1F6A}" dt="2025-08-16T01:36:10.466" v="3792" actId="20577"/>
        <pc:sldMkLst>
          <pc:docMk/>
          <pc:sldMk cId="1958319383" sldId="362"/>
        </pc:sldMkLst>
      </pc:sldChg>
      <pc:sldChg chg="addSp modSp add mod">
        <pc:chgData name="Eigo, Jennifer" userId="e3b471ce-3052-4ace-a868-147a95701c6a" providerId="ADAL" clId="{662721CD-AB65-468A-8AD3-F9E41EAE1F6A}" dt="2025-08-16T01:37:07.120" v="3934" actId="1076"/>
        <pc:sldMkLst>
          <pc:docMk/>
          <pc:sldMk cId="665467827" sldId="363"/>
        </pc:sldMkLst>
      </pc:sldChg>
      <pc:sldChg chg="addSp modSp add mod">
        <pc:chgData name="Eigo, Jennifer" userId="e3b471ce-3052-4ace-a868-147a95701c6a" providerId="ADAL" clId="{662721CD-AB65-468A-8AD3-F9E41EAE1F6A}" dt="2025-08-16T01:26:06.100" v="3082" actId="20577"/>
        <pc:sldMkLst>
          <pc:docMk/>
          <pc:sldMk cId="1560724633" sldId="364"/>
        </pc:sldMkLst>
      </pc:sldChg>
      <pc:sldChg chg="modSp add mod">
        <pc:chgData name="Eigo, Jennifer" userId="e3b471ce-3052-4ace-a868-147a95701c6a" providerId="ADAL" clId="{662721CD-AB65-468A-8AD3-F9E41EAE1F6A}" dt="2025-08-16T01:27:25.145" v="3178" actId="20577"/>
        <pc:sldMkLst>
          <pc:docMk/>
          <pc:sldMk cId="1689274506" sldId="365"/>
        </pc:sldMkLst>
      </pc:sldChg>
      <pc:sldChg chg="modSp add mod ord">
        <pc:chgData name="Eigo, Jennifer" userId="e3b471ce-3052-4ace-a868-147a95701c6a" providerId="ADAL" clId="{662721CD-AB65-468A-8AD3-F9E41EAE1F6A}" dt="2025-08-16T13:35:58.312" v="4528" actId="20577"/>
        <pc:sldMkLst>
          <pc:docMk/>
          <pc:sldMk cId="2890774524" sldId="366"/>
        </pc:sldMkLst>
      </pc:sldChg>
      <pc:sldChg chg="addSp modSp add mod">
        <pc:chgData name="Eigo, Jennifer" userId="e3b471ce-3052-4ace-a868-147a95701c6a" providerId="ADAL" clId="{662721CD-AB65-468A-8AD3-F9E41EAE1F6A}" dt="2025-08-16T13:36:58.350" v="4536" actId="20577"/>
        <pc:sldMkLst>
          <pc:docMk/>
          <pc:sldMk cId="3805221080" sldId="367"/>
        </pc:sldMkLst>
      </pc:sldChg>
      <pc:sldChg chg="modSp add mod">
        <pc:chgData name="Eigo, Jennifer" userId="e3b471ce-3052-4ace-a868-147a95701c6a" providerId="ADAL" clId="{662721CD-AB65-468A-8AD3-F9E41EAE1F6A}" dt="2025-08-16T01:49:57.639" v="4512" actId="20577"/>
        <pc:sldMkLst>
          <pc:docMk/>
          <pc:sldMk cId="1885042111" sldId="368"/>
        </pc:sldMkLst>
      </pc:sldChg>
      <pc:sldChg chg="addSp delSp modSp add mod">
        <pc:chgData name="Eigo, Jennifer" userId="e3b471ce-3052-4ace-a868-147a95701c6a" providerId="ADAL" clId="{662721CD-AB65-468A-8AD3-F9E41EAE1F6A}" dt="2025-08-16T01:48:51.178" v="4429" actId="962"/>
        <pc:sldMkLst>
          <pc:docMk/>
          <pc:sldMk cId="30931829" sldId="369"/>
        </pc:sldMkLst>
      </pc:sldChg>
    </pc:docChg>
  </pc:docChgLst>
  <pc:docChgLst>
    <pc:chgData name="Eigo, Jennifer" userId="e3b471ce-3052-4ace-a868-147a95701c6a" providerId="ADAL" clId="{98722F54-B24A-4E46-AE67-76B2A8E5C259}"/>
    <pc:docChg chg="modSld">
      <pc:chgData name="Eigo, Jennifer" userId="e3b471ce-3052-4ace-a868-147a95701c6a" providerId="ADAL" clId="{98722F54-B24A-4E46-AE67-76B2A8E5C259}" dt="2025-10-29T19:42:17.327" v="25" actId="20577"/>
      <pc:docMkLst>
        <pc:docMk/>
      </pc:docMkLst>
      <pc:sldChg chg="modSp mod">
        <pc:chgData name="Eigo, Jennifer" userId="e3b471ce-3052-4ace-a868-147a95701c6a" providerId="ADAL" clId="{98722F54-B24A-4E46-AE67-76B2A8E5C259}" dt="2025-10-29T19:42:17.327" v="25" actId="20577"/>
        <pc:sldMkLst>
          <pc:docMk/>
          <pc:sldMk cId="1434430144" sldId="357"/>
        </pc:sldMkLst>
        <pc:graphicFrameChg chg="modGraphic">
          <ac:chgData name="Eigo, Jennifer" userId="e3b471ce-3052-4ace-a868-147a95701c6a" providerId="ADAL" clId="{98722F54-B24A-4E46-AE67-76B2A8E5C259}" dt="2025-10-29T19:42:17.327" v="25" actId="20577"/>
          <ac:graphicFrameMkLst>
            <pc:docMk/>
            <pc:sldMk cId="1434430144" sldId="357"/>
            <ac:graphicFrameMk id="5" creationId="{F84A846B-C2C9-0D5D-2556-DC9B5F6F533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2736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18563"/>
            <a:ext cx="302736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pPr>
              <a:defRPr/>
            </a:pPr>
            <a:fld id="{EDBBAC41-BA91-4F4B-A4B1-25C2E0B4C9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212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62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8563"/>
            <a:ext cx="302736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pPr>
              <a:defRPr/>
            </a:pPr>
            <a:fld id="{DC8F0727-31F8-4A36-90A9-ADFE5D21B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7D3408D-33AC-5E3B-79EE-D55456A19F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60FEE02-3D24-8D76-28E0-0A62505DD0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1829D529-AE52-6B47-84B6-85787C421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211DC20-0FCC-403B-94C7-5D21AFD81875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48CDCA-FE22-49DD-B1C0-7246B280A61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794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341FC-129D-4394-F15D-55468BB4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83433BA4-862C-B9C2-5A38-D8183AAD5E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4EAFA0FE-1907-DC76-119F-5C75FEAC67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2934E189-762C-2EF6-DFE7-82C70F59D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48CDCA-FE22-49DD-B1C0-7246B280A61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986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B53906-CE16-4655-AA65-97C2C72A13B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67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6DF98-B378-491D-8580-437B0A418412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896218-18C0-4CA5-B0C8-B559A81DAE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688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03119-542A-4DB2-B1DE-096C7911EF4B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09BAB-41AB-4DE8-A919-B528B178CB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60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B7E22-D5F3-4512-99A2-B4A5E8567DE4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D3B85-61F9-4714-844C-AFA4F0F944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396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8C8E5-84E8-42F6-BAB9-8EB5F59D9BA6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13C81-156C-4A24-96D0-487FBF229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18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24F99-AB71-4E98-980A-AB460891332C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8ACE4-3D39-46BC-AEF6-39CC55AB4D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45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7EF1F-953E-495D-876A-6B07D860A78E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D5754-2CFE-43D9-82FE-3DFD5C055D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21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4B34F-939A-482E-A185-53D640385C2E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78DCA-3AAE-4395-8C58-0C173CCC9A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97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33B02-5937-4B25-BE3C-EAA2B3D9B4D4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799DB-7530-40C9-A64A-29E5FBAB4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41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A5487-31FB-49F8-A1D3-ABDF12762030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6CB90-A2F1-4F04-A5F1-ED0443960C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88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2B823-CDB2-45FE-AEB7-2AFB81F99172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E3C56-70DA-447E-8C07-B2C031A44B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382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11F52-91A0-4420-9478-AFF7E3D64928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48F0E-321D-494C-BF46-1F13DBD2CC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849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A6EF3-9197-40A0-8BD3-BFE8E5FBB05A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5356F-5E7F-48AF-9885-22B1499395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813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E4435856-1358-49AC-A91C-20C79CBF7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5" name="Rounded Rectangle 12">
            <a:extLst>
              <a:ext uri="{FF2B5EF4-FFF2-40B4-BE49-F238E27FC236}">
                <a16:creationId xmlns:a16="http://schemas.microsoft.com/office/drawing/2014/main" id="{A67DAF20-3890-4144-B31F-740685818B72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CE7724-B823-4324-9AB7-BB0F1F8F56B0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A128EA9-7FCB-40E4-8F0B-87A86BF22B94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4FEFE92C-0108-4EC3-AEF8-541595A3CA4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>
            <a:extLst>
              <a:ext uri="{FF2B5EF4-FFF2-40B4-BE49-F238E27FC236}">
                <a16:creationId xmlns:a16="http://schemas.microsoft.com/office/drawing/2014/main" id="{4A211ED9-10D4-4301-8532-B5C724D3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510B97-B1EC-4EB5-82AF-D62C73A05E01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12" name="Footer Placeholder 16">
            <a:extLst>
              <a:ext uri="{FF2B5EF4-FFF2-40B4-BE49-F238E27FC236}">
                <a16:creationId xmlns:a16="http://schemas.microsoft.com/office/drawing/2014/main" id="{0E174DEF-BAF6-4FF8-A90F-47FCFB51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Slide Number Placeholder 28">
            <a:extLst>
              <a:ext uri="{FF2B5EF4-FFF2-40B4-BE49-F238E27FC236}">
                <a16:creationId xmlns:a16="http://schemas.microsoft.com/office/drawing/2014/main" id="{3F879B84-1C7D-4263-B929-1B1B25E4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408176-D5A6-41F4-934A-12F9AE18CB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777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7234A-A747-487C-AF65-DA00CC2F1350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5D163-DE95-4262-9217-6407E90E4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936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830FC5D3-67AE-40E6-AE83-2FCB3BC00F7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5" name="Rounded Rectangle 9">
            <a:extLst>
              <a:ext uri="{FF2B5EF4-FFF2-40B4-BE49-F238E27FC236}">
                <a16:creationId xmlns:a16="http://schemas.microsoft.com/office/drawing/2014/main" id="{9BA85DCF-7B3E-40D0-9BA5-91018BDDFD6E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63BA34-D1C0-4099-A1FB-EF47EC213E91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6797803-8C1F-40A6-827D-DFB0E7F4AC05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9F9A7A1-9ED3-4CEC-830E-1F5E2967A207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F77BED7-93DC-43FE-A962-1E6D0CA6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CA2F3E-145E-4418-8416-4ABF050847EC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256F88-07C8-442B-BF82-EF4C369C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9872B17-650A-4612-A5BF-4EC1CBE1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877E05E-941F-4B16-9B88-FDF6AF3EC4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630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3F83D-5D46-46BD-A948-F5965DFE9490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8B2C2-2546-4642-B6A5-E08EC72E0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941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3657F-61C5-45F8-AA73-14F368BCF31A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66610-C020-42C0-8C6D-6AFAB11857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373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FF8B0-F665-4709-BB18-B547955AC2BA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E1ED2-52DB-424F-A676-4ACF9D0E34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055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ED6D4-74CA-4F61-AF69-432FE9533C15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224E7-4983-421C-A8CB-33991D59A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96170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D36FA41-1E03-44EE-949F-3A9AEC7C855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6" name="Rounded Rectangle 8">
            <a:extLst>
              <a:ext uri="{FF2B5EF4-FFF2-40B4-BE49-F238E27FC236}">
                <a16:creationId xmlns:a16="http://schemas.microsoft.com/office/drawing/2014/main" id="{82BF7C13-6CC0-426D-B055-F2252E760AA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CD7F5DD-C284-4EAC-A6D4-744C081D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A5E4CB-D831-4BC0-ADCF-6E1AFC1EC993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21DA33A-1C5D-49DD-A81F-5939A03B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45A59F4-CC9E-41A8-840B-978F828A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244C01-AA79-409F-9DCA-931C17D1AE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235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01C349EA-310A-468D-A354-177DB878E734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5982BFD-F4A3-47A4-8CD4-88B5CF91A068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D44D7366-9CCC-44AA-9483-414D4624938E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563C1D78-7597-4E2A-B915-AFB2F878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94F3E0-C3B8-4A85-96FC-8DD6315457A2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06EEAB0-B0E9-4058-9921-7DA0B7B5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3C7A76B-DC85-48D5-8B1A-4A6AB4EB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F1C4E7B-3E90-47DB-8CF5-A494590B91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117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9892E-14D3-4DEC-8E9C-3A935B4839F8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FEAD3-ECD3-45AD-94F8-3C2C6343D1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7438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4C5FD-9361-454B-A11A-B01CB7ED1348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1FA73-D480-46AA-9DD8-5A1EC94B37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177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78CE397A-1E01-41ED-962F-E52B2DD01A3F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charset="0"/>
              </a:defRPr>
            </a:lvl1pPr>
          </a:lstStyle>
          <a:p>
            <a:pPr>
              <a:defRPr/>
            </a:pPr>
            <a:fld id="{601FDE00-A5F8-46C0-97A6-7C6A7D91D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81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CCF09C-6172-4E49-B1C6-135B23B1B38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D7E1C93C-BCB5-43B2-A89C-DE6B9B17AC1D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86397A8-030E-4469-AE34-88D587B80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tx2"/>
                </a:solidFill>
                <a:latin typeface="Perpetua" panose="02020502060401020303" pitchFamily="18" charset="0"/>
              </a:defRPr>
            </a:lvl1pPr>
          </a:lstStyle>
          <a:p>
            <a:pPr>
              <a:defRPr/>
            </a:pPr>
            <a:fld id="{00A284DD-C94D-47C5-9425-F1A5B243A2D4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C900D-3994-437D-B6EB-7815D260F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  <a:latin typeface="Perpetua" panose="02020502060401020303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738FED4-3DD9-479E-83A1-EC47710CE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 smtClean="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7C5518C0-F5FF-4C1C-A828-D9B614CFC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37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FF2B5EF4-FFF2-40B4-BE49-F238E27FC236}">
                <a16:creationId xmlns:a16="http://schemas.microsoft.com/office/drawing/2014/main" id="{E2AA1899-6635-D60D-EA10-C05B6EA88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OPIM 5604</a:t>
            </a:r>
          </a:p>
        </p:txBody>
      </p:sp>
      <p:sp>
        <p:nvSpPr>
          <p:cNvPr id="7171" name="Text Box 5">
            <a:extLst>
              <a:ext uri="{FF2B5EF4-FFF2-40B4-BE49-F238E27FC236}">
                <a16:creationId xmlns:a16="http://schemas.microsoft.com/office/drawing/2014/main" id="{F5FED448-4063-4238-DC74-E2954D2A1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16300"/>
            <a:ext cx="70104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</a:rPr>
              <a:t>Predictive Modeling</a:t>
            </a:r>
            <a:endParaRPr lang="en-US" altLang="en-US" sz="2400" b="1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</a:rPr>
              <a:t>Random Forest </a:t>
            </a:r>
            <a:r>
              <a:rPr lang="en-US" altLang="en-US" sz="2400" b="1">
                <a:solidFill>
                  <a:schemeClr val="accent2"/>
                </a:solidFill>
              </a:rPr>
              <a:t>&amp; Boosted Trees</a:t>
            </a:r>
            <a:endParaRPr lang="en-US" altLang="en-US" sz="2400" b="1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</a:rPr>
              <a:t>Jennifer Eigo, Instructor in-Residence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Improving Trees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343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Single trees may not have good predictive ability.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Results from multiple trees can be combined to improve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The resulting model is an “ensemble” model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Two multi-tree approaches: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/>
              <a:t>Random Forests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/>
              <a:t>Boosted Trees 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197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9DF01-CE1A-46F3-AF8A-1D1E6C730E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Font typeface="Wingdings 2" charset="2"/>
              <a:buNone/>
              <a:defRPr/>
            </a:pPr>
            <a:r>
              <a:rPr lang="en-US" dirty="0"/>
              <a:t>Training steps: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A random sample of rows is drawn with replacement from the training data set (bootstrapping)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A subset of predictors are randomly drawn to form the candidate list for the first split which is made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Step 2 repeats, forming additional splits, until the max depth is hit, creating a small tree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The process is repeated to form additional trees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The final model is the average of all the trees, producing a “Bootstrap aggregated” (or “bagged) model </a:t>
            </a:r>
          </a:p>
          <a:p>
            <a:pPr marL="776288" lvl="1" indent="-457200">
              <a:buFont typeface="+mj-lt"/>
              <a:buAutoNum type="arabicPeriod"/>
              <a:defRPr/>
            </a:pPr>
            <a:endParaRPr lang="en-US" dirty="0"/>
          </a:p>
          <a:p>
            <a:pPr lvl="1">
              <a:buFont typeface="Wingdings 2" charset="2"/>
              <a:buChar char=""/>
              <a:defRPr/>
            </a:pPr>
            <a:endParaRPr lang="en-US" dirty="0"/>
          </a:p>
          <a:p>
            <a:pPr marL="776288" lvl="1" indent="-457200">
              <a:buFont typeface="+mj-lt"/>
              <a:buAutoNum type="arabicPeriod"/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717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F355F-574A-84C7-6CB2-F22FD275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C03D8943-F06E-A187-3CA3-31C4C49C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Forest Training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B102-DA24-74FE-79F0-FFB54F9ED31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marL="44450" indent="0">
              <a:buNone/>
              <a:defRPr/>
            </a:pPr>
            <a:r>
              <a:rPr lang="en-US" sz="2400" dirty="0"/>
              <a:t>Create 50 random samples from the training data</a:t>
            </a:r>
          </a:p>
          <a:p>
            <a:pPr marL="44450" indent="0">
              <a:buNone/>
              <a:defRPr/>
            </a:pPr>
            <a:endParaRPr lang="en-US" sz="2400" dirty="0"/>
          </a:p>
          <a:p>
            <a:pPr marL="44450" indent="0">
              <a:buNone/>
              <a:defRPr/>
            </a:pPr>
            <a:r>
              <a:rPr lang="en-US" sz="2400" dirty="0"/>
              <a:t>Tree 1 – Use age, HP, metallic to train on Sample 1</a:t>
            </a:r>
          </a:p>
          <a:p>
            <a:pPr marL="44450" indent="0">
              <a:buNone/>
              <a:defRPr/>
            </a:pPr>
            <a:r>
              <a:rPr lang="en-US" sz="2400" dirty="0"/>
              <a:t>Tree 2 – Use mileage, age, doors to train on Sample 2</a:t>
            </a:r>
          </a:p>
          <a:p>
            <a:pPr marL="44450" indent="0">
              <a:buNone/>
              <a:defRPr/>
            </a:pPr>
            <a:r>
              <a:rPr lang="en-US" sz="2400" dirty="0"/>
              <a:t>Tree 3 – Use HP, CC automatic to train on Sample 3</a:t>
            </a:r>
          </a:p>
          <a:p>
            <a:pPr marL="44450" indent="0">
              <a:buNone/>
              <a:defRPr/>
            </a:pPr>
            <a:r>
              <a:rPr lang="en-US" sz="2400" dirty="0"/>
              <a:t>Tree 4 – Use age, doors, weight to train on Sample 4</a:t>
            </a:r>
          </a:p>
          <a:p>
            <a:pPr marL="44450" indent="0">
              <a:buNone/>
              <a:defRPr/>
            </a:pPr>
            <a:r>
              <a:rPr lang="en-US" sz="2400" dirty="0"/>
              <a:t>…</a:t>
            </a:r>
          </a:p>
          <a:p>
            <a:pPr marL="44450" indent="0">
              <a:buNone/>
              <a:defRPr/>
            </a:pPr>
            <a:r>
              <a:rPr lang="en-US" sz="2400" dirty="0"/>
              <a:t>Tree 50 – Use metallic, age, and CC to train on Sample 50</a:t>
            </a:r>
          </a:p>
          <a:p>
            <a:pPr marL="44450" indent="0">
              <a:buNone/>
              <a:defRPr/>
            </a:pPr>
            <a:endParaRPr lang="en-US" sz="2400" dirty="0"/>
          </a:p>
          <a:p>
            <a:pPr marL="44450" indent="0">
              <a:buNone/>
              <a:defRPr/>
            </a:pPr>
            <a:r>
              <a:rPr lang="en-US" sz="2400" dirty="0"/>
              <a:t>The final model is made up of 50 small trees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D659D7-5612-39FE-E261-32230951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6610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4630-94BB-969A-CB21-A288E678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6C1579E2-DDB2-2C65-24C0-E84CEDC5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Forest Predicting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4FDD-9E68-24E3-825A-80C1571822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marL="44450" indent="0">
              <a:buNone/>
              <a:defRPr/>
            </a:pPr>
            <a:r>
              <a:rPr lang="en-US" sz="2400" dirty="0"/>
              <a:t>Apply the first row of data to all 50 trees</a:t>
            </a:r>
          </a:p>
          <a:p>
            <a:pPr marL="44450" indent="0">
              <a:buNone/>
              <a:defRPr/>
            </a:pPr>
            <a:endParaRPr lang="en-US" sz="2400" dirty="0"/>
          </a:p>
          <a:p>
            <a:pPr marL="44450" indent="0">
              <a:buNone/>
              <a:defRPr/>
            </a:pPr>
            <a:r>
              <a:rPr lang="en-US" sz="2400" dirty="0"/>
              <a:t>Tree 1 – Use age, HP, metallic to predict $11,500</a:t>
            </a:r>
          </a:p>
          <a:p>
            <a:pPr marL="44450" indent="0">
              <a:buNone/>
              <a:defRPr/>
            </a:pPr>
            <a:r>
              <a:rPr lang="en-US" sz="2400" dirty="0"/>
              <a:t>Tree 2 – Use mileage, age, doors to predict $12,025</a:t>
            </a:r>
          </a:p>
          <a:p>
            <a:pPr marL="44450" indent="0">
              <a:buNone/>
              <a:defRPr/>
            </a:pPr>
            <a:r>
              <a:rPr lang="en-US" sz="2400" dirty="0"/>
              <a:t>Tree 3 – Use HP, CC automatic to predict $13,000</a:t>
            </a:r>
          </a:p>
          <a:p>
            <a:pPr marL="44450" indent="0">
              <a:buNone/>
              <a:defRPr/>
            </a:pPr>
            <a:r>
              <a:rPr lang="en-US" sz="2400" dirty="0"/>
              <a:t>Tree 4 – Use age, doors, weight to predict $12,000</a:t>
            </a:r>
          </a:p>
          <a:p>
            <a:pPr marL="44450" indent="0">
              <a:buNone/>
              <a:defRPr/>
            </a:pPr>
            <a:r>
              <a:rPr lang="en-US" sz="2400" dirty="0"/>
              <a:t>…</a:t>
            </a:r>
          </a:p>
          <a:p>
            <a:pPr marL="44450" indent="0">
              <a:buNone/>
              <a:defRPr/>
            </a:pPr>
            <a:r>
              <a:rPr lang="en-US" sz="2400" dirty="0"/>
              <a:t>Tree 50 – Use metallic, age, and CC to predict $13,010</a:t>
            </a:r>
          </a:p>
          <a:p>
            <a:pPr marL="44450" indent="0">
              <a:buNone/>
              <a:defRPr/>
            </a:pPr>
            <a:endParaRPr lang="en-US" sz="2400" dirty="0"/>
          </a:p>
          <a:p>
            <a:pPr marL="44450" indent="0">
              <a:buNone/>
              <a:defRPr/>
            </a:pPr>
            <a:r>
              <a:rPr lang="en-US" sz="2400" dirty="0"/>
              <a:t>Average the 50 predictions to get your final prediction for each row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9562C1-E1CD-7386-0132-4C9CC37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669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Boosted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D411-C5BB-4EDE-BB31-46809946367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Font typeface="Wingdings 2" charset="2"/>
              <a:buNone/>
              <a:defRPr/>
            </a:pPr>
            <a:r>
              <a:rPr lang="en-US" dirty="0"/>
              <a:t>Training steps: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A starting prediction is made, often the target mean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The scaled residuals from this are calculated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A new simple tree is fit to these scaled residuals with another random sample of predictors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Steps 2 and 3 repeat</a:t>
            </a:r>
          </a:p>
          <a:p>
            <a:pPr marL="776288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dirty="0"/>
              <a:t>The final boosted model is the sum of the models for the individual trees</a:t>
            </a:r>
          </a:p>
          <a:p>
            <a:pPr marL="776288" lvl="1" indent="-457200">
              <a:buFont typeface="+mj-lt"/>
              <a:buAutoNum type="arabicPeriod"/>
              <a:defRPr/>
            </a:pPr>
            <a:endParaRPr lang="en-US" dirty="0"/>
          </a:p>
          <a:p>
            <a:pPr lvl="1">
              <a:buFont typeface="Wingdings 2" charset="2"/>
              <a:buChar char=""/>
              <a:defRPr/>
            </a:pPr>
            <a:endParaRPr lang="en-US" dirty="0"/>
          </a:p>
          <a:p>
            <a:pPr marL="776288" lvl="1" indent="-457200">
              <a:buFont typeface="+mj-lt"/>
              <a:buAutoNum type="arabicPeriod"/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4515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A19E-429F-DAD4-829E-D4FA6F599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1F275E5F-5AA4-24F0-0BDF-C121C502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Boosted Trees Example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E3CF28-C292-96F4-F009-D65DCA6C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4A846B-C2C9-0D5D-2556-DC9B5F6F5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12755"/>
              </p:ext>
            </p:extLst>
          </p:nvPr>
        </p:nvGraphicFramePr>
        <p:xfrm>
          <a:off x="430530" y="3200398"/>
          <a:ext cx="8282940" cy="34290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475343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3899784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323071815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1098970676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50298479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486970407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1888494105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140788843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501260878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4169946070"/>
                    </a:ext>
                  </a:extLst>
                </a:gridCol>
              </a:tblGrid>
              <a:tr h="127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Row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Actual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1st Prediction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Residuals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1st Tree Output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New Predictions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New Residuals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2nd </a:t>
                      </a:r>
                      <a:r>
                        <a:rPr lang="en-US" sz="1800" u="none" strike="noStrike">
                          <a:effectLst/>
                        </a:rPr>
                        <a:t>Tree Output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New Predictions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New Residuals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047277"/>
                  </a:ext>
                </a:extLst>
              </a:tr>
              <a:tr h="5396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13500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-500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-450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13955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-455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-400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13915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-415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15075"/>
                  </a:ext>
                </a:extLst>
              </a:tr>
              <a:tr h="5396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-5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13999.5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0.5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388338"/>
                  </a:ext>
                </a:extLst>
              </a:tr>
              <a:tr h="5396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495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450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450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825080"/>
                  </a:ext>
                </a:extLst>
              </a:tr>
              <a:tr h="5396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15000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14100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900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14180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erpetua" panose="02020502060401020303" pitchFamily="18" charset="0"/>
                        </a:rPr>
                        <a:t>820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7628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C836-72C2-CB5C-93A4-06AAB4FF37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marL="44450" indent="0">
              <a:buNone/>
              <a:defRPr/>
            </a:pPr>
            <a:r>
              <a:rPr lang="en-US" dirty="0"/>
              <a:t>New Predictions = Prior Predictions + 0.1 x Prior Tree</a:t>
            </a:r>
          </a:p>
          <a:p>
            <a:pPr marL="44450" indent="0">
              <a:buNone/>
              <a:defRPr/>
            </a:pPr>
            <a:r>
              <a:rPr lang="en-US" dirty="0"/>
              <a:t>Row 1 with 1</a:t>
            </a:r>
            <a:r>
              <a:rPr lang="en-US" baseline="30000" dirty="0"/>
              <a:t>st</a:t>
            </a:r>
            <a:r>
              <a:rPr lang="en-US" dirty="0"/>
              <a:t> tree =&gt; 14000 + 0.1 x -450 = 13955</a:t>
            </a:r>
          </a:p>
          <a:p>
            <a:pPr marL="44450" indent="0">
              <a:buNone/>
              <a:defRPr/>
            </a:pPr>
            <a:r>
              <a:rPr lang="en-US" dirty="0"/>
              <a:t>Row 1 with 2</a:t>
            </a:r>
            <a:r>
              <a:rPr lang="en-US" baseline="30000" dirty="0"/>
              <a:t>nd</a:t>
            </a:r>
            <a:r>
              <a:rPr lang="en-US" dirty="0"/>
              <a:t> tree =&gt; 13955 + 0.1 x -400 = 13915</a:t>
            </a:r>
          </a:p>
          <a:p>
            <a:pPr lvl="1">
              <a:buFont typeface="Wingdings 2" charset="2"/>
              <a:buChar char=""/>
              <a:defRPr/>
            </a:pPr>
            <a:endParaRPr lang="en-US" dirty="0"/>
          </a:p>
          <a:p>
            <a:pPr marL="776288" lvl="1" indent="-457200">
              <a:buFont typeface="+mj-lt"/>
              <a:buAutoNum type="arabicPeriod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3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xfrm>
            <a:off x="914400" y="1676400"/>
            <a:ext cx="7772400" cy="4572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/>
              <a:t>Ensemble tree models can improve performance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/>
              <a:t>Can be used for continuous or categorical targets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/>
              <a:t>Random Forest uses many small samples or rows 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/>
              <a:t>Bootstrapping useful for small data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/>
              <a:t>Boosting builds additional trees to correct for errors in previous predictions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endParaRPr lang="en-US" alt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66770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Data Mining and Business Intelligenc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Introduction&amp;quot;&quot;/&gt;&lt;property id=&quot;20307&quot; value=&quot;257&quot;/&gt;&lt;/object&gt;&lt;object type=&quot;3&quot; unique_id=&quot;10006&quot;&gt;&lt;property id=&quot;20148&quot; value=&quot;5&quot;/&gt;&lt;property id=&quot;20300&quot; value=&quot;Slide 17 - &amp;quot;Data Mining: the downside&amp;quot;&quot;/&gt;&lt;property id=&quot;20307&quot; value=&quot;263&quot;/&gt;&lt;/object&gt;&lt;object type=&quot;3&quot; unique_id=&quot;10007&quot;&gt;&lt;property id=&quot;20148&quot; value=&quot;5&quot;/&gt;&lt;property id=&quot;20300&quot; value=&quot;Slide 19 - &amp;quot;Example of “data fishing”&amp;quot;&quot;/&gt;&lt;property id=&quot;20307&quot; value=&quot;264&quot;/&gt;&lt;/object&gt;&lt;object type=&quot;3&quot; unique_id=&quot;10170&quot;&gt;&lt;property id=&quot;20148&quot; value=&quot;5&quot;/&gt;&lt;property id=&quot;20300&quot; value=&quot;Slide 3 - &amp;quot;What is Data Mining&amp;quot;&quot;/&gt;&lt;property id=&quot;20307&quot; value=&quot;271&quot;/&gt;&lt;/object&gt;&lt;object type=&quot;3&quot; unique_id=&quot;10171&quot;&gt;&lt;property id=&quot;20148&quot; value=&quot;5&quot;/&gt;&lt;property id=&quot;20300&quot; value=&quot;Slide 4 - &amp;quot;Of “laws”, Monsters, and Giants…&amp;quot;&quot;/&gt;&lt;property id=&quot;20307&quot; value=&quot;279&quot;/&gt;&lt;/object&gt;&lt;object type=&quot;3&quot; unique_id=&quot;10172&quot;&gt;&lt;property id=&quot;20148&quot; value=&quot;5&quot;/&gt;&lt;property id=&quot;20300&quot; value=&quot;Slide 5 - &amp;quot;Need for Data Mining and Analytics&amp;quot;&quot;/&gt;&lt;property id=&quot;20307&quot; value=&quot;272&quot;/&gt;&lt;/object&gt;&lt;object type=&quot;3&quot; unique_id=&quot;10173&quot;&gt;&lt;property id=&quot;20148&quot; value=&quot;5&quot;/&gt;&lt;property id=&quot;20300&quot; value=&quot;Slide 6 - &amp;quot;Why Mine Data?&amp;quot;&quot;/&gt;&lt;property id=&quot;20307&quot; value=&quot;276&quot;/&gt;&lt;/object&gt;&lt;object type=&quot;3&quot; unique_id=&quot;10174&quot;&gt;&lt;property id=&quot;20148&quot; value=&quot;5&quot;/&gt;&lt;property id=&quot;20300&quot; value=&quot;Slide 7 - &amp;quot;Different Data Mining Tasks&amp;quot;&quot;/&gt;&lt;property id=&quot;20307&quot; value=&quot;267&quot;/&gt;&lt;/object&gt;&lt;object type=&quot;3&quot; unique_id=&quot;10175&quot;&gt;&lt;property id=&quot;20148&quot; value=&quot;5&quot;/&gt;&lt;property id=&quot;20300&quot; value=&quot;Slide 8 - &amp;quot;Data Mining Models&amp;quot;&quot;/&gt;&lt;property id=&quot;20307&quot; value=&quot;278&quot;/&gt;&lt;/object&gt;&lt;object type=&quot;3&quot; unique_id=&quot;10176&quot;&gt;&lt;property id=&quot;20148&quot; value=&quot;5&quot;/&gt;&lt;property id=&quot;20300&quot; value=&quot;Slide 9 - &amp;quot;Classification Example&amp;quot;&quot;/&gt;&lt;property id=&quot;20307&quot; value=&quot;273&quot;/&gt;&lt;/object&gt;&lt;object type=&quot;3&quot; unique_id=&quot;10177&quot;&gt;&lt;property id=&quot;20148&quot; value=&quot;5&quot;/&gt;&lt;property id=&quot;20300&quot; value=&quot;Slide 10 - &amp;quot;Pattern Discovery&amp;quot;&quot;/&gt;&lt;property id=&quot;20307&quot; value=&quot;268&quot;/&gt;&lt;/object&gt;&lt;object type=&quot;3&quot; unique_id=&quot;10178&quot;&gt;&lt;property id=&quot;20148&quot; value=&quot;5&quot;/&gt;&lt;property id=&quot;20300&quot; value=&quot;Slide 11 - &amp;quot;Example of Pattern Discovery&amp;quot;&quot;/&gt;&lt;property id=&quot;20307&quot; value=&quot;269&quot;/&gt;&lt;/object&gt;&lt;object type=&quot;3&quot; unique_id=&quot;10179&quot;&gt;&lt;property id=&quot;20148&quot; value=&quot;5&quot;/&gt;&lt;property id=&quot;20300&quot; value=&quot;Slide 12 - &amp;quot;Example of Pattern Discovery&amp;quot;&quot;/&gt;&lt;property id=&quot;20307&quot; value=&quot;270&quot;/&gt;&lt;/object&gt;&lt;object type=&quot;3&quot; unique_id=&quot;10180&quot;&gt;&lt;property id=&quot;20148&quot; value=&quot;5&quot;/&gt;&lt;property id=&quot;20300&quot; value=&quot;Slide 13 - &amp;quot;Are All the “Discovered” Patterns Interesting?&amp;quot;&quot;/&gt;&lt;property id=&quot;20307&quot; value=&quot;274&quot;/&gt;&lt;/object&gt;&lt;object type=&quot;3&quot; unique_id=&quot;10181&quot;&gt;&lt;property id=&quot;20148&quot; value=&quot;5&quot;/&gt;&lt;property id=&quot;20300&quot; value=&quot;Slide 14 - &amp;quot;Data Mining: Success Stories&amp;quot;&quot;/&gt;&lt;property id=&quot;20307&quot; value=&quot;266&quot;/&gt;&lt;/object&gt;&lt;object type=&quot;3&quot; unique_id=&quot;10182&quot;&gt;&lt;property id=&quot;20148&quot; value=&quot;5&quot;/&gt;&lt;property id=&quot;20300&quot; value=&quot;Slide 15&quot;/&gt;&lt;property id=&quot;20307&quot; value=&quot;280&quot;/&gt;&lt;/object&gt;&lt;object type=&quot;3&quot; unique_id=&quot;10183&quot;&gt;&lt;property id=&quot;20148&quot; value=&quot;5&quot;/&gt;&lt;property id=&quot;20300&quot; value=&quot;Slide 16&quot;/&gt;&lt;property id=&quot;20307&quot; value=&quot;282&quot;/&gt;&lt;/object&gt;&lt;object type=&quot;3&quot; unique_id=&quot;10184&quot;&gt;&lt;property id=&quot;20148&quot; value=&quot;5&quot;/&gt;&lt;property id=&quot;20300&quot; value=&quot;Slide 18&quot;/&gt;&lt;property id=&quot;20307&quot; value=&quot;283&quot;/&gt;&lt;/object&gt;&lt;object type=&quot;3&quot; unique_id=&quot;10185&quot;&gt;&lt;property id=&quot;20148&quot; value=&quot;5&quot;/&gt;&lt;property id=&quot;20300&quot; value=&quot;Slide 20 - &amp;quot;Data Mining Steps&amp;quot;&quot;/&gt;&lt;property id=&quot;20307&quot; value=&quot;275&quot;/&gt;&lt;/object&gt;&lt;object type=&quot;3&quot; unique_id=&quot;10186&quot;&gt;&lt;property id=&quot;20148&quot; value=&quot;5&quot;/&gt;&lt;property id=&quot;20300&quot; value=&quot;Slide 21&quot;/&gt;&lt;property id=&quot;20307&quot; value=&quot;277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3326</TotalTime>
  <Words>541</Words>
  <Application>Microsoft Office PowerPoint</Application>
  <PresentationFormat>On-screen Show (4:3)</PresentationFormat>
  <Paragraphs>120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ＭＳ Ｐゴシック</vt:lpstr>
      <vt:lpstr>Aptos Narrow</vt:lpstr>
      <vt:lpstr>Arial</vt:lpstr>
      <vt:lpstr>Calibri</vt:lpstr>
      <vt:lpstr>Franklin Gothic Book</vt:lpstr>
      <vt:lpstr>Perpetua</vt:lpstr>
      <vt:lpstr>Tahoma</vt:lpstr>
      <vt:lpstr>Wingdings 2</vt:lpstr>
      <vt:lpstr>Equity</vt:lpstr>
      <vt:lpstr>1_Equity</vt:lpstr>
      <vt:lpstr>OPIM 5604</vt:lpstr>
      <vt:lpstr>Improving Trees</vt:lpstr>
      <vt:lpstr>Random Forest</vt:lpstr>
      <vt:lpstr>Random Forest Training Example</vt:lpstr>
      <vt:lpstr>Random Forest Predicting Example</vt:lpstr>
      <vt:lpstr>Boosted Trees</vt:lpstr>
      <vt:lpstr>Boosted Trees Example</vt:lpstr>
      <vt:lpstr>Summary</vt:lpstr>
    </vt:vector>
  </TitlesOfParts>
  <Company>University of Connecticut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Business Information Systems</dc:title>
  <dc:creator>Kumar Mehta</dc:creator>
  <cp:lastModifiedBy>Eigo, Jennifer</cp:lastModifiedBy>
  <cp:revision>179</cp:revision>
  <cp:lastPrinted>2004-01-27T15:30:49Z</cp:lastPrinted>
  <dcterms:created xsi:type="dcterms:W3CDTF">2004-01-26T02:50:35Z</dcterms:created>
  <dcterms:modified xsi:type="dcterms:W3CDTF">2025-10-29T19:42:19Z</dcterms:modified>
</cp:coreProperties>
</file>